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3167360" cy="736346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41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19"/>
        <p:guide pos="41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ig_method_framework_v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3167361" cy="73634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tiany</dc:creator>
  <cp:lastModifiedBy>田宇潇</cp:lastModifiedBy>
  <cp:revision>157</cp:revision>
  <dcterms:created xsi:type="dcterms:W3CDTF">2019-06-19T02:08:00Z</dcterms:created>
  <dcterms:modified xsi:type="dcterms:W3CDTF">2026-10-04T09:38:40Z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E45CB1B6C3A64E4C9752C5C68D6927BF_11</vt:lpwstr>
  </property>
</Properties>
</file>