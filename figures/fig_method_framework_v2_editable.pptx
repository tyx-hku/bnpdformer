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6546850" cy="366585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4"/>
        <p:guide pos="28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1" name="Shape 1001"/>
          <p:cNvSpPr/>
          <p:nvPr/>
        </p:nvSpPr>
        <p:spPr>
          <a:xfrm>
            <a:off x="4572" y="65471"/>
            <a:ext cx="1304848" cy="3509467"/>
          </a:xfrm>
          <a:custGeom>
            <a:avLst/>
            <a:gdLst/>
            <a:ahLst/>
            <a:cxnLst/>
            <a:rect l="0" t="0" r="r" b="b"/>
            <a:pathLst>
              <a:path w="1304848" h="3509467">
                <a:moveTo>
                  <a:pt x="93634" y="1636776"/>
                </a:moveTo>
                <a:lnTo>
                  <a:pt x="1272113" y="1636776"/>
                </a:lnTo>
                <a:quadBezTo>
                  <a:pt x="1304848" y="1636776"/>
                  <a:pt x="1304848" y="1604040"/>
                </a:quadBezTo>
                <a:lnTo>
                  <a:pt x="1304848" y="32735"/>
                </a:lnTo>
                <a:quadBezTo>
                  <a:pt x="1304848" y="0"/>
                  <a:pt x="1272113" y="0"/>
                </a:quadBezTo>
                <a:lnTo>
                  <a:pt x="93634" y="0"/>
                </a:lnTo>
                <a:quadBezTo>
                  <a:pt x="60899" y="0"/>
                  <a:pt x="60899" y="32735"/>
                </a:quadBezTo>
                <a:lnTo>
                  <a:pt x="60899" y="1604040"/>
                </a:lnTo>
                <a:quadBezTo>
                  <a:pt x="60899" y="1636776"/>
                  <a:pt x="93634" y="1636776"/>
                </a:quadBezTo>
                <a:close/>
              </a:path>
            </a:pathLst>
          </a:custGeom>
          <a:solidFill>
            <a:srgbClr val="F4F4F4"/>
          </a:solidFill>
          <a:ln w="12700" cap="flat">
            <a:solidFill>
              <a:srgbClr val="767676"/>
            </a:solidFill>
            <a:miter/>
          </a:ln>
        </p:spPr>
      </p:sp>
      <p:sp>
        <p:nvSpPr>
          <p:cNvPr id="1002" name="Shape 1002"/>
          <p:cNvSpPr/>
          <p:nvPr/>
        </p:nvSpPr>
        <p:spPr>
          <a:xfrm>
            <a:off x="68580" y="65471"/>
            <a:ext cx="2681203" cy="3509467"/>
          </a:xfrm>
          <a:custGeom>
            <a:avLst/>
            <a:gdLst/>
            <a:ahLst/>
            <a:cxnLst/>
            <a:rect l="0" t="0" r="r" b="b"/>
            <a:pathLst>
              <a:path w="2681203" h="3509467">
                <a:moveTo>
                  <a:pt x="1404518" y="1636776"/>
                </a:moveTo>
                <a:lnTo>
                  <a:pt x="2648468" y="1636776"/>
                </a:lnTo>
                <a:quadBezTo>
                  <a:pt x="2681203" y="1636776"/>
                  <a:pt x="2681203" y="1604040"/>
                </a:quadBezTo>
                <a:lnTo>
                  <a:pt x="2681203" y="32735"/>
                </a:lnTo>
                <a:quadBezTo>
                  <a:pt x="2681203" y="0"/>
                  <a:pt x="2648468" y="0"/>
                </a:quadBezTo>
                <a:lnTo>
                  <a:pt x="1404518" y="0"/>
                </a:lnTo>
                <a:quadBezTo>
                  <a:pt x="1371782" y="0"/>
                  <a:pt x="1371782" y="32735"/>
                </a:quadBezTo>
                <a:lnTo>
                  <a:pt x="1371782" y="1604040"/>
                </a:lnTo>
                <a:quadBezTo>
                  <a:pt x="1371782" y="1636776"/>
                  <a:pt x="1404518" y="1636776"/>
                </a:quadBezTo>
                <a:close/>
              </a:path>
            </a:pathLst>
          </a:custGeom>
          <a:solidFill>
            <a:srgbClr val="F1F9F1"/>
          </a:solidFill>
          <a:ln w="12700" cap="flat">
            <a:solidFill>
              <a:srgbClr val="6FB86F"/>
            </a:solidFill>
            <a:miter/>
          </a:ln>
        </p:spPr>
      </p:sp>
      <p:sp>
        <p:nvSpPr>
          <p:cNvPr id="1003" name="Shape 1003"/>
          <p:cNvSpPr/>
          <p:nvPr/>
        </p:nvSpPr>
        <p:spPr>
          <a:xfrm>
            <a:off x="135636" y="65471"/>
            <a:ext cx="4512807" cy="3509467"/>
          </a:xfrm>
          <a:custGeom>
            <a:avLst/>
            <a:gdLst/>
            <a:ahLst/>
            <a:cxnLst/>
            <a:rect l="0" t="0" r="r" b="b"/>
            <a:pathLst>
              <a:path w="4512807" h="3509467">
                <a:moveTo>
                  <a:pt x="2777825" y="1636776"/>
                </a:moveTo>
                <a:lnTo>
                  <a:pt x="4480072" y="1636776"/>
                </a:lnTo>
                <a:quadBezTo>
                  <a:pt x="4512807" y="1636776"/>
                  <a:pt x="4512807" y="1604040"/>
                </a:quadBezTo>
                <a:lnTo>
                  <a:pt x="4512807" y="32735"/>
                </a:lnTo>
                <a:quadBezTo>
                  <a:pt x="4512807" y="0"/>
                  <a:pt x="4480072" y="0"/>
                </a:quadBezTo>
                <a:lnTo>
                  <a:pt x="2777825" y="0"/>
                </a:lnTo>
                <a:quadBezTo>
                  <a:pt x="2745089" y="0"/>
                  <a:pt x="2745089" y="32735"/>
                </a:quadBezTo>
                <a:lnTo>
                  <a:pt x="2745089" y="1604040"/>
                </a:lnTo>
                <a:quadBezTo>
                  <a:pt x="2745089" y="1636776"/>
                  <a:pt x="2777825" y="1636776"/>
                </a:quadBezTo>
                <a:close/>
              </a:path>
            </a:pathLst>
          </a:custGeom>
          <a:solidFill>
            <a:srgbClr val="F1F9F1"/>
          </a:solidFill>
          <a:ln w="12700" cap="flat">
            <a:solidFill>
              <a:srgbClr val="6FB86F"/>
            </a:solidFill>
            <a:miter/>
          </a:ln>
        </p:spPr>
      </p:sp>
      <p:sp>
        <p:nvSpPr>
          <p:cNvPr id="1004" name="Shape 1004"/>
          <p:cNvSpPr/>
          <p:nvPr/>
        </p:nvSpPr>
        <p:spPr>
          <a:xfrm>
            <a:off x="224028" y="65471"/>
            <a:ext cx="6257604" cy="3509467"/>
          </a:xfrm>
          <a:custGeom>
            <a:avLst/>
            <a:gdLst/>
            <a:ahLst/>
            <a:cxnLst/>
            <a:rect l="0" t="0" r="r" b="b"/>
            <a:pathLst>
              <a:path w="6257604" h="3509467">
                <a:moveTo>
                  <a:pt x="4588093" y="1636776"/>
                </a:moveTo>
                <a:lnTo>
                  <a:pt x="6224869" y="1636776"/>
                </a:lnTo>
                <a:quadBezTo>
                  <a:pt x="6257604" y="1636776"/>
                  <a:pt x="6257604" y="1604040"/>
                </a:quadBezTo>
                <a:lnTo>
                  <a:pt x="6257604" y="32735"/>
                </a:lnTo>
                <a:quadBezTo>
                  <a:pt x="6257604" y="0"/>
                  <a:pt x="6224869" y="0"/>
                </a:quadBezTo>
                <a:lnTo>
                  <a:pt x="4588093" y="0"/>
                </a:lnTo>
                <a:quadBezTo>
                  <a:pt x="4555357" y="0"/>
                  <a:pt x="4555357" y="32735"/>
                </a:quadBezTo>
                <a:lnTo>
                  <a:pt x="4555357" y="1604040"/>
                </a:lnTo>
                <a:quadBezTo>
                  <a:pt x="4555357" y="1636776"/>
                  <a:pt x="4588093" y="1636776"/>
                </a:quadBezTo>
                <a:close/>
              </a:path>
            </a:pathLst>
          </a:custGeom>
          <a:solidFill>
            <a:srgbClr val="F1F9F1"/>
          </a:solidFill>
          <a:ln w="12700" cap="flat">
            <a:solidFill>
              <a:srgbClr val="6FB86F"/>
            </a:solidFill>
            <a:miter/>
          </a:ln>
        </p:spPr>
      </p:sp>
      <p:sp>
        <p:nvSpPr>
          <p:cNvPr id="1005" name="Shape 1005"/>
          <p:cNvSpPr/>
          <p:nvPr/>
        </p:nvSpPr>
        <p:spPr>
          <a:xfrm>
            <a:off x="68580" y="1833189"/>
            <a:ext cx="6413052" cy="1830141"/>
          </a:xfrm>
          <a:custGeom>
            <a:avLst/>
            <a:gdLst/>
            <a:ahLst/>
            <a:cxnLst/>
            <a:rect l="0" t="0" r="r" b="b"/>
            <a:pathLst>
              <a:path w="6413052" h="1830141">
                <a:moveTo>
                  <a:pt x="1404518" y="1767718"/>
                </a:moveTo>
                <a:lnTo>
                  <a:pt x="6380317" y="1767718"/>
                </a:lnTo>
                <a:quadBezTo>
                  <a:pt x="6413052" y="1767718"/>
                  <a:pt x="6413052" y="1734982"/>
                </a:quadBezTo>
                <a:lnTo>
                  <a:pt x="6413052" y="32735"/>
                </a:lnTo>
                <a:quadBezTo>
                  <a:pt x="6413052" y="0"/>
                  <a:pt x="6380317" y="0"/>
                </a:quadBezTo>
                <a:lnTo>
                  <a:pt x="1404518" y="0"/>
                </a:lnTo>
                <a:quadBezTo>
                  <a:pt x="1371782" y="0"/>
                  <a:pt x="1371782" y="32735"/>
                </a:quadBezTo>
                <a:lnTo>
                  <a:pt x="1371782" y="1734982"/>
                </a:lnTo>
                <a:quadBezTo>
                  <a:pt x="1371782" y="1767718"/>
                  <a:pt x="1404518" y="1767718"/>
                </a:quadBezTo>
                <a:close/>
              </a:path>
            </a:pathLst>
          </a:custGeom>
          <a:solidFill>
            <a:srgbClr val="EEF3FA"/>
          </a:solidFill>
          <a:ln w="12700" cap="flat">
            <a:solidFill>
              <a:srgbClr val="3775BA"/>
            </a:solidFill>
            <a:miter/>
          </a:ln>
        </p:spPr>
      </p:sp>
      <p:sp>
        <p:nvSpPr>
          <p:cNvPr id="1006" name="Shape 1006"/>
          <p:cNvSpPr/>
          <p:nvPr/>
        </p:nvSpPr>
        <p:spPr>
          <a:xfrm>
            <a:off x="4572" y="1833189"/>
            <a:ext cx="1304848" cy="1830141"/>
          </a:xfrm>
          <a:custGeom>
            <a:avLst/>
            <a:gdLst/>
            <a:ahLst/>
            <a:cxnLst/>
            <a:rect l="0" t="0" r="r" b="b"/>
            <a:pathLst>
              <a:path w="1304848" h="1830141">
                <a:moveTo>
                  <a:pt x="93634" y="1767718"/>
                </a:moveTo>
                <a:lnTo>
                  <a:pt x="1272113" y="1767718"/>
                </a:lnTo>
                <a:quadBezTo>
                  <a:pt x="1304848" y="1767718"/>
                  <a:pt x="1304848" y="1734982"/>
                </a:quadBezTo>
                <a:lnTo>
                  <a:pt x="1304848" y="32735"/>
                </a:lnTo>
                <a:quadBezTo>
                  <a:pt x="1304848" y="0"/>
                  <a:pt x="1272113" y="0"/>
                </a:quadBezTo>
                <a:lnTo>
                  <a:pt x="93634" y="0"/>
                </a:lnTo>
                <a:quadBezTo>
                  <a:pt x="60899" y="0"/>
                  <a:pt x="60899" y="32735"/>
                </a:quadBezTo>
                <a:lnTo>
                  <a:pt x="60899" y="1734982"/>
                </a:lnTo>
                <a:quadBezTo>
                  <a:pt x="60899" y="1767718"/>
                  <a:pt x="93634" y="1767718"/>
                </a:quadBezTo>
                <a:close/>
              </a:path>
            </a:pathLst>
          </a:custGeom>
          <a:solidFill>
            <a:srgbClr val="FDF1F0"/>
          </a:solidFill>
          <a:ln w="12700" cap="flat">
            <a:solidFill>
              <a:srgbClr val="B64342"/>
            </a:solidFill>
            <a:miter/>
          </a:ln>
        </p:spPr>
      </p:sp>
      <p:sp>
        <p:nvSpPr>
          <p:cNvPr id="1007" name="Shape 1007"/>
          <p:cNvSpPr/>
          <p:nvPr/>
        </p:nvSpPr>
        <p:spPr>
          <a:xfrm>
            <a:off x="6248" y="314660"/>
            <a:ext cx="1247522" cy="3226292"/>
          </a:xfrm>
          <a:custGeom>
            <a:avLst/>
            <a:gdLst/>
            <a:ahLst/>
            <a:cxnLst/>
            <a:rect l="0" t="0" r="r" b="b"/>
            <a:pathLst>
              <a:path w="1247522" h="3226292">
                <a:moveTo>
                  <a:pt x="127967" y="657584"/>
                </a:moveTo>
                <a:lnTo>
                  <a:pt x="1234428" y="657584"/>
                </a:lnTo>
                <a:quadBezTo>
                  <a:pt x="1247522" y="657584"/>
                  <a:pt x="1247522" y="644490"/>
                </a:quadBezTo>
                <a:lnTo>
                  <a:pt x="1247522" y="13094"/>
                </a:lnTo>
                <a:quadBezTo>
                  <a:pt x="1247522" y="0"/>
                  <a:pt x="1234428" y="0"/>
                </a:quadBezTo>
                <a:lnTo>
                  <a:pt x="127967" y="0"/>
                </a:lnTo>
                <a:quadBezTo>
                  <a:pt x="114873" y="0"/>
                  <a:pt x="114873" y="13094"/>
                </a:quadBezTo>
                <a:lnTo>
                  <a:pt x="114873" y="644490"/>
                </a:lnTo>
                <a:quadBezTo>
                  <a:pt x="114873" y="657584"/>
                  <a:pt x="127967" y="657584"/>
                </a:quadBezTo>
                <a:close/>
              </a:path>
            </a:pathLst>
          </a:custGeom>
          <a:solidFill>
            <a:srgbClr val="222222"/>
          </a:solidFill>
          <a:ln w="6350" cap="flat">
            <a:solidFill>
              <a:srgbClr val="222222"/>
            </a:solidFill>
            <a:miter/>
          </a:ln>
        </p:spPr>
      </p:sp>
      <p:pic>
        <p:nvPicPr>
          <p:cNvPr id="1008" name="Picture 100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7000" y="417941"/>
            <a:ext cx="655320" cy="826008"/>
          </a:xfrm>
          <a:prstGeom prst="rect">
            <a:avLst/>
          </a:prstGeom>
        </p:spPr>
      </p:pic>
      <p:sp>
        <p:nvSpPr>
          <p:cNvPr id="2" name="Shape 1008"/>
          <p:cNvSpPr/>
          <p:nvPr/>
        </p:nvSpPr>
        <p:spPr>
          <a:xfrm>
            <a:off x="185013" y="523768"/>
            <a:ext cx="4411053" cy="3035929"/>
          </a:xfrm>
          <a:custGeom>
            <a:avLst/>
            <a:gdLst/>
            <a:ahLst/>
            <a:cxnLst/>
            <a:rect l="0" t="0" r="r" b="b"/>
            <a:pathLst>
              <a:path w="4411053" h="3035929">
                <a:moveTo>
                  <a:pt x="3789079" y="851123"/>
                </a:moveTo>
                <a:lnTo>
                  <a:pt x="4391412" y="851123"/>
                </a:lnTo>
                <a:quadBezTo>
                  <a:pt x="4411054" y="851123"/>
                  <a:pt x="4411054" y="831482"/>
                </a:quadBezTo>
                <a:lnTo>
                  <a:pt x="4411054" y="19641"/>
                </a:lnTo>
                <a:quadBezTo>
                  <a:pt x="4411054" y="0"/>
                  <a:pt x="4391412" y="0"/>
                </a:quadBezTo>
                <a:lnTo>
                  <a:pt x="3789079" y="0"/>
                </a:lnTo>
                <a:quadBezTo>
                  <a:pt x="3769437" y="0"/>
                  <a:pt x="3769437" y="19641"/>
                </a:quadBezTo>
                <a:lnTo>
                  <a:pt x="3769437" y="831482"/>
                </a:lnTo>
                <a:quadBezTo>
                  <a:pt x="3769437" y="851123"/>
                  <a:pt x="3789079" y="851123"/>
                </a:quadBezTo>
                <a:close/>
              </a:path>
            </a:pathLst>
          </a:custGeom>
          <a:solidFill>
            <a:srgbClr val="FFFFFF"/>
          </a:solidFill>
          <a:ln w="7620" cap="flat">
            <a:solidFill>
              <a:srgbClr val="BFDDBF"/>
            </a:solidFill>
            <a:miter/>
          </a:ln>
        </p:spPr>
      </p:sp>
      <p:sp>
        <p:nvSpPr>
          <p:cNvPr id="1009" name="Shape 1009"/>
          <p:cNvSpPr/>
          <p:nvPr/>
        </p:nvSpPr>
        <p:spPr>
          <a:xfrm>
            <a:off x="4975799" y="549956"/>
            <a:ext cx="111300" cy="288072"/>
          </a:xfrm>
          <a:custGeom>
            <a:avLst/>
            <a:gdLst/>
            <a:ahLst/>
            <a:cxnLst/>
            <a:rect l="0" t="0" r="r" b="b"/>
            <a:pathLst>
              <a:path w="111300" h="288072" fill="none">
                <a:moveTo>
                  <a:pt x="111300" y="0"/>
                </a:moveTo>
                <a:lnTo>
                  <a:pt x="0" y="288073"/>
                </a:lnTo>
              </a:path>
            </a:pathLst>
          </a:custGeom>
          <a:noFill/>
          <a:ln w="6985" cap="flat">
            <a:solidFill>
              <a:srgbClr val="42949E"/>
            </a:solidFill>
            <a:custDash>
              <a:ds d="220000" sp="120000"/>
            </a:custDash>
            <a:round/>
          </a:ln>
        </p:spPr>
      </p:sp>
      <p:sp>
        <p:nvSpPr>
          <p:cNvPr id="1010" name="Shape 1010"/>
          <p:cNvSpPr/>
          <p:nvPr/>
        </p:nvSpPr>
        <p:spPr>
          <a:xfrm>
            <a:off x="5087099" y="549956"/>
            <a:ext cx="114574" cy="288072"/>
          </a:xfrm>
          <a:custGeom>
            <a:avLst/>
            <a:gdLst/>
            <a:ahLst/>
            <a:cxnLst/>
            <a:rect l="0" t="0" r="r" b="b"/>
            <a:pathLst>
              <a:path w="114574" h="288072" fill="none">
                <a:moveTo>
                  <a:pt x="0" y="0"/>
                </a:moveTo>
                <a:lnTo>
                  <a:pt x="114575" y="288073"/>
                </a:lnTo>
              </a:path>
            </a:pathLst>
          </a:custGeom>
          <a:noFill/>
          <a:ln w="6985" cap="flat">
            <a:solidFill>
              <a:srgbClr val="42949E"/>
            </a:solidFill>
            <a:custDash>
              <a:ds d="220000" sp="120000"/>
            </a:custDash>
            <a:round/>
          </a:ln>
        </p:spPr>
      </p:sp>
      <p:sp>
        <p:nvSpPr>
          <p:cNvPr id="1011" name="Shape 1011"/>
          <p:cNvSpPr/>
          <p:nvPr/>
        </p:nvSpPr>
        <p:spPr>
          <a:xfrm>
            <a:off x="5427549" y="549956"/>
            <a:ext cx="1" cy="288072"/>
          </a:xfrm>
          <a:custGeom>
            <a:avLst/>
            <a:gdLst/>
            <a:ahLst/>
            <a:cxnLst/>
            <a:rect l="0" t="0" r="r" b="b"/>
            <a:pathLst>
              <a:path w="1" h="288072" fill="none">
                <a:moveTo>
                  <a:pt x="0" y="0"/>
                </a:moveTo>
                <a:lnTo>
                  <a:pt x="0" y="288073"/>
                </a:lnTo>
              </a:path>
            </a:pathLst>
          </a:custGeom>
          <a:noFill/>
          <a:ln w="6985" cap="flat">
            <a:solidFill>
              <a:srgbClr val="42949E"/>
            </a:solidFill>
            <a:custDash>
              <a:ds d="220000" sp="120000"/>
            </a:custDash>
            <a:round/>
          </a:ln>
        </p:spPr>
      </p:sp>
      <p:sp>
        <p:nvSpPr>
          <p:cNvPr id="1012" name="Shape 1012"/>
          <p:cNvSpPr/>
          <p:nvPr/>
        </p:nvSpPr>
        <p:spPr>
          <a:xfrm>
            <a:off x="5427549" y="549956"/>
            <a:ext cx="225875" cy="288072"/>
          </a:xfrm>
          <a:custGeom>
            <a:avLst/>
            <a:gdLst/>
            <a:ahLst/>
            <a:cxnLst/>
            <a:rect l="0" t="0" r="r" b="b"/>
            <a:pathLst>
              <a:path w="225875" h="288072" fill="none">
                <a:moveTo>
                  <a:pt x="0" y="0"/>
                </a:moveTo>
                <a:lnTo>
                  <a:pt x="225875" y="288073"/>
                </a:lnTo>
              </a:path>
            </a:pathLst>
          </a:custGeom>
          <a:noFill/>
          <a:ln w="6985" cap="flat">
            <a:solidFill>
              <a:srgbClr val="42949E"/>
            </a:solidFill>
            <a:custDash>
              <a:ds d="220000" sp="120000"/>
            </a:custDash>
            <a:round/>
          </a:ln>
        </p:spPr>
      </p:sp>
      <p:sp>
        <p:nvSpPr>
          <p:cNvPr id="1013" name="Shape 1013"/>
          <p:cNvSpPr/>
          <p:nvPr/>
        </p:nvSpPr>
        <p:spPr>
          <a:xfrm>
            <a:off x="5767998" y="549956"/>
            <a:ext cx="111300" cy="288072"/>
          </a:xfrm>
          <a:custGeom>
            <a:avLst/>
            <a:gdLst/>
            <a:ahLst/>
            <a:cxnLst/>
            <a:rect l="0" t="0" r="r" b="b"/>
            <a:pathLst>
              <a:path w="111300" h="288072" fill="none">
                <a:moveTo>
                  <a:pt x="0" y="0"/>
                </a:moveTo>
                <a:lnTo>
                  <a:pt x="111301" y="288073"/>
                </a:lnTo>
              </a:path>
            </a:pathLst>
          </a:custGeom>
          <a:noFill/>
          <a:ln w="6985" cap="flat">
            <a:solidFill>
              <a:srgbClr val="42949E"/>
            </a:solidFill>
            <a:custDash>
              <a:ds d="220000" sp="120000"/>
            </a:custDash>
            <a:round/>
          </a:ln>
        </p:spPr>
      </p:sp>
      <p:sp>
        <p:nvSpPr>
          <p:cNvPr id="1014" name="Shape 1014"/>
          <p:cNvSpPr/>
          <p:nvPr/>
        </p:nvSpPr>
        <p:spPr>
          <a:xfrm>
            <a:off x="5767998" y="549956"/>
            <a:ext cx="337175" cy="288072"/>
          </a:xfrm>
          <a:custGeom>
            <a:avLst/>
            <a:gdLst/>
            <a:ahLst/>
            <a:cxnLst/>
            <a:rect l="0" t="0" r="r" b="b"/>
            <a:pathLst>
              <a:path w="337175" h="288072" fill="none">
                <a:moveTo>
                  <a:pt x="0" y="0"/>
                </a:moveTo>
                <a:lnTo>
                  <a:pt x="337176" y="288073"/>
                </a:lnTo>
              </a:path>
            </a:pathLst>
          </a:custGeom>
          <a:noFill/>
          <a:ln w="6985" cap="flat">
            <a:solidFill>
              <a:srgbClr val="42949E"/>
            </a:solidFill>
            <a:custDash>
              <a:ds d="220000" sp="120000"/>
            </a:custDash>
            <a:round/>
          </a:ln>
        </p:spPr>
      </p:sp>
      <p:sp>
        <p:nvSpPr>
          <p:cNvPr id="1015" name="Shape 1015"/>
          <p:cNvSpPr/>
          <p:nvPr/>
        </p:nvSpPr>
        <p:spPr>
          <a:xfrm>
            <a:off x="6108448" y="549956"/>
            <a:ext cx="222601" cy="288072"/>
          </a:xfrm>
          <a:custGeom>
            <a:avLst/>
            <a:gdLst/>
            <a:ahLst/>
            <a:cxnLst/>
            <a:rect l="0" t="0" r="r" b="b"/>
            <a:pathLst>
              <a:path w="222601" h="288072" fill="none">
                <a:moveTo>
                  <a:pt x="0" y="0"/>
                </a:moveTo>
                <a:lnTo>
                  <a:pt x="222601" y="288073"/>
                </a:lnTo>
              </a:path>
            </a:pathLst>
          </a:custGeom>
          <a:noFill/>
          <a:ln w="6985" cap="flat">
            <a:solidFill>
              <a:srgbClr val="42949E"/>
            </a:solidFill>
            <a:custDash>
              <a:ds d="220000" sp="120000"/>
            </a:custDash>
            <a:round/>
          </a:ln>
        </p:spPr>
      </p:sp>
      <p:sp>
        <p:nvSpPr>
          <p:cNvPr id="1016" name="Shape 1016"/>
          <p:cNvSpPr/>
          <p:nvPr/>
        </p:nvSpPr>
        <p:spPr>
          <a:xfrm>
            <a:off x="6108448" y="549956"/>
            <a:ext cx="222601" cy="288072"/>
          </a:xfrm>
          <a:custGeom>
            <a:avLst/>
            <a:gdLst/>
            <a:ahLst/>
            <a:cxnLst/>
            <a:rect l="0" t="0" r="r" b="b"/>
            <a:pathLst>
              <a:path w="222601" h="288072" fill="none">
                <a:moveTo>
                  <a:pt x="0" y="0"/>
                </a:moveTo>
                <a:lnTo>
                  <a:pt x="222601" y="288073"/>
                </a:lnTo>
              </a:path>
            </a:pathLst>
          </a:custGeom>
          <a:noFill/>
          <a:ln w="6985" cap="flat">
            <a:solidFill>
              <a:srgbClr val="42949E"/>
            </a:solidFill>
            <a:custDash>
              <a:ds d="220000" sp="120000"/>
            </a:custDash>
            <a:round/>
          </a:ln>
        </p:spPr>
      </p:sp>
      <p:sp>
        <p:nvSpPr>
          <p:cNvPr id="1017" name="Shape 1017"/>
          <p:cNvSpPr/>
          <p:nvPr/>
        </p:nvSpPr>
        <p:spPr>
          <a:xfrm>
            <a:off x="4975799" y="838029"/>
            <a:ext cx="111300" cy="301166"/>
          </a:xfrm>
          <a:custGeom>
            <a:avLst/>
            <a:gdLst/>
            <a:ahLst/>
            <a:cxnLst/>
            <a:rect l="0" t="0" r="r" b="b"/>
            <a:pathLst>
              <a:path w="111300" h="301166" fill="none">
                <a:moveTo>
                  <a:pt x="111300" y="301167"/>
                </a:moveTo>
                <a:lnTo>
                  <a:pt x="0" y="0"/>
                </a:lnTo>
              </a:path>
            </a:pathLst>
          </a:custGeom>
          <a:noFill/>
          <a:ln w="6985" cap="flat">
            <a:solidFill>
              <a:srgbClr val="9A4D8E"/>
            </a:solidFill>
            <a:custDash>
              <a:ds d="220000" sp="120000"/>
            </a:custDash>
            <a:round/>
          </a:ln>
        </p:spPr>
      </p:sp>
      <p:sp>
        <p:nvSpPr>
          <p:cNvPr id="1018" name="Shape 1018"/>
          <p:cNvSpPr/>
          <p:nvPr/>
        </p:nvSpPr>
        <p:spPr>
          <a:xfrm>
            <a:off x="5087099" y="838029"/>
            <a:ext cx="114574" cy="301166"/>
          </a:xfrm>
          <a:custGeom>
            <a:avLst/>
            <a:gdLst/>
            <a:ahLst/>
            <a:cxnLst/>
            <a:rect l="0" t="0" r="r" b="b"/>
            <a:pathLst>
              <a:path w="114574" h="301166" fill="none">
                <a:moveTo>
                  <a:pt x="0" y="301167"/>
                </a:moveTo>
                <a:lnTo>
                  <a:pt x="114575" y="0"/>
                </a:lnTo>
              </a:path>
            </a:pathLst>
          </a:custGeom>
          <a:noFill/>
          <a:ln w="6985" cap="flat">
            <a:solidFill>
              <a:srgbClr val="9A4D8E"/>
            </a:solidFill>
            <a:custDash>
              <a:ds d="220000" sp="120000"/>
            </a:custDash>
            <a:round/>
          </a:ln>
        </p:spPr>
      </p:sp>
      <p:sp>
        <p:nvSpPr>
          <p:cNvPr id="1019" name="Shape 1019"/>
          <p:cNvSpPr/>
          <p:nvPr/>
        </p:nvSpPr>
        <p:spPr>
          <a:xfrm>
            <a:off x="5427549" y="838029"/>
            <a:ext cx="1" cy="301166"/>
          </a:xfrm>
          <a:custGeom>
            <a:avLst/>
            <a:gdLst/>
            <a:ahLst/>
            <a:cxnLst/>
            <a:rect l="0" t="0" r="r" b="b"/>
            <a:pathLst>
              <a:path w="1" h="301166" fill="none">
                <a:moveTo>
                  <a:pt x="0" y="301167"/>
                </a:moveTo>
                <a:lnTo>
                  <a:pt x="0" y="0"/>
                </a:lnTo>
              </a:path>
            </a:pathLst>
          </a:custGeom>
          <a:noFill/>
          <a:ln w="6985" cap="flat">
            <a:solidFill>
              <a:srgbClr val="9A4D8E"/>
            </a:solidFill>
            <a:custDash>
              <a:ds d="220000" sp="120000"/>
            </a:custDash>
            <a:round/>
          </a:ln>
        </p:spPr>
      </p:sp>
      <p:sp>
        <p:nvSpPr>
          <p:cNvPr id="1020" name="Shape 1020"/>
          <p:cNvSpPr/>
          <p:nvPr/>
        </p:nvSpPr>
        <p:spPr>
          <a:xfrm>
            <a:off x="5427549" y="838029"/>
            <a:ext cx="225875" cy="301166"/>
          </a:xfrm>
          <a:custGeom>
            <a:avLst/>
            <a:gdLst/>
            <a:ahLst/>
            <a:cxnLst/>
            <a:rect l="0" t="0" r="r" b="b"/>
            <a:pathLst>
              <a:path w="225875" h="301166" fill="none">
                <a:moveTo>
                  <a:pt x="0" y="301167"/>
                </a:moveTo>
                <a:lnTo>
                  <a:pt x="225875" y="0"/>
                </a:lnTo>
              </a:path>
            </a:pathLst>
          </a:custGeom>
          <a:noFill/>
          <a:ln w="6985" cap="flat">
            <a:solidFill>
              <a:srgbClr val="9A4D8E"/>
            </a:solidFill>
            <a:custDash>
              <a:ds d="220000" sp="120000"/>
            </a:custDash>
            <a:round/>
          </a:ln>
        </p:spPr>
      </p:sp>
      <p:sp>
        <p:nvSpPr>
          <p:cNvPr id="1021" name="Shape 1021"/>
          <p:cNvSpPr/>
          <p:nvPr/>
        </p:nvSpPr>
        <p:spPr>
          <a:xfrm>
            <a:off x="5767998" y="838029"/>
            <a:ext cx="111300" cy="301166"/>
          </a:xfrm>
          <a:custGeom>
            <a:avLst/>
            <a:gdLst/>
            <a:ahLst/>
            <a:cxnLst/>
            <a:rect l="0" t="0" r="r" b="b"/>
            <a:pathLst>
              <a:path w="111300" h="301166" fill="none">
                <a:moveTo>
                  <a:pt x="0" y="301167"/>
                </a:moveTo>
                <a:lnTo>
                  <a:pt x="111301" y="0"/>
                </a:lnTo>
              </a:path>
            </a:pathLst>
          </a:custGeom>
          <a:noFill/>
          <a:ln w="6985" cap="flat">
            <a:solidFill>
              <a:srgbClr val="9A4D8E"/>
            </a:solidFill>
            <a:custDash>
              <a:ds d="220000" sp="120000"/>
            </a:custDash>
            <a:round/>
          </a:ln>
        </p:spPr>
      </p:sp>
      <p:sp>
        <p:nvSpPr>
          <p:cNvPr id="1022" name="Shape 1022"/>
          <p:cNvSpPr/>
          <p:nvPr/>
        </p:nvSpPr>
        <p:spPr>
          <a:xfrm>
            <a:off x="5767998" y="838029"/>
            <a:ext cx="337175" cy="301166"/>
          </a:xfrm>
          <a:custGeom>
            <a:avLst/>
            <a:gdLst/>
            <a:ahLst/>
            <a:cxnLst/>
            <a:rect l="0" t="0" r="r" b="b"/>
            <a:pathLst>
              <a:path w="337175" h="301166" fill="none">
                <a:moveTo>
                  <a:pt x="0" y="301167"/>
                </a:moveTo>
                <a:lnTo>
                  <a:pt x="337176" y="0"/>
                </a:lnTo>
              </a:path>
            </a:pathLst>
          </a:custGeom>
          <a:noFill/>
          <a:ln w="6985" cap="flat">
            <a:solidFill>
              <a:srgbClr val="9A4D8E"/>
            </a:solidFill>
            <a:custDash>
              <a:ds d="220000" sp="120000"/>
            </a:custDash>
            <a:round/>
          </a:ln>
        </p:spPr>
      </p:sp>
      <p:sp>
        <p:nvSpPr>
          <p:cNvPr id="1023" name="Shape 1023"/>
          <p:cNvSpPr/>
          <p:nvPr/>
        </p:nvSpPr>
        <p:spPr>
          <a:xfrm>
            <a:off x="6108448" y="838029"/>
            <a:ext cx="222601" cy="301166"/>
          </a:xfrm>
          <a:custGeom>
            <a:avLst/>
            <a:gdLst/>
            <a:ahLst/>
            <a:cxnLst/>
            <a:rect l="0" t="0" r="r" b="b"/>
            <a:pathLst>
              <a:path w="222601" h="301166" fill="none">
                <a:moveTo>
                  <a:pt x="0" y="301167"/>
                </a:moveTo>
                <a:lnTo>
                  <a:pt x="222601" y="0"/>
                </a:lnTo>
              </a:path>
            </a:pathLst>
          </a:custGeom>
          <a:noFill/>
          <a:ln w="6985" cap="flat">
            <a:solidFill>
              <a:srgbClr val="9A4D8E"/>
            </a:solidFill>
            <a:custDash>
              <a:ds d="220000" sp="120000"/>
            </a:custDash>
            <a:round/>
          </a:ln>
        </p:spPr>
      </p:sp>
      <p:sp>
        <p:nvSpPr>
          <p:cNvPr id="1024" name="Shape 1024"/>
          <p:cNvSpPr/>
          <p:nvPr/>
        </p:nvSpPr>
        <p:spPr>
          <a:xfrm>
            <a:off x="6108448" y="838029"/>
            <a:ext cx="222601" cy="301166"/>
          </a:xfrm>
          <a:custGeom>
            <a:avLst/>
            <a:gdLst/>
            <a:ahLst/>
            <a:cxnLst/>
            <a:rect l="0" t="0" r="r" b="b"/>
            <a:pathLst>
              <a:path w="222601" h="301166" fill="none">
                <a:moveTo>
                  <a:pt x="0" y="301167"/>
                </a:moveTo>
                <a:lnTo>
                  <a:pt x="222601" y="0"/>
                </a:lnTo>
              </a:path>
            </a:pathLst>
          </a:custGeom>
          <a:noFill/>
          <a:ln w="6985" cap="flat">
            <a:solidFill>
              <a:srgbClr val="9A4D8E"/>
            </a:solidFill>
            <a:custDash>
              <a:ds d="220000" sp="120000"/>
            </a:custDash>
            <a:round/>
          </a:ln>
        </p:spPr>
      </p:sp>
      <p:sp>
        <p:nvSpPr>
          <p:cNvPr id="1025" name="Shape 1025"/>
          <p:cNvSpPr/>
          <p:nvPr/>
        </p:nvSpPr>
        <p:spPr>
          <a:xfrm>
            <a:off x="5087099" y="549956"/>
            <a:ext cx="1021348" cy="1"/>
          </a:xfrm>
          <a:custGeom>
            <a:avLst/>
            <a:gdLst/>
            <a:ahLst/>
            <a:cxnLst/>
            <a:rect l="0" t="0" r="r" b="b"/>
            <a:pathLst>
              <a:path w="1021348" h="1" fill="none">
                <a:moveTo>
                  <a:pt x="0" y="0"/>
                </a:moveTo>
                <a:lnTo>
                  <a:pt x="340450" y="0"/>
                </a:lnTo>
                <a:lnTo>
                  <a:pt x="680899" y="0"/>
                </a:lnTo>
                <a:lnTo>
                  <a:pt x="1021349" y="0"/>
                </a:lnTo>
              </a:path>
            </a:pathLst>
          </a:custGeom>
          <a:noFill/>
          <a:ln w="6350" cap="flat">
            <a:solidFill>
              <a:srgbClr val="42949E"/>
            </a:solidFill>
            <a:custDash>
              <a:ds d="60000" sp="100000"/>
            </a:custDash>
            <a:round/>
          </a:ln>
        </p:spPr>
      </p:sp>
      <p:sp>
        <p:nvSpPr>
          <p:cNvPr id="1026" name="Shape 1026"/>
          <p:cNvSpPr/>
          <p:nvPr/>
        </p:nvSpPr>
        <p:spPr>
          <a:xfrm>
            <a:off x="5087099" y="1139196"/>
            <a:ext cx="1021348" cy="1"/>
          </a:xfrm>
          <a:custGeom>
            <a:avLst/>
            <a:gdLst/>
            <a:ahLst/>
            <a:cxnLst/>
            <a:rect l="0" t="0" r="r" b="b"/>
            <a:pathLst>
              <a:path w="1021348" h="1" fill="none">
                <a:moveTo>
                  <a:pt x="0" y="0"/>
                </a:moveTo>
                <a:lnTo>
                  <a:pt x="340450" y="0"/>
                </a:lnTo>
                <a:lnTo>
                  <a:pt x="680899" y="0"/>
                </a:lnTo>
                <a:lnTo>
                  <a:pt x="1021349" y="0"/>
                </a:lnTo>
              </a:path>
            </a:pathLst>
          </a:custGeom>
          <a:noFill/>
          <a:ln w="6350" cap="flat">
            <a:solidFill>
              <a:srgbClr val="9A4D8E"/>
            </a:solidFill>
            <a:custDash>
              <a:ds d="60000" sp="100000"/>
            </a:custDash>
            <a:round/>
          </a:ln>
        </p:spPr>
      </p:sp>
      <p:sp>
        <p:nvSpPr>
          <p:cNvPr id="1027" name="Shape 1027"/>
          <p:cNvSpPr/>
          <p:nvPr/>
        </p:nvSpPr>
        <p:spPr>
          <a:xfrm>
            <a:off x="4913601" y="838029"/>
            <a:ext cx="62197" cy="114574"/>
          </a:xfrm>
          <a:custGeom>
            <a:avLst/>
            <a:gdLst/>
            <a:ahLst/>
            <a:cxnLst/>
            <a:rect l="0" t="0" r="r" b="b"/>
            <a:pathLst>
              <a:path w="62197" h="114574" fill="none">
                <a:moveTo>
                  <a:pt x="0" y="114574"/>
                </a:moveTo>
                <a:lnTo>
                  <a:pt x="62198" y="0"/>
                </a:lnTo>
              </a:path>
            </a:pathLst>
          </a:custGeom>
          <a:noFill/>
          <a:ln w="5715" cap="sq">
            <a:solidFill>
              <a:srgbClr val="B0B0B0"/>
            </a:solidFill>
            <a:round/>
          </a:ln>
        </p:spPr>
      </p:sp>
      <p:sp>
        <p:nvSpPr>
          <p:cNvPr id="1028" name="Shape 1028"/>
          <p:cNvSpPr/>
          <p:nvPr/>
        </p:nvSpPr>
        <p:spPr>
          <a:xfrm>
            <a:off x="4975799" y="838029"/>
            <a:ext cx="62197" cy="114574"/>
          </a:xfrm>
          <a:custGeom>
            <a:avLst/>
            <a:gdLst/>
            <a:ahLst/>
            <a:cxnLst/>
            <a:rect l="0" t="0" r="r" b="b"/>
            <a:pathLst>
              <a:path w="62197" h="114574" fill="none">
                <a:moveTo>
                  <a:pt x="62197" y="114574"/>
                </a:moveTo>
                <a:lnTo>
                  <a:pt x="0" y="0"/>
                </a:lnTo>
              </a:path>
            </a:pathLst>
          </a:custGeom>
          <a:noFill/>
          <a:ln w="5715" cap="sq">
            <a:solidFill>
              <a:srgbClr val="B0B0B0"/>
            </a:solidFill>
            <a:round/>
          </a:ln>
        </p:spPr>
      </p:sp>
      <p:sp>
        <p:nvSpPr>
          <p:cNvPr id="1029" name="Shape 1029"/>
          <p:cNvSpPr/>
          <p:nvPr/>
        </p:nvSpPr>
        <p:spPr>
          <a:xfrm>
            <a:off x="5139476" y="838029"/>
            <a:ext cx="62197" cy="114574"/>
          </a:xfrm>
          <a:custGeom>
            <a:avLst/>
            <a:gdLst/>
            <a:ahLst/>
            <a:cxnLst/>
            <a:rect l="0" t="0" r="r" b="b"/>
            <a:pathLst>
              <a:path w="62197" h="114574" fill="none">
                <a:moveTo>
                  <a:pt x="0" y="114574"/>
                </a:moveTo>
                <a:lnTo>
                  <a:pt x="62198" y="0"/>
                </a:lnTo>
              </a:path>
            </a:pathLst>
          </a:custGeom>
          <a:noFill/>
          <a:ln w="5715" cap="sq">
            <a:solidFill>
              <a:srgbClr val="B0B0B0"/>
            </a:solidFill>
            <a:round/>
          </a:ln>
        </p:spPr>
      </p:sp>
      <p:sp>
        <p:nvSpPr>
          <p:cNvPr id="1030" name="Shape 1030"/>
          <p:cNvSpPr/>
          <p:nvPr/>
        </p:nvSpPr>
        <p:spPr>
          <a:xfrm>
            <a:off x="5201674" y="838029"/>
            <a:ext cx="62197" cy="114574"/>
          </a:xfrm>
          <a:custGeom>
            <a:avLst/>
            <a:gdLst/>
            <a:ahLst/>
            <a:cxnLst/>
            <a:rect l="0" t="0" r="r" b="b"/>
            <a:pathLst>
              <a:path w="62197" h="114574" fill="none">
                <a:moveTo>
                  <a:pt x="62197" y="114574"/>
                </a:moveTo>
                <a:lnTo>
                  <a:pt x="0" y="0"/>
                </a:lnTo>
              </a:path>
            </a:pathLst>
          </a:custGeom>
          <a:noFill/>
          <a:ln w="5715" cap="sq">
            <a:solidFill>
              <a:srgbClr val="B0B0B0"/>
            </a:solidFill>
            <a:round/>
          </a:ln>
        </p:spPr>
      </p:sp>
      <p:sp>
        <p:nvSpPr>
          <p:cNvPr id="1031" name="Shape 1031"/>
          <p:cNvSpPr/>
          <p:nvPr/>
        </p:nvSpPr>
        <p:spPr>
          <a:xfrm>
            <a:off x="5365351" y="838029"/>
            <a:ext cx="62197" cy="114574"/>
          </a:xfrm>
          <a:custGeom>
            <a:avLst/>
            <a:gdLst/>
            <a:ahLst/>
            <a:cxnLst/>
            <a:rect l="0" t="0" r="r" b="b"/>
            <a:pathLst>
              <a:path w="62197" h="114574" fill="none">
                <a:moveTo>
                  <a:pt x="0" y="114574"/>
                </a:moveTo>
                <a:lnTo>
                  <a:pt x="62198" y="0"/>
                </a:lnTo>
              </a:path>
            </a:pathLst>
          </a:custGeom>
          <a:noFill/>
          <a:ln w="5715" cap="sq">
            <a:solidFill>
              <a:srgbClr val="B0B0B0"/>
            </a:solidFill>
            <a:round/>
          </a:ln>
        </p:spPr>
      </p:sp>
      <p:sp>
        <p:nvSpPr>
          <p:cNvPr id="1032" name="Shape 1032"/>
          <p:cNvSpPr/>
          <p:nvPr/>
        </p:nvSpPr>
        <p:spPr>
          <a:xfrm>
            <a:off x="5427549" y="838029"/>
            <a:ext cx="62197" cy="114574"/>
          </a:xfrm>
          <a:custGeom>
            <a:avLst/>
            <a:gdLst/>
            <a:ahLst/>
            <a:cxnLst/>
            <a:rect l="0" t="0" r="r" b="b"/>
            <a:pathLst>
              <a:path w="62197" h="114574" fill="none">
                <a:moveTo>
                  <a:pt x="62197" y="114574"/>
                </a:moveTo>
                <a:lnTo>
                  <a:pt x="0" y="0"/>
                </a:lnTo>
              </a:path>
            </a:pathLst>
          </a:custGeom>
          <a:noFill/>
          <a:ln w="5715" cap="sq">
            <a:solidFill>
              <a:srgbClr val="B0B0B0"/>
            </a:solidFill>
            <a:round/>
          </a:ln>
        </p:spPr>
      </p:sp>
      <p:sp>
        <p:nvSpPr>
          <p:cNvPr id="1033" name="Shape 1033"/>
          <p:cNvSpPr/>
          <p:nvPr/>
        </p:nvSpPr>
        <p:spPr>
          <a:xfrm>
            <a:off x="5591226" y="838029"/>
            <a:ext cx="62197" cy="114574"/>
          </a:xfrm>
          <a:custGeom>
            <a:avLst/>
            <a:gdLst/>
            <a:ahLst/>
            <a:cxnLst/>
            <a:rect l="0" t="0" r="r" b="b"/>
            <a:pathLst>
              <a:path w="62197" h="114574" fill="none">
                <a:moveTo>
                  <a:pt x="0" y="114574"/>
                </a:moveTo>
                <a:lnTo>
                  <a:pt x="62198" y="0"/>
                </a:lnTo>
              </a:path>
            </a:pathLst>
          </a:custGeom>
          <a:noFill/>
          <a:ln w="5715" cap="sq">
            <a:solidFill>
              <a:srgbClr val="B0B0B0"/>
            </a:solidFill>
            <a:round/>
          </a:ln>
        </p:spPr>
      </p:sp>
      <p:sp>
        <p:nvSpPr>
          <p:cNvPr id="1034" name="Shape 1034"/>
          <p:cNvSpPr/>
          <p:nvPr/>
        </p:nvSpPr>
        <p:spPr>
          <a:xfrm>
            <a:off x="5653424" y="838029"/>
            <a:ext cx="62197" cy="114574"/>
          </a:xfrm>
          <a:custGeom>
            <a:avLst/>
            <a:gdLst/>
            <a:ahLst/>
            <a:cxnLst/>
            <a:rect l="0" t="0" r="r" b="b"/>
            <a:pathLst>
              <a:path w="62197" h="114574" fill="none">
                <a:moveTo>
                  <a:pt x="62197" y="114574"/>
                </a:moveTo>
                <a:lnTo>
                  <a:pt x="0" y="0"/>
                </a:lnTo>
              </a:path>
            </a:pathLst>
          </a:custGeom>
          <a:noFill/>
          <a:ln w="5715" cap="sq">
            <a:solidFill>
              <a:srgbClr val="B0B0B0"/>
            </a:solidFill>
            <a:round/>
          </a:ln>
        </p:spPr>
      </p:sp>
      <p:sp>
        <p:nvSpPr>
          <p:cNvPr id="1035" name="Shape 1035"/>
          <p:cNvSpPr/>
          <p:nvPr/>
        </p:nvSpPr>
        <p:spPr>
          <a:xfrm>
            <a:off x="5817101" y="838029"/>
            <a:ext cx="62197" cy="114574"/>
          </a:xfrm>
          <a:custGeom>
            <a:avLst/>
            <a:gdLst/>
            <a:ahLst/>
            <a:cxnLst/>
            <a:rect l="0" t="0" r="r" b="b"/>
            <a:pathLst>
              <a:path w="62197" h="114574" fill="none">
                <a:moveTo>
                  <a:pt x="0" y="114574"/>
                </a:moveTo>
                <a:lnTo>
                  <a:pt x="62198" y="0"/>
                </a:lnTo>
              </a:path>
            </a:pathLst>
          </a:custGeom>
          <a:noFill/>
          <a:ln w="5715" cap="sq">
            <a:solidFill>
              <a:srgbClr val="B0B0B0"/>
            </a:solidFill>
            <a:round/>
          </a:ln>
        </p:spPr>
      </p:sp>
      <p:sp>
        <p:nvSpPr>
          <p:cNvPr id="1036" name="Shape 1036"/>
          <p:cNvSpPr/>
          <p:nvPr/>
        </p:nvSpPr>
        <p:spPr>
          <a:xfrm>
            <a:off x="5879299" y="838029"/>
            <a:ext cx="62197" cy="114574"/>
          </a:xfrm>
          <a:custGeom>
            <a:avLst/>
            <a:gdLst/>
            <a:ahLst/>
            <a:cxnLst/>
            <a:rect l="0" t="0" r="r" b="b"/>
            <a:pathLst>
              <a:path w="62197" h="114574" fill="none">
                <a:moveTo>
                  <a:pt x="62197" y="114574"/>
                </a:moveTo>
                <a:lnTo>
                  <a:pt x="0" y="0"/>
                </a:lnTo>
              </a:path>
            </a:pathLst>
          </a:custGeom>
          <a:noFill/>
          <a:ln w="5715" cap="sq">
            <a:solidFill>
              <a:srgbClr val="B0B0B0"/>
            </a:solidFill>
            <a:round/>
          </a:ln>
        </p:spPr>
      </p:sp>
      <p:sp>
        <p:nvSpPr>
          <p:cNvPr id="1037" name="Shape 1037"/>
          <p:cNvSpPr/>
          <p:nvPr/>
        </p:nvSpPr>
        <p:spPr>
          <a:xfrm>
            <a:off x="6042976" y="838029"/>
            <a:ext cx="62197" cy="114574"/>
          </a:xfrm>
          <a:custGeom>
            <a:avLst/>
            <a:gdLst/>
            <a:ahLst/>
            <a:cxnLst/>
            <a:rect l="0" t="0" r="r" b="b"/>
            <a:pathLst>
              <a:path w="62197" h="114574" fill="none">
                <a:moveTo>
                  <a:pt x="0" y="114574"/>
                </a:moveTo>
                <a:lnTo>
                  <a:pt x="62198" y="0"/>
                </a:lnTo>
              </a:path>
            </a:pathLst>
          </a:custGeom>
          <a:noFill/>
          <a:ln w="5715" cap="sq">
            <a:solidFill>
              <a:srgbClr val="B0B0B0"/>
            </a:solidFill>
            <a:round/>
          </a:ln>
        </p:spPr>
      </p:sp>
      <p:sp>
        <p:nvSpPr>
          <p:cNvPr id="1038" name="Shape 1038"/>
          <p:cNvSpPr/>
          <p:nvPr/>
        </p:nvSpPr>
        <p:spPr>
          <a:xfrm>
            <a:off x="6105174" y="838029"/>
            <a:ext cx="62197" cy="114574"/>
          </a:xfrm>
          <a:custGeom>
            <a:avLst/>
            <a:gdLst/>
            <a:ahLst/>
            <a:cxnLst/>
            <a:rect l="0" t="0" r="r" b="b"/>
            <a:pathLst>
              <a:path w="62197" h="114574" fill="none">
                <a:moveTo>
                  <a:pt x="62197" y="114574"/>
                </a:moveTo>
                <a:lnTo>
                  <a:pt x="0" y="0"/>
                </a:lnTo>
              </a:path>
            </a:pathLst>
          </a:custGeom>
          <a:noFill/>
          <a:ln w="5715" cap="sq">
            <a:solidFill>
              <a:srgbClr val="B0B0B0"/>
            </a:solidFill>
            <a:round/>
          </a:ln>
        </p:spPr>
      </p:sp>
      <p:sp>
        <p:nvSpPr>
          <p:cNvPr id="1039" name="Shape 1039"/>
          <p:cNvSpPr/>
          <p:nvPr/>
        </p:nvSpPr>
        <p:spPr>
          <a:xfrm>
            <a:off x="6268852" y="838029"/>
            <a:ext cx="62197" cy="114574"/>
          </a:xfrm>
          <a:custGeom>
            <a:avLst/>
            <a:gdLst/>
            <a:ahLst/>
            <a:cxnLst/>
            <a:rect l="0" t="0" r="r" b="b"/>
            <a:pathLst>
              <a:path w="62197" h="114574" fill="none">
                <a:moveTo>
                  <a:pt x="0" y="114574"/>
                </a:moveTo>
                <a:lnTo>
                  <a:pt x="62197" y="0"/>
                </a:lnTo>
              </a:path>
            </a:pathLst>
          </a:custGeom>
          <a:noFill/>
          <a:ln w="5715" cap="sq">
            <a:solidFill>
              <a:srgbClr val="B0B0B0"/>
            </a:solidFill>
            <a:round/>
          </a:ln>
        </p:spPr>
      </p:sp>
      <p:sp>
        <p:nvSpPr>
          <p:cNvPr id="1040" name="Shape 1040"/>
          <p:cNvSpPr/>
          <p:nvPr/>
        </p:nvSpPr>
        <p:spPr>
          <a:xfrm>
            <a:off x="6331049" y="838029"/>
            <a:ext cx="62197" cy="114574"/>
          </a:xfrm>
          <a:custGeom>
            <a:avLst/>
            <a:gdLst/>
            <a:ahLst/>
            <a:cxnLst/>
            <a:rect l="0" t="0" r="r" b="b"/>
            <a:pathLst>
              <a:path w="62197" h="114574" fill="none">
                <a:moveTo>
                  <a:pt x="62198" y="114574"/>
                </a:moveTo>
                <a:lnTo>
                  <a:pt x="0" y="0"/>
                </a:lnTo>
              </a:path>
            </a:pathLst>
          </a:custGeom>
          <a:noFill/>
          <a:ln w="5715" cap="sq">
            <a:solidFill>
              <a:srgbClr val="B0B0B0"/>
            </a:solidFill>
            <a:round/>
          </a:ln>
        </p:spPr>
      </p:sp>
      <p:sp>
        <p:nvSpPr>
          <p:cNvPr id="1041" name="Shape 1041"/>
          <p:cNvSpPr/>
          <p:nvPr/>
        </p:nvSpPr>
        <p:spPr>
          <a:xfrm>
            <a:off x="4871045" y="739822"/>
            <a:ext cx="104753" cy="98206"/>
          </a:xfrm>
          <a:custGeom>
            <a:avLst/>
            <a:gdLst/>
            <a:ahLst/>
            <a:cxnLst/>
            <a:rect l="0" t="0" r="r" b="b"/>
            <a:pathLst>
              <a:path w="104753" h="98206" fill="none">
                <a:moveTo>
                  <a:pt x="0" y="0"/>
                </a:moveTo>
                <a:lnTo>
                  <a:pt x="104754" y="98207"/>
                </a:lnTo>
              </a:path>
            </a:pathLst>
          </a:custGeom>
          <a:noFill/>
          <a:ln w="5715" cap="sq">
            <a:solidFill>
              <a:srgbClr val="B0B0B0"/>
            </a:solidFill>
            <a:round/>
          </a:ln>
        </p:spPr>
      </p:sp>
      <p:sp>
        <p:nvSpPr>
          <p:cNvPr id="1042" name="Shape 1042"/>
          <p:cNvSpPr/>
          <p:nvPr/>
        </p:nvSpPr>
        <p:spPr>
          <a:xfrm>
            <a:off x="6331049" y="739822"/>
            <a:ext cx="104753" cy="98206"/>
          </a:xfrm>
          <a:custGeom>
            <a:avLst/>
            <a:gdLst/>
            <a:ahLst/>
            <a:cxnLst/>
            <a:rect l="0" t="0" r="r" b="b"/>
            <a:pathLst>
              <a:path w="104753" h="98206" fill="none">
                <a:moveTo>
                  <a:pt x="104754" y="0"/>
                </a:moveTo>
                <a:lnTo>
                  <a:pt x="0" y="98207"/>
                </a:lnTo>
              </a:path>
            </a:pathLst>
          </a:custGeom>
          <a:noFill/>
          <a:ln w="5715" cap="sq">
            <a:solidFill>
              <a:srgbClr val="B0B0B0"/>
            </a:solidFill>
            <a:round/>
          </a:ln>
        </p:spPr>
      </p:sp>
      <p:sp>
        <p:nvSpPr>
          <p:cNvPr id="1043" name="Shape 1043"/>
          <p:cNvSpPr/>
          <p:nvPr/>
        </p:nvSpPr>
        <p:spPr>
          <a:xfrm>
            <a:off x="5594500" y="713634"/>
            <a:ext cx="58923" cy="124394"/>
          </a:xfrm>
          <a:custGeom>
            <a:avLst/>
            <a:gdLst/>
            <a:ahLst/>
            <a:cxnLst/>
            <a:rect l="0" t="0" r="r" b="b"/>
            <a:pathLst>
              <a:path w="58923" h="124394" fill="none">
                <a:moveTo>
                  <a:pt x="0" y="0"/>
                </a:moveTo>
                <a:lnTo>
                  <a:pt x="58924" y="124395"/>
                </a:lnTo>
              </a:path>
            </a:pathLst>
          </a:custGeom>
          <a:noFill/>
          <a:ln w="5715" cap="sq">
            <a:solidFill>
              <a:srgbClr val="B0B0B0"/>
            </a:solidFill>
            <a:round/>
          </a:ln>
        </p:spPr>
      </p:sp>
      <p:sp>
        <p:nvSpPr>
          <p:cNvPr id="1044" name="Shape 1044"/>
          <p:cNvSpPr/>
          <p:nvPr/>
        </p:nvSpPr>
        <p:spPr>
          <a:xfrm>
            <a:off x="5653424" y="713634"/>
            <a:ext cx="58923" cy="124394"/>
          </a:xfrm>
          <a:custGeom>
            <a:avLst/>
            <a:gdLst/>
            <a:ahLst/>
            <a:cxnLst/>
            <a:rect l="0" t="0" r="r" b="b"/>
            <a:pathLst>
              <a:path w="58923" h="124394" fill="none">
                <a:moveTo>
                  <a:pt x="58924" y="0"/>
                </a:moveTo>
                <a:lnTo>
                  <a:pt x="0" y="124395"/>
                </a:lnTo>
              </a:path>
            </a:pathLst>
          </a:custGeom>
          <a:noFill/>
          <a:ln w="5715" cap="sq">
            <a:solidFill>
              <a:srgbClr val="B0B0B0"/>
            </a:solidFill>
            <a:round/>
          </a:ln>
        </p:spPr>
      </p:sp>
      <p:sp>
        <p:nvSpPr>
          <p:cNvPr id="1045" name="Shape 1045"/>
          <p:cNvSpPr/>
          <p:nvPr/>
        </p:nvSpPr>
        <p:spPr>
          <a:xfrm>
            <a:off x="257251" y="2095073"/>
            <a:ext cx="6158910" cy="1562160"/>
          </a:xfrm>
          <a:custGeom>
            <a:avLst/>
            <a:gdLst/>
            <a:ahLst/>
            <a:cxnLst/>
            <a:rect l="0" t="0" r="r" b="b"/>
            <a:pathLst>
              <a:path w="6158910" h="1562160">
                <a:moveTo>
                  <a:pt x="5268504" y="1374892"/>
                </a:moveTo>
                <a:lnTo>
                  <a:pt x="6132722" y="1374892"/>
                </a:lnTo>
                <a:quadBezTo>
                  <a:pt x="6158910" y="1374892"/>
                  <a:pt x="6158910" y="1348703"/>
                </a:quadBezTo>
                <a:lnTo>
                  <a:pt x="6158910" y="26188"/>
                </a:lnTo>
                <a:quadBezTo>
                  <a:pt x="6158910" y="0"/>
                  <a:pt x="6132722" y="0"/>
                </a:quadBezTo>
                <a:lnTo>
                  <a:pt x="5268504" y="0"/>
                </a:lnTo>
                <a:quadBezTo>
                  <a:pt x="5242316" y="0"/>
                  <a:pt x="5242316" y="26188"/>
                </a:quadBezTo>
                <a:lnTo>
                  <a:pt x="5242316" y="1348703"/>
                </a:lnTo>
                <a:quadBezTo>
                  <a:pt x="5242316" y="1374892"/>
                  <a:pt x="5268504" y="1374892"/>
                </a:quadBezTo>
                <a:close/>
              </a:path>
            </a:pathLst>
          </a:custGeom>
          <a:solidFill>
            <a:srgbClr val="FFFFFF"/>
          </a:solidFill>
          <a:ln w="10160" cap="flat">
            <a:solidFill>
              <a:srgbClr val="3775BA"/>
            </a:solidFill>
            <a:miter/>
          </a:ln>
        </p:spPr>
      </p:sp>
      <p:sp>
        <p:nvSpPr>
          <p:cNvPr id="1046" name="Shape 1046"/>
          <p:cNvSpPr/>
          <p:nvPr/>
        </p:nvSpPr>
        <p:spPr>
          <a:xfrm>
            <a:off x="6010241" y="2370051"/>
            <a:ext cx="144036" cy="353543"/>
          </a:xfrm>
          <a:custGeom>
            <a:avLst/>
            <a:gdLst/>
            <a:ahLst/>
            <a:cxnLst/>
            <a:rect l="0" t="0" r="r" b="b"/>
            <a:pathLst>
              <a:path w="144036" h="353543" fill="none">
                <a:moveTo>
                  <a:pt x="0" y="0"/>
                </a:moveTo>
                <a:lnTo>
                  <a:pt x="144036" y="353544"/>
                </a:lnTo>
              </a:path>
            </a:pathLst>
          </a:custGeom>
          <a:noFill/>
          <a:ln w="5715" cap="sq">
            <a:solidFill>
              <a:srgbClr val="9CB9DD"/>
            </a:solidFill>
            <a:round/>
          </a:ln>
        </p:spPr>
      </p:sp>
      <p:sp>
        <p:nvSpPr>
          <p:cNvPr id="1047" name="Shape 1047"/>
          <p:cNvSpPr/>
          <p:nvPr/>
        </p:nvSpPr>
        <p:spPr>
          <a:xfrm>
            <a:off x="6010241" y="2510814"/>
            <a:ext cx="144036" cy="212780"/>
          </a:xfrm>
          <a:custGeom>
            <a:avLst/>
            <a:gdLst/>
            <a:ahLst/>
            <a:cxnLst/>
            <a:rect l="0" t="0" r="r" b="b"/>
            <a:pathLst>
              <a:path w="144036" h="212780" fill="none">
                <a:moveTo>
                  <a:pt x="0" y="0"/>
                </a:moveTo>
                <a:lnTo>
                  <a:pt x="144036" y="212781"/>
                </a:lnTo>
              </a:path>
            </a:pathLst>
          </a:custGeom>
          <a:noFill/>
          <a:ln w="5715" cap="sq">
            <a:solidFill>
              <a:srgbClr val="9CB9DD"/>
            </a:solidFill>
            <a:round/>
          </a:ln>
        </p:spPr>
      </p:sp>
      <p:sp>
        <p:nvSpPr>
          <p:cNvPr id="1048" name="Shape 1048"/>
          <p:cNvSpPr/>
          <p:nvPr/>
        </p:nvSpPr>
        <p:spPr>
          <a:xfrm>
            <a:off x="6010241" y="2651577"/>
            <a:ext cx="144036" cy="72018"/>
          </a:xfrm>
          <a:custGeom>
            <a:avLst/>
            <a:gdLst/>
            <a:ahLst/>
            <a:cxnLst/>
            <a:rect l="0" t="0" r="r" b="b"/>
            <a:pathLst>
              <a:path w="144036" h="72018" fill="none">
                <a:moveTo>
                  <a:pt x="0" y="0"/>
                </a:moveTo>
                <a:lnTo>
                  <a:pt x="144036" y="72018"/>
                </a:lnTo>
              </a:path>
            </a:pathLst>
          </a:custGeom>
          <a:noFill/>
          <a:ln w="5715" cap="sq">
            <a:solidFill>
              <a:srgbClr val="9CB9DD"/>
            </a:solidFill>
            <a:round/>
          </a:ln>
        </p:spPr>
      </p:sp>
      <p:sp>
        <p:nvSpPr>
          <p:cNvPr id="1049" name="Shape 1049"/>
          <p:cNvSpPr/>
          <p:nvPr/>
        </p:nvSpPr>
        <p:spPr>
          <a:xfrm>
            <a:off x="6010241" y="2723595"/>
            <a:ext cx="144036" cy="68744"/>
          </a:xfrm>
          <a:custGeom>
            <a:avLst/>
            <a:gdLst/>
            <a:ahLst/>
            <a:cxnLst/>
            <a:rect l="0" t="0" r="r" b="b"/>
            <a:pathLst>
              <a:path w="144036" h="68744" fill="none">
                <a:moveTo>
                  <a:pt x="0" y="68744"/>
                </a:moveTo>
                <a:lnTo>
                  <a:pt x="144036" y="0"/>
                </a:lnTo>
              </a:path>
            </a:pathLst>
          </a:custGeom>
          <a:noFill/>
          <a:ln w="5715" cap="sq">
            <a:solidFill>
              <a:srgbClr val="9CB9DD"/>
            </a:solidFill>
            <a:round/>
          </a:ln>
        </p:spPr>
      </p:sp>
      <p:sp>
        <p:nvSpPr>
          <p:cNvPr id="1050" name="Shape 1050"/>
          <p:cNvSpPr/>
          <p:nvPr/>
        </p:nvSpPr>
        <p:spPr>
          <a:xfrm>
            <a:off x="6010241" y="2723595"/>
            <a:ext cx="144036" cy="209507"/>
          </a:xfrm>
          <a:custGeom>
            <a:avLst/>
            <a:gdLst/>
            <a:ahLst/>
            <a:cxnLst/>
            <a:rect l="0" t="0" r="r" b="b"/>
            <a:pathLst>
              <a:path w="144036" h="209507" fill="none">
                <a:moveTo>
                  <a:pt x="0" y="209507"/>
                </a:moveTo>
                <a:lnTo>
                  <a:pt x="144036" y="0"/>
                </a:lnTo>
              </a:path>
            </a:pathLst>
          </a:custGeom>
          <a:noFill/>
          <a:ln w="5715" cap="sq">
            <a:solidFill>
              <a:srgbClr val="9CB9DD"/>
            </a:solidFill>
            <a:round/>
          </a:ln>
        </p:spPr>
      </p:sp>
      <p:sp>
        <p:nvSpPr>
          <p:cNvPr id="1051" name="Shape 1051"/>
          <p:cNvSpPr/>
          <p:nvPr/>
        </p:nvSpPr>
        <p:spPr>
          <a:xfrm>
            <a:off x="6010241" y="2723595"/>
            <a:ext cx="144036" cy="350270"/>
          </a:xfrm>
          <a:custGeom>
            <a:avLst/>
            <a:gdLst/>
            <a:ahLst/>
            <a:cxnLst/>
            <a:rect l="0" t="0" r="r" b="b"/>
            <a:pathLst>
              <a:path w="144036" h="350270" fill="none">
                <a:moveTo>
                  <a:pt x="0" y="350270"/>
                </a:moveTo>
                <a:lnTo>
                  <a:pt x="144036" y="0"/>
                </a:lnTo>
              </a:path>
            </a:pathLst>
          </a:custGeom>
          <a:noFill/>
          <a:ln w="5715" cap="sq">
            <a:solidFill>
              <a:srgbClr val="9CB9DD"/>
            </a:solidFill>
            <a:round/>
          </a:ln>
        </p:spPr>
      </p:sp>
      <p:sp>
        <p:nvSpPr>
          <p:cNvPr id="1052" name="Shape 1052"/>
          <p:cNvSpPr/>
          <p:nvPr/>
        </p:nvSpPr>
        <p:spPr>
          <a:xfrm>
            <a:off x="126187" y="2095073"/>
            <a:ext cx="5209702" cy="1562160"/>
          </a:xfrm>
          <a:custGeom>
            <a:avLst/>
            <a:gdLst/>
            <a:ahLst/>
            <a:cxnLst/>
            <a:rect l="0" t="0" r="r" b="b"/>
            <a:pathLst>
              <a:path w="5209702" h="1562160" fill="none">
                <a:moveTo>
                  <a:pt x="2584314" y="1374892"/>
                </a:moveTo>
                <a:lnTo>
                  <a:pt x="5183514" y="1374892"/>
                </a:lnTo>
                <a:quadBezTo>
                  <a:pt x="5209702" y="1374892"/>
                  <a:pt x="5209702" y="1348703"/>
                </a:quadBezTo>
                <a:lnTo>
                  <a:pt x="5209702" y="26188"/>
                </a:lnTo>
                <a:quadBezTo>
                  <a:pt x="5209702" y="0"/>
                  <a:pt x="5183514" y="0"/>
                </a:quadBezTo>
                <a:lnTo>
                  <a:pt x="2584314" y="0"/>
                </a:lnTo>
                <a:quadBezTo>
                  <a:pt x="2558125" y="0"/>
                  <a:pt x="2558125" y="26188"/>
                </a:quadBezTo>
                <a:lnTo>
                  <a:pt x="2558125" y="1348703"/>
                </a:lnTo>
                <a:quadBezTo>
                  <a:pt x="2558125" y="1374892"/>
                  <a:pt x="2584314" y="1374892"/>
                </a:quadBezTo>
                <a:close/>
              </a:path>
            </a:pathLst>
          </a:custGeom>
          <a:noFill/>
          <a:ln w="10160" cap="flat">
            <a:solidFill>
              <a:srgbClr val="3775BA"/>
            </a:solidFill>
            <a:custDash>
              <a:ds d="300000" sp="160000"/>
            </a:custDash>
            <a:miter/>
          </a:ln>
        </p:spPr>
      </p:sp>
      <p:sp>
        <p:nvSpPr>
          <p:cNvPr id="1053" name="Shape 1053"/>
          <p:cNvSpPr/>
          <p:nvPr/>
        </p:nvSpPr>
        <p:spPr>
          <a:xfrm>
            <a:off x="5276965" y="2723595"/>
            <a:ext cx="65471" cy="1"/>
          </a:xfrm>
          <a:custGeom>
            <a:avLst/>
            <a:gdLst/>
            <a:ahLst/>
            <a:cxnLst/>
            <a:rect l="0" t="0" r="r" b="b"/>
            <a:pathLst>
              <a:path w="65471" h="1" fill="none">
                <a:moveTo>
                  <a:pt x="65471" y="0"/>
                </a:moveTo>
                <a:lnTo>
                  <a:pt x="0" y="0"/>
                </a:lnTo>
              </a:path>
            </a:pathLst>
          </a:custGeom>
          <a:noFill/>
          <a:ln w="11430" cap="sq">
            <a:solidFill>
              <a:srgbClr val="4D4D4D"/>
            </a:solidFill>
            <a:round/>
          </a:ln>
        </p:spPr>
      </p:sp>
      <p:sp>
        <p:nvSpPr>
          <p:cNvPr id="1054" name="Shape 1054"/>
          <p:cNvSpPr/>
          <p:nvPr/>
        </p:nvSpPr>
        <p:spPr>
          <a:xfrm>
            <a:off x="5276965" y="2671218"/>
            <a:ext cx="1" cy="628521"/>
          </a:xfrm>
          <a:custGeom>
            <a:avLst/>
            <a:gdLst/>
            <a:ahLst/>
            <a:cxnLst/>
            <a:rect l="0" t="0" r="r" b="b"/>
            <a:pathLst>
              <a:path w="1" h="628521" fill="none">
                <a:moveTo>
                  <a:pt x="0" y="628522"/>
                </a:moveTo>
                <a:lnTo>
                  <a:pt x="0" y="0"/>
                </a:lnTo>
              </a:path>
            </a:pathLst>
          </a:custGeom>
          <a:noFill/>
          <a:ln w="11430" cap="sq">
            <a:solidFill>
              <a:srgbClr val="4D4D4D"/>
            </a:solidFill>
            <a:round/>
          </a:ln>
        </p:spPr>
      </p:sp>
      <p:sp>
        <p:nvSpPr>
          <p:cNvPr id="1055" name="Shape 1055"/>
          <p:cNvSpPr/>
          <p:nvPr/>
        </p:nvSpPr>
        <p:spPr>
          <a:xfrm>
            <a:off x="3535436" y="2671218"/>
            <a:ext cx="1" cy="628521"/>
          </a:xfrm>
          <a:custGeom>
            <a:avLst/>
            <a:gdLst/>
            <a:ahLst/>
            <a:cxnLst/>
            <a:rect l="0" t="0" r="r" b="b"/>
            <a:pathLst>
              <a:path w="1" h="628521" fill="none">
                <a:moveTo>
                  <a:pt x="0" y="628522"/>
                </a:moveTo>
                <a:lnTo>
                  <a:pt x="0" y="0"/>
                </a:lnTo>
              </a:path>
            </a:pathLst>
          </a:custGeom>
          <a:noFill/>
          <a:ln w="11430" cap="sq">
            <a:solidFill>
              <a:srgbClr val="4D4D4D"/>
            </a:solidFill>
            <a:round/>
          </a:ln>
        </p:spPr>
      </p:sp>
      <p:sp>
        <p:nvSpPr>
          <p:cNvPr id="1056" name="Shape 1056"/>
          <p:cNvSpPr/>
          <p:nvPr/>
        </p:nvSpPr>
        <p:spPr>
          <a:xfrm>
            <a:off x="3535436" y="2671218"/>
            <a:ext cx="65471" cy="1"/>
          </a:xfrm>
          <a:custGeom>
            <a:avLst/>
            <a:gdLst/>
            <a:ahLst/>
            <a:cxnLst/>
            <a:rect l="0" t="0" r="r" b="b"/>
            <a:pathLst>
              <a:path w="65471" h="1" fill="none">
                <a:moveTo>
                  <a:pt x="0" y="0"/>
                </a:moveTo>
                <a:lnTo>
                  <a:pt x="65471" y="0"/>
                </a:lnTo>
              </a:path>
            </a:pathLst>
          </a:custGeom>
          <a:noFill/>
          <a:ln w="11430" cap="sq">
            <a:solidFill>
              <a:srgbClr val="4D4D4D"/>
            </a:solidFill>
            <a:round/>
          </a:ln>
        </p:spPr>
      </p:sp>
      <p:sp>
        <p:nvSpPr>
          <p:cNvPr id="1057" name="Shape 1057"/>
          <p:cNvSpPr/>
          <p:nvPr/>
        </p:nvSpPr>
        <p:spPr>
          <a:xfrm>
            <a:off x="3535436" y="2985479"/>
            <a:ext cx="65471" cy="1"/>
          </a:xfrm>
          <a:custGeom>
            <a:avLst/>
            <a:gdLst/>
            <a:ahLst/>
            <a:cxnLst/>
            <a:rect l="0" t="0" r="r" b="b"/>
            <a:pathLst>
              <a:path w="65471" h="1" fill="none">
                <a:moveTo>
                  <a:pt x="0" y="0"/>
                </a:moveTo>
                <a:lnTo>
                  <a:pt x="65471" y="0"/>
                </a:lnTo>
              </a:path>
            </a:pathLst>
          </a:custGeom>
          <a:noFill/>
          <a:ln w="11430" cap="sq">
            <a:solidFill>
              <a:srgbClr val="4D4D4D"/>
            </a:solidFill>
            <a:round/>
          </a:ln>
        </p:spPr>
      </p:sp>
      <p:sp>
        <p:nvSpPr>
          <p:cNvPr id="1058" name="Shape 1058"/>
          <p:cNvSpPr/>
          <p:nvPr/>
        </p:nvSpPr>
        <p:spPr>
          <a:xfrm>
            <a:off x="3535436" y="3299740"/>
            <a:ext cx="65471" cy="1"/>
          </a:xfrm>
          <a:custGeom>
            <a:avLst/>
            <a:gdLst/>
            <a:ahLst/>
            <a:cxnLst/>
            <a:rect l="0" t="0" r="r" b="b"/>
            <a:pathLst>
              <a:path w="65471" h="1" fill="none">
                <a:moveTo>
                  <a:pt x="0" y="0"/>
                </a:moveTo>
                <a:lnTo>
                  <a:pt x="65471" y="0"/>
                </a:lnTo>
              </a:path>
            </a:pathLst>
          </a:custGeom>
          <a:noFill/>
          <a:ln w="11430" cap="sq">
            <a:solidFill>
              <a:srgbClr val="4D4D4D"/>
            </a:solidFill>
            <a:round/>
          </a:ln>
        </p:spPr>
      </p:sp>
      <p:sp>
        <p:nvSpPr>
          <p:cNvPr id="1059" name="Shape 1059"/>
          <p:cNvSpPr/>
          <p:nvPr/>
        </p:nvSpPr>
        <p:spPr>
          <a:xfrm>
            <a:off x="71323" y="2095073"/>
            <a:ext cx="2521329" cy="1562160"/>
          </a:xfrm>
          <a:custGeom>
            <a:avLst/>
            <a:gdLst/>
            <a:ahLst/>
            <a:cxnLst/>
            <a:rect l="0" t="0" r="r" b="b"/>
            <a:pathLst>
              <a:path w="2521329" h="1562160">
                <a:moveTo>
                  <a:pt x="1460699" y="1374892"/>
                </a:moveTo>
                <a:lnTo>
                  <a:pt x="2495141" y="1374892"/>
                </a:lnTo>
                <a:quadBezTo>
                  <a:pt x="2521330" y="1374892"/>
                  <a:pt x="2521330" y="1348703"/>
                </a:quadBezTo>
                <a:lnTo>
                  <a:pt x="2521330" y="26188"/>
                </a:lnTo>
                <a:quadBezTo>
                  <a:pt x="2521330" y="0"/>
                  <a:pt x="2495141" y="0"/>
                </a:quadBezTo>
                <a:lnTo>
                  <a:pt x="1460699" y="0"/>
                </a:lnTo>
                <a:quadBezTo>
                  <a:pt x="1434510" y="0"/>
                  <a:pt x="1434510" y="26188"/>
                </a:quadBezTo>
                <a:lnTo>
                  <a:pt x="1434510" y="1348703"/>
                </a:lnTo>
                <a:quadBezTo>
                  <a:pt x="1434510" y="1374892"/>
                  <a:pt x="1460699" y="1374892"/>
                </a:quadBezTo>
                <a:close/>
              </a:path>
            </a:pathLst>
          </a:custGeom>
          <a:solidFill>
            <a:srgbClr val="FFFFFF"/>
          </a:solidFill>
          <a:ln w="10160" cap="flat">
            <a:solidFill>
              <a:srgbClr val="3775BA"/>
            </a:solidFill>
            <a:miter/>
          </a:ln>
        </p:spPr>
      </p:sp>
      <p:sp>
        <p:nvSpPr>
          <p:cNvPr id="1060" name="Shape 1060"/>
          <p:cNvSpPr/>
          <p:nvPr/>
        </p:nvSpPr>
        <p:spPr>
          <a:xfrm>
            <a:off x="0" y="2173638"/>
            <a:ext cx="565233" cy="1492739"/>
          </a:xfrm>
          <a:custGeom>
            <a:avLst/>
            <a:gdLst/>
            <a:ahLst/>
            <a:cxnLst/>
            <a:rect l="0" t="0" r="r" b="b"/>
            <a:pathLst>
              <a:path w="565233" h="1492739">
                <a:moveTo>
                  <a:pt x="432108" y="451750"/>
                </a:moveTo>
                <a:lnTo>
                  <a:pt x="565233" y="451750"/>
                </a:lnTo>
                <a:lnTo>
                  <a:pt x="565233" y="0"/>
                </a:lnTo>
                <a:lnTo>
                  <a:pt x="432108" y="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</p:sp>
      <p:sp>
        <p:nvSpPr>
          <p:cNvPr id="1061" name="Shape 1061"/>
          <p:cNvSpPr/>
          <p:nvPr/>
        </p:nvSpPr>
        <p:spPr>
          <a:xfrm>
            <a:off x="432108" y="2252203"/>
            <a:ext cx="798746" cy="1"/>
          </a:xfrm>
          <a:custGeom>
            <a:avLst/>
            <a:gdLst/>
            <a:ahLst/>
            <a:cxnLst/>
            <a:rect l="0" t="0" r="r" b="b"/>
            <a:pathLst>
              <a:path w="798746" h="1" fill="none">
                <a:moveTo>
                  <a:pt x="0" y="0"/>
                </a:moveTo>
                <a:lnTo>
                  <a:pt x="798747" y="0"/>
                </a:lnTo>
              </a:path>
            </a:pathLst>
          </a:custGeom>
          <a:noFill/>
          <a:ln w="5080" cap="sq">
            <a:solidFill>
              <a:srgbClr val="C8C8C8"/>
            </a:solidFill>
            <a:round/>
          </a:ln>
        </p:spPr>
      </p:sp>
      <p:sp>
        <p:nvSpPr>
          <p:cNvPr id="1062" name="Shape 1062"/>
          <p:cNvSpPr/>
          <p:nvPr/>
        </p:nvSpPr>
        <p:spPr>
          <a:xfrm>
            <a:off x="432108" y="2396240"/>
            <a:ext cx="798746" cy="1"/>
          </a:xfrm>
          <a:custGeom>
            <a:avLst/>
            <a:gdLst/>
            <a:ahLst/>
            <a:cxnLst/>
            <a:rect l="0" t="0" r="r" b="b"/>
            <a:pathLst>
              <a:path w="798746" h="1" fill="none">
                <a:moveTo>
                  <a:pt x="0" y="0"/>
                </a:moveTo>
                <a:lnTo>
                  <a:pt x="798747" y="0"/>
                </a:lnTo>
              </a:path>
            </a:pathLst>
          </a:custGeom>
          <a:noFill/>
          <a:ln w="5080" cap="sq">
            <a:solidFill>
              <a:srgbClr val="C8C8C8"/>
            </a:solidFill>
            <a:round/>
          </a:ln>
        </p:spPr>
      </p:sp>
      <p:sp>
        <p:nvSpPr>
          <p:cNvPr id="1063" name="Shape 1063"/>
          <p:cNvSpPr/>
          <p:nvPr/>
        </p:nvSpPr>
        <p:spPr>
          <a:xfrm>
            <a:off x="432108" y="2540276"/>
            <a:ext cx="798746" cy="1"/>
          </a:xfrm>
          <a:custGeom>
            <a:avLst/>
            <a:gdLst/>
            <a:ahLst/>
            <a:cxnLst/>
            <a:rect l="0" t="0" r="r" b="b"/>
            <a:pathLst>
              <a:path w="798746" h="1" fill="none">
                <a:moveTo>
                  <a:pt x="0" y="0"/>
                </a:moveTo>
                <a:lnTo>
                  <a:pt x="798747" y="0"/>
                </a:lnTo>
              </a:path>
            </a:pathLst>
          </a:custGeom>
          <a:noFill/>
          <a:ln w="5080" cap="sq">
            <a:solidFill>
              <a:srgbClr val="C8C8C8"/>
            </a:solidFill>
            <a:round/>
          </a:ln>
        </p:spPr>
      </p:sp>
      <p:sp>
        <p:nvSpPr>
          <p:cNvPr id="1064" name="Shape 1064"/>
          <p:cNvSpPr/>
          <p:nvPr/>
        </p:nvSpPr>
        <p:spPr>
          <a:xfrm>
            <a:off x="0" y="419014"/>
            <a:ext cx="2461711" cy="3247363"/>
          </a:xfrm>
          <a:custGeom>
            <a:avLst/>
            <a:gdLst/>
            <a:ahLst/>
            <a:cxnLst/>
            <a:rect l="0" t="0" r="r" b="b"/>
            <a:pathLst>
              <a:path w="2461711" h="3247363" fill="none">
                <a:moveTo>
                  <a:pt x="1807000" y="824935"/>
                </a:moveTo>
                <a:lnTo>
                  <a:pt x="2461711" y="824935"/>
                </a:lnTo>
                <a:lnTo>
                  <a:pt x="2461711" y="0"/>
                </a:lnTo>
                <a:lnTo>
                  <a:pt x="1807000" y="0"/>
                </a:lnTo>
                <a:close/>
              </a:path>
            </a:pathLst>
          </a:custGeom>
          <a:noFill/>
          <a:ln w="6350" cap="flat">
            <a:solidFill>
              <a:srgbClr val="4D4D4D"/>
            </a:solidFill>
            <a:miter/>
          </a:ln>
        </p:spPr>
      </p:sp>
      <p:pic>
        <p:nvPicPr>
          <p:cNvPr id="1065" name="Picture 106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42" y="322344"/>
            <a:ext cx="1115568" cy="640080"/>
          </a:xfrm>
          <a:prstGeom prst="rect">
            <a:avLst/>
          </a:prstGeom>
        </p:spPr>
      </p:pic>
      <p:pic>
        <p:nvPicPr>
          <p:cNvPr id="1066" name="Picture 106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83" y="1163336"/>
            <a:ext cx="237744" cy="237744"/>
          </a:xfrm>
          <a:prstGeom prst="rect">
            <a:avLst/>
          </a:prstGeom>
        </p:spPr>
      </p:pic>
      <p:pic>
        <p:nvPicPr>
          <p:cNvPr id="1067" name="Picture 106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08" y="1163336"/>
            <a:ext cx="237744" cy="237744"/>
          </a:xfrm>
          <a:prstGeom prst="rect">
            <a:avLst/>
          </a:prstGeom>
        </p:spPr>
      </p:pic>
      <p:pic>
        <p:nvPicPr>
          <p:cNvPr id="1068" name="Picture 106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634" y="1163336"/>
            <a:ext cx="237744" cy="237744"/>
          </a:xfrm>
          <a:prstGeom prst="rect">
            <a:avLst/>
          </a:prstGeom>
        </p:spPr>
      </p:pic>
      <p:pic>
        <p:nvPicPr>
          <p:cNvPr id="1069" name="Picture 106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159" y="1163336"/>
            <a:ext cx="237744" cy="237744"/>
          </a:xfrm>
          <a:prstGeom prst="rect">
            <a:avLst/>
          </a:prstGeom>
        </p:spPr>
      </p:pic>
      <p:pic>
        <p:nvPicPr>
          <p:cNvPr id="1070" name="Picture 106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1529" y="483412"/>
            <a:ext cx="655320" cy="826008"/>
          </a:xfrm>
          <a:prstGeom prst="rect">
            <a:avLst/>
          </a:prstGeom>
        </p:spPr>
      </p:pic>
      <p:sp>
        <p:nvSpPr>
          <p:cNvPr id="3" name="Shape 1065"/>
          <p:cNvSpPr/>
          <p:nvPr/>
        </p:nvSpPr>
        <p:spPr>
          <a:xfrm>
            <a:off x="0" y="461570"/>
            <a:ext cx="3003811" cy="3204807"/>
          </a:xfrm>
          <a:custGeom>
            <a:avLst/>
            <a:gdLst/>
            <a:ahLst/>
            <a:cxnLst/>
            <a:rect l="0" t="0" r="r" b="b"/>
            <a:pathLst>
              <a:path w="3003811" h="3204807">
                <a:moveTo>
                  <a:pt x="2959291" y="88386"/>
                </a:moveTo>
                <a:lnTo>
                  <a:pt x="3003811" y="88386"/>
                </a:lnTo>
                <a:lnTo>
                  <a:pt x="3003811" y="0"/>
                </a:lnTo>
                <a:lnTo>
                  <a:pt x="2959291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4" name="Shape 1066"/>
          <p:cNvSpPr/>
          <p:nvPr/>
        </p:nvSpPr>
        <p:spPr>
          <a:xfrm>
            <a:off x="0" y="461570"/>
            <a:ext cx="3048331" cy="3204807"/>
          </a:xfrm>
          <a:custGeom>
            <a:avLst/>
            <a:gdLst/>
            <a:ahLst/>
            <a:cxnLst/>
            <a:rect l="0" t="0" r="r" b="b"/>
            <a:pathLst>
              <a:path w="3048331" h="3204807">
                <a:moveTo>
                  <a:pt x="3003811" y="88386"/>
                </a:moveTo>
                <a:lnTo>
                  <a:pt x="3048331" y="88386"/>
                </a:lnTo>
                <a:lnTo>
                  <a:pt x="3048331" y="0"/>
                </a:lnTo>
                <a:lnTo>
                  <a:pt x="3003811" y="0"/>
                </a:lnTo>
                <a:close/>
              </a:path>
            </a:pathLst>
          </a:custGeom>
          <a:solidFill>
            <a:srgbClr val="E9A6A1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5" name="Shape 1067"/>
          <p:cNvSpPr/>
          <p:nvPr/>
        </p:nvSpPr>
        <p:spPr>
          <a:xfrm>
            <a:off x="0" y="461570"/>
            <a:ext cx="3092851" cy="3204807"/>
          </a:xfrm>
          <a:custGeom>
            <a:avLst/>
            <a:gdLst/>
            <a:ahLst/>
            <a:cxnLst/>
            <a:rect l="0" t="0" r="r" b="b"/>
            <a:pathLst>
              <a:path w="3092851" h="3204807">
                <a:moveTo>
                  <a:pt x="3048331" y="88386"/>
                </a:moveTo>
                <a:lnTo>
                  <a:pt x="3092851" y="88386"/>
                </a:lnTo>
                <a:lnTo>
                  <a:pt x="3092851" y="0"/>
                </a:lnTo>
                <a:lnTo>
                  <a:pt x="3048331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6" name="Shape 1068"/>
          <p:cNvSpPr/>
          <p:nvPr/>
        </p:nvSpPr>
        <p:spPr>
          <a:xfrm>
            <a:off x="0" y="461570"/>
            <a:ext cx="3137372" cy="3204807"/>
          </a:xfrm>
          <a:custGeom>
            <a:avLst/>
            <a:gdLst/>
            <a:ahLst/>
            <a:cxnLst/>
            <a:rect l="0" t="0" r="r" b="b"/>
            <a:pathLst>
              <a:path w="3137372" h="3204807">
                <a:moveTo>
                  <a:pt x="3092851" y="88386"/>
                </a:moveTo>
                <a:lnTo>
                  <a:pt x="3137372" y="88386"/>
                </a:lnTo>
                <a:lnTo>
                  <a:pt x="3137372" y="0"/>
                </a:lnTo>
                <a:lnTo>
                  <a:pt x="3092851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7" name="Shape 1069"/>
          <p:cNvSpPr/>
          <p:nvPr/>
        </p:nvSpPr>
        <p:spPr>
          <a:xfrm>
            <a:off x="0" y="461570"/>
            <a:ext cx="3181892" cy="3204807"/>
          </a:xfrm>
          <a:custGeom>
            <a:avLst/>
            <a:gdLst/>
            <a:ahLst/>
            <a:cxnLst/>
            <a:rect l="0" t="0" r="r" b="b"/>
            <a:pathLst>
              <a:path w="3181892" h="3204807">
                <a:moveTo>
                  <a:pt x="3137372" y="88386"/>
                </a:moveTo>
                <a:lnTo>
                  <a:pt x="3181892" y="88386"/>
                </a:lnTo>
                <a:lnTo>
                  <a:pt x="3181892" y="0"/>
                </a:lnTo>
                <a:lnTo>
                  <a:pt x="3137372" y="0"/>
                </a:lnTo>
                <a:close/>
              </a:path>
            </a:pathLst>
          </a:custGeom>
          <a:solidFill>
            <a:srgbClr val="E9A6A1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8" name="Shape 1070"/>
          <p:cNvSpPr/>
          <p:nvPr/>
        </p:nvSpPr>
        <p:spPr>
          <a:xfrm>
            <a:off x="0" y="461570"/>
            <a:ext cx="3226412" cy="3204807"/>
          </a:xfrm>
          <a:custGeom>
            <a:avLst/>
            <a:gdLst/>
            <a:ahLst/>
            <a:cxnLst/>
            <a:rect l="0" t="0" r="r" b="b"/>
            <a:pathLst>
              <a:path w="3226412" h="3204807">
                <a:moveTo>
                  <a:pt x="3181892" y="88386"/>
                </a:moveTo>
                <a:lnTo>
                  <a:pt x="3226412" y="88386"/>
                </a:lnTo>
                <a:lnTo>
                  <a:pt x="3226412" y="0"/>
                </a:lnTo>
                <a:lnTo>
                  <a:pt x="3181892" y="0"/>
                </a:lnTo>
                <a:close/>
              </a:path>
            </a:pathLst>
          </a:custGeom>
          <a:solidFill>
            <a:srgbClr val="E9A6A1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71" name="Shape 1071"/>
          <p:cNvSpPr/>
          <p:nvPr/>
        </p:nvSpPr>
        <p:spPr>
          <a:xfrm>
            <a:off x="0" y="461570"/>
            <a:ext cx="3270933" cy="3204807"/>
          </a:xfrm>
          <a:custGeom>
            <a:avLst/>
            <a:gdLst/>
            <a:ahLst/>
            <a:cxnLst/>
            <a:rect l="0" t="0" r="r" b="b"/>
            <a:pathLst>
              <a:path w="3270933" h="3204807">
                <a:moveTo>
                  <a:pt x="3226412" y="88386"/>
                </a:moveTo>
                <a:lnTo>
                  <a:pt x="3270933" y="88386"/>
                </a:lnTo>
                <a:lnTo>
                  <a:pt x="3270933" y="0"/>
                </a:lnTo>
                <a:lnTo>
                  <a:pt x="3226412" y="0"/>
                </a:lnTo>
                <a:close/>
              </a:path>
            </a:pathLst>
          </a:custGeom>
          <a:solidFill>
            <a:srgbClr val="E9A6A1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72" name="Shape 1072"/>
          <p:cNvSpPr/>
          <p:nvPr/>
        </p:nvSpPr>
        <p:spPr>
          <a:xfrm>
            <a:off x="0" y="461570"/>
            <a:ext cx="3315453" cy="3204807"/>
          </a:xfrm>
          <a:custGeom>
            <a:avLst/>
            <a:gdLst/>
            <a:ahLst/>
            <a:cxnLst/>
            <a:rect l="0" t="0" r="r" b="b"/>
            <a:pathLst>
              <a:path w="3315453" h="3204807">
                <a:moveTo>
                  <a:pt x="3270933" y="88386"/>
                </a:moveTo>
                <a:lnTo>
                  <a:pt x="3315453" y="88386"/>
                </a:lnTo>
                <a:lnTo>
                  <a:pt x="3315453" y="0"/>
                </a:lnTo>
                <a:lnTo>
                  <a:pt x="3270933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73" name="Shape 1073"/>
          <p:cNvSpPr/>
          <p:nvPr/>
        </p:nvSpPr>
        <p:spPr>
          <a:xfrm>
            <a:off x="0" y="461570"/>
            <a:ext cx="3359973" cy="3204807"/>
          </a:xfrm>
          <a:custGeom>
            <a:avLst/>
            <a:gdLst/>
            <a:ahLst/>
            <a:cxnLst/>
            <a:rect l="0" t="0" r="r" b="b"/>
            <a:pathLst>
              <a:path w="3359973" h="3204807">
                <a:moveTo>
                  <a:pt x="3315453" y="88386"/>
                </a:moveTo>
                <a:lnTo>
                  <a:pt x="3359973" y="88386"/>
                </a:lnTo>
                <a:lnTo>
                  <a:pt x="3359973" y="0"/>
                </a:lnTo>
                <a:lnTo>
                  <a:pt x="3315453" y="0"/>
                </a:lnTo>
                <a:close/>
              </a:path>
            </a:pathLst>
          </a:custGeom>
          <a:solidFill>
            <a:srgbClr val="E9A6A1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74" name="Shape 1074"/>
          <p:cNvSpPr/>
          <p:nvPr/>
        </p:nvSpPr>
        <p:spPr>
          <a:xfrm>
            <a:off x="0" y="461570"/>
            <a:ext cx="3404494" cy="3204807"/>
          </a:xfrm>
          <a:custGeom>
            <a:avLst/>
            <a:gdLst/>
            <a:ahLst/>
            <a:cxnLst/>
            <a:rect l="0" t="0" r="r" b="b"/>
            <a:pathLst>
              <a:path w="3404494" h="3204807">
                <a:moveTo>
                  <a:pt x="3359973" y="88386"/>
                </a:moveTo>
                <a:lnTo>
                  <a:pt x="3404494" y="88386"/>
                </a:lnTo>
                <a:lnTo>
                  <a:pt x="3404494" y="0"/>
                </a:lnTo>
                <a:lnTo>
                  <a:pt x="3359973" y="0"/>
                </a:lnTo>
                <a:close/>
              </a:path>
            </a:pathLst>
          </a:custGeom>
          <a:solidFill>
            <a:srgbClr val="E9A6A1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75" name="Shape 1075"/>
          <p:cNvSpPr/>
          <p:nvPr/>
        </p:nvSpPr>
        <p:spPr>
          <a:xfrm>
            <a:off x="0" y="461570"/>
            <a:ext cx="3449014" cy="3204807"/>
          </a:xfrm>
          <a:custGeom>
            <a:avLst/>
            <a:gdLst/>
            <a:ahLst/>
            <a:cxnLst/>
            <a:rect l="0" t="0" r="r" b="b"/>
            <a:pathLst>
              <a:path w="3449014" h="3204807">
                <a:moveTo>
                  <a:pt x="3404494" y="88386"/>
                </a:moveTo>
                <a:lnTo>
                  <a:pt x="3449014" y="88386"/>
                </a:lnTo>
                <a:lnTo>
                  <a:pt x="3449014" y="0"/>
                </a:lnTo>
                <a:lnTo>
                  <a:pt x="3404494" y="0"/>
                </a:lnTo>
                <a:close/>
              </a:path>
            </a:pathLst>
          </a:custGeom>
          <a:solidFill>
            <a:srgbClr val="E9A6A1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76" name="Shape 1076"/>
          <p:cNvSpPr/>
          <p:nvPr/>
        </p:nvSpPr>
        <p:spPr>
          <a:xfrm>
            <a:off x="0" y="461570"/>
            <a:ext cx="3493534" cy="3204807"/>
          </a:xfrm>
          <a:custGeom>
            <a:avLst/>
            <a:gdLst/>
            <a:ahLst/>
            <a:cxnLst/>
            <a:rect l="0" t="0" r="r" b="b"/>
            <a:pathLst>
              <a:path w="3493534" h="3204807">
                <a:moveTo>
                  <a:pt x="3449014" y="88386"/>
                </a:moveTo>
                <a:lnTo>
                  <a:pt x="3493534" y="88386"/>
                </a:lnTo>
                <a:lnTo>
                  <a:pt x="3493534" y="0"/>
                </a:lnTo>
                <a:lnTo>
                  <a:pt x="3449014" y="0"/>
                </a:lnTo>
                <a:close/>
              </a:path>
            </a:pathLst>
          </a:custGeom>
          <a:solidFill>
            <a:srgbClr val="E9A6A1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77" name="Shape 1077"/>
          <p:cNvSpPr/>
          <p:nvPr/>
        </p:nvSpPr>
        <p:spPr>
          <a:xfrm>
            <a:off x="0" y="461570"/>
            <a:ext cx="3538055" cy="3204807"/>
          </a:xfrm>
          <a:custGeom>
            <a:avLst/>
            <a:gdLst/>
            <a:ahLst/>
            <a:cxnLst/>
            <a:rect l="0" t="0" r="r" b="b"/>
            <a:pathLst>
              <a:path w="3538055" h="3204807">
                <a:moveTo>
                  <a:pt x="3493534" y="88386"/>
                </a:moveTo>
                <a:lnTo>
                  <a:pt x="3538055" y="88386"/>
                </a:lnTo>
                <a:lnTo>
                  <a:pt x="3538055" y="0"/>
                </a:lnTo>
                <a:lnTo>
                  <a:pt x="3493534" y="0"/>
                </a:lnTo>
                <a:close/>
              </a:path>
            </a:pathLst>
          </a:custGeom>
          <a:solidFill>
            <a:srgbClr val="E9A6A1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78" name="Shape 1078"/>
          <p:cNvSpPr/>
          <p:nvPr/>
        </p:nvSpPr>
        <p:spPr>
          <a:xfrm>
            <a:off x="0" y="461570"/>
            <a:ext cx="3582575" cy="3204807"/>
          </a:xfrm>
          <a:custGeom>
            <a:avLst/>
            <a:gdLst/>
            <a:ahLst/>
            <a:cxnLst/>
            <a:rect l="0" t="0" r="r" b="b"/>
            <a:pathLst>
              <a:path w="3582575" h="3204807">
                <a:moveTo>
                  <a:pt x="3538055" y="88386"/>
                </a:moveTo>
                <a:lnTo>
                  <a:pt x="3582575" y="88386"/>
                </a:lnTo>
                <a:lnTo>
                  <a:pt x="3582575" y="0"/>
                </a:lnTo>
                <a:lnTo>
                  <a:pt x="3538055" y="0"/>
                </a:lnTo>
                <a:close/>
              </a:path>
            </a:pathLst>
          </a:custGeom>
          <a:solidFill>
            <a:srgbClr val="E9A6A1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79" name="Shape 1079"/>
          <p:cNvSpPr/>
          <p:nvPr/>
        </p:nvSpPr>
        <p:spPr>
          <a:xfrm>
            <a:off x="0" y="461570"/>
            <a:ext cx="3627095" cy="3204807"/>
          </a:xfrm>
          <a:custGeom>
            <a:avLst/>
            <a:gdLst/>
            <a:ahLst/>
            <a:cxnLst/>
            <a:rect l="0" t="0" r="r" b="b"/>
            <a:pathLst>
              <a:path w="3627095" h="3204807">
                <a:moveTo>
                  <a:pt x="3582575" y="88386"/>
                </a:moveTo>
                <a:lnTo>
                  <a:pt x="3627095" y="88386"/>
                </a:lnTo>
                <a:lnTo>
                  <a:pt x="3627095" y="0"/>
                </a:lnTo>
                <a:lnTo>
                  <a:pt x="3582575" y="0"/>
                </a:lnTo>
                <a:close/>
              </a:path>
            </a:pathLst>
          </a:custGeom>
          <a:solidFill>
            <a:srgbClr val="E9A6A1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80" name="Shape 1080"/>
          <p:cNvSpPr/>
          <p:nvPr/>
        </p:nvSpPr>
        <p:spPr>
          <a:xfrm>
            <a:off x="0" y="461570"/>
            <a:ext cx="3671615" cy="3204807"/>
          </a:xfrm>
          <a:custGeom>
            <a:avLst/>
            <a:gdLst/>
            <a:ahLst/>
            <a:cxnLst/>
            <a:rect l="0" t="0" r="r" b="b"/>
            <a:pathLst>
              <a:path w="3671615" h="3204807">
                <a:moveTo>
                  <a:pt x="3627095" y="88386"/>
                </a:moveTo>
                <a:lnTo>
                  <a:pt x="3671615" y="88386"/>
                </a:lnTo>
                <a:lnTo>
                  <a:pt x="3671615" y="0"/>
                </a:lnTo>
                <a:lnTo>
                  <a:pt x="3627095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81" name="Shape 1081"/>
          <p:cNvSpPr/>
          <p:nvPr/>
        </p:nvSpPr>
        <p:spPr>
          <a:xfrm>
            <a:off x="0" y="461570"/>
            <a:ext cx="3716136" cy="3204807"/>
          </a:xfrm>
          <a:custGeom>
            <a:avLst/>
            <a:gdLst/>
            <a:ahLst/>
            <a:cxnLst/>
            <a:rect l="0" t="0" r="r" b="b"/>
            <a:pathLst>
              <a:path w="3716136" h="3204807">
                <a:moveTo>
                  <a:pt x="3671615" y="88386"/>
                </a:moveTo>
                <a:lnTo>
                  <a:pt x="3716136" y="88386"/>
                </a:lnTo>
                <a:lnTo>
                  <a:pt x="3716136" y="0"/>
                </a:lnTo>
                <a:lnTo>
                  <a:pt x="3671615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82" name="Shape 1082"/>
          <p:cNvSpPr/>
          <p:nvPr/>
        </p:nvSpPr>
        <p:spPr>
          <a:xfrm>
            <a:off x="0" y="461570"/>
            <a:ext cx="3760656" cy="3204807"/>
          </a:xfrm>
          <a:custGeom>
            <a:avLst/>
            <a:gdLst/>
            <a:ahLst/>
            <a:cxnLst/>
            <a:rect l="0" t="0" r="r" b="b"/>
            <a:pathLst>
              <a:path w="3760656" h="3204807">
                <a:moveTo>
                  <a:pt x="3716136" y="88386"/>
                </a:moveTo>
                <a:lnTo>
                  <a:pt x="3760656" y="88386"/>
                </a:lnTo>
                <a:lnTo>
                  <a:pt x="3760656" y="0"/>
                </a:lnTo>
                <a:lnTo>
                  <a:pt x="3716136" y="0"/>
                </a:lnTo>
                <a:close/>
              </a:path>
            </a:pathLst>
          </a:custGeom>
          <a:solidFill>
            <a:srgbClr val="E9A6A1"/>
          </a:solidFill>
          <a:ln w="3175" cap="flat">
            <a:solidFill>
              <a:srgbClr val="BDBDBD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083" name="Shape 1083"/>
          <p:cNvSpPr/>
          <p:nvPr/>
        </p:nvSpPr>
        <p:spPr>
          <a:xfrm>
            <a:off x="0" y="461570"/>
            <a:ext cx="3805176" cy="3204807"/>
          </a:xfrm>
          <a:custGeom>
            <a:avLst/>
            <a:gdLst/>
            <a:ahLst/>
            <a:cxnLst/>
            <a:rect l="0" t="0" r="r" b="b"/>
            <a:pathLst>
              <a:path w="3805176" h="3204807">
                <a:moveTo>
                  <a:pt x="3760656" y="88386"/>
                </a:moveTo>
                <a:lnTo>
                  <a:pt x="3805176" y="88386"/>
                </a:lnTo>
                <a:lnTo>
                  <a:pt x="3805176" y="0"/>
                </a:lnTo>
                <a:lnTo>
                  <a:pt x="3760656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84" name="Shape 1084"/>
          <p:cNvSpPr/>
          <p:nvPr/>
        </p:nvSpPr>
        <p:spPr>
          <a:xfrm>
            <a:off x="0" y="461570"/>
            <a:ext cx="3849697" cy="3204807"/>
          </a:xfrm>
          <a:custGeom>
            <a:avLst/>
            <a:gdLst/>
            <a:ahLst/>
            <a:cxnLst/>
            <a:rect l="0" t="0" r="r" b="b"/>
            <a:pathLst>
              <a:path w="3849697" h="3204807">
                <a:moveTo>
                  <a:pt x="3805176" y="88386"/>
                </a:moveTo>
                <a:lnTo>
                  <a:pt x="3849697" y="88386"/>
                </a:lnTo>
                <a:lnTo>
                  <a:pt x="3849697" y="0"/>
                </a:lnTo>
                <a:lnTo>
                  <a:pt x="3805176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85" name="Shape 1085"/>
          <p:cNvSpPr/>
          <p:nvPr/>
        </p:nvSpPr>
        <p:spPr>
          <a:xfrm>
            <a:off x="0" y="684172"/>
            <a:ext cx="3003811" cy="2982205"/>
          </a:xfrm>
          <a:custGeom>
            <a:avLst/>
            <a:gdLst/>
            <a:ahLst/>
            <a:cxnLst/>
            <a:rect l="0" t="0" r="r" b="b"/>
            <a:pathLst>
              <a:path w="3003811" h="2982205">
                <a:moveTo>
                  <a:pt x="2959291" y="88386"/>
                </a:moveTo>
                <a:lnTo>
                  <a:pt x="3003811" y="88386"/>
                </a:lnTo>
                <a:lnTo>
                  <a:pt x="3003811" y="0"/>
                </a:lnTo>
                <a:lnTo>
                  <a:pt x="2959291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86" name="Shape 1086"/>
          <p:cNvSpPr/>
          <p:nvPr/>
        </p:nvSpPr>
        <p:spPr>
          <a:xfrm>
            <a:off x="0" y="684172"/>
            <a:ext cx="3048331" cy="2982205"/>
          </a:xfrm>
          <a:custGeom>
            <a:avLst/>
            <a:gdLst/>
            <a:ahLst/>
            <a:cxnLst/>
            <a:rect l="0" t="0" r="r" b="b"/>
            <a:pathLst>
              <a:path w="3048331" h="2982205">
                <a:moveTo>
                  <a:pt x="3003811" y="88386"/>
                </a:moveTo>
                <a:lnTo>
                  <a:pt x="3048331" y="88386"/>
                </a:lnTo>
                <a:lnTo>
                  <a:pt x="3048331" y="0"/>
                </a:lnTo>
                <a:lnTo>
                  <a:pt x="3003811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87" name="Shape 1087"/>
          <p:cNvSpPr/>
          <p:nvPr/>
        </p:nvSpPr>
        <p:spPr>
          <a:xfrm>
            <a:off x="0" y="684172"/>
            <a:ext cx="3092851" cy="2982205"/>
          </a:xfrm>
          <a:custGeom>
            <a:avLst/>
            <a:gdLst/>
            <a:ahLst/>
            <a:cxnLst/>
            <a:rect l="0" t="0" r="r" b="b"/>
            <a:pathLst>
              <a:path w="3092851" h="2982205">
                <a:moveTo>
                  <a:pt x="3048331" y="88386"/>
                </a:moveTo>
                <a:lnTo>
                  <a:pt x="3092851" y="88386"/>
                </a:lnTo>
                <a:lnTo>
                  <a:pt x="3092851" y="0"/>
                </a:lnTo>
                <a:lnTo>
                  <a:pt x="3048331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88" name="Shape 1088"/>
          <p:cNvSpPr/>
          <p:nvPr/>
        </p:nvSpPr>
        <p:spPr>
          <a:xfrm>
            <a:off x="0" y="684172"/>
            <a:ext cx="3137372" cy="2982205"/>
          </a:xfrm>
          <a:custGeom>
            <a:avLst/>
            <a:gdLst/>
            <a:ahLst/>
            <a:cxnLst/>
            <a:rect l="0" t="0" r="r" b="b"/>
            <a:pathLst>
              <a:path w="3137372" h="2982205">
                <a:moveTo>
                  <a:pt x="3092851" y="88386"/>
                </a:moveTo>
                <a:lnTo>
                  <a:pt x="3137372" y="88386"/>
                </a:lnTo>
                <a:lnTo>
                  <a:pt x="3137372" y="0"/>
                </a:lnTo>
                <a:lnTo>
                  <a:pt x="3092851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89" name="Shape 1089"/>
          <p:cNvSpPr/>
          <p:nvPr/>
        </p:nvSpPr>
        <p:spPr>
          <a:xfrm>
            <a:off x="0" y="684172"/>
            <a:ext cx="3181892" cy="2982205"/>
          </a:xfrm>
          <a:custGeom>
            <a:avLst/>
            <a:gdLst/>
            <a:ahLst/>
            <a:cxnLst/>
            <a:rect l="0" t="0" r="r" b="b"/>
            <a:pathLst>
              <a:path w="3181892" h="2982205">
                <a:moveTo>
                  <a:pt x="3137372" y="88386"/>
                </a:moveTo>
                <a:lnTo>
                  <a:pt x="3181892" y="88386"/>
                </a:lnTo>
                <a:lnTo>
                  <a:pt x="3181892" y="0"/>
                </a:lnTo>
                <a:lnTo>
                  <a:pt x="3137372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90" name="Shape 1090"/>
          <p:cNvSpPr/>
          <p:nvPr/>
        </p:nvSpPr>
        <p:spPr>
          <a:xfrm>
            <a:off x="0" y="684172"/>
            <a:ext cx="3226412" cy="2982205"/>
          </a:xfrm>
          <a:custGeom>
            <a:avLst/>
            <a:gdLst/>
            <a:ahLst/>
            <a:cxnLst/>
            <a:rect l="0" t="0" r="r" b="b"/>
            <a:pathLst>
              <a:path w="3226412" h="2982205">
                <a:moveTo>
                  <a:pt x="3181892" y="88386"/>
                </a:moveTo>
                <a:lnTo>
                  <a:pt x="3226412" y="88386"/>
                </a:lnTo>
                <a:lnTo>
                  <a:pt x="3226412" y="0"/>
                </a:lnTo>
                <a:lnTo>
                  <a:pt x="3181892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91" name="Shape 1091"/>
          <p:cNvSpPr/>
          <p:nvPr/>
        </p:nvSpPr>
        <p:spPr>
          <a:xfrm>
            <a:off x="0" y="684172"/>
            <a:ext cx="3270933" cy="2982205"/>
          </a:xfrm>
          <a:custGeom>
            <a:avLst/>
            <a:gdLst/>
            <a:ahLst/>
            <a:cxnLst/>
            <a:rect l="0" t="0" r="r" b="b"/>
            <a:pathLst>
              <a:path w="3270933" h="2982205">
                <a:moveTo>
                  <a:pt x="3226412" y="88386"/>
                </a:moveTo>
                <a:lnTo>
                  <a:pt x="3270933" y="88386"/>
                </a:lnTo>
                <a:lnTo>
                  <a:pt x="3270933" y="0"/>
                </a:lnTo>
                <a:lnTo>
                  <a:pt x="3226412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92" name="Shape 1092"/>
          <p:cNvSpPr/>
          <p:nvPr/>
        </p:nvSpPr>
        <p:spPr>
          <a:xfrm>
            <a:off x="0" y="684172"/>
            <a:ext cx="3315453" cy="2982205"/>
          </a:xfrm>
          <a:custGeom>
            <a:avLst/>
            <a:gdLst/>
            <a:ahLst/>
            <a:cxnLst/>
            <a:rect l="0" t="0" r="r" b="b"/>
            <a:pathLst>
              <a:path w="3315453" h="2982205">
                <a:moveTo>
                  <a:pt x="3270933" y="88386"/>
                </a:moveTo>
                <a:lnTo>
                  <a:pt x="3315453" y="88386"/>
                </a:lnTo>
                <a:lnTo>
                  <a:pt x="3315453" y="0"/>
                </a:lnTo>
                <a:lnTo>
                  <a:pt x="3270933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93" name="Shape 1093"/>
          <p:cNvSpPr/>
          <p:nvPr/>
        </p:nvSpPr>
        <p:spPr>
          <a:xfrm>
            <a:off x="0" y="684172"/>
            <a:ext cx="3359973" cy="2982205"/>
          </a:xfrm>
          <a:custGeom>
            <a:avLst/>
            <a:gdLst/>
            <a:ahLst/>
            <a:cxnLst/>
            <a:rect l="0" t="0" r="r" b="b"/>
            <a:pathLst>
              <a:path w="3359973" h="2982205">
                <a:moveTo>
                  <a:pt x="3315453" y="88386"/>
                </a:moveTo>
                <a:lnTo>
                  <a:pt x="3359973" y="88386"/>
                </a:lnTo>
                <a:lnTo>
                  <a:pt x="3359973" y="0"/>
                </a:lnTo>
                <a:lnTo>
                  <a:pt x="3315453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94" name="Shape 1094"/>
          <p:cNvSpPr/>
          <p:nvPr/>
        </p:nvSpPr>
        <p:spPr>
          <a:xfrm>
            <a:off x="0" y="684172"/>
            <a:ext cx="3404494" cy="2982205"/>
          </a:xfrm>
          <a:custGeom>
            <a:avLst/>
            <a:gdLst/>
            <a:ahLst/>
            <a:cxnLst/>
            <a:rect l="0" t="0" r="r" b="b"/>
            <a:pathLst>
              <a:path w="3404494" h="2982205">
                <a:moveTo>
                  <a:pt x="3359973" y="88386"/>
                </a:moveTo>
                <a:lnTo>
                  <a:pt x="3404494" y="88386"/>
                </a:lnTo>
                <a:lnTo>
                  <a:pt x="3404494" y="0"/>
                </a:lnTo>
                <a:lnTo>
                  <a:pt x="3359973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95" name="Shape 1095"/>
          <p:cNvSpPr/>
          <p:nvPr/>
        </p:nvSpPr>
        <p:spPr>
          <a:xfrm>
            <a:off x="0" y="684172"/>
            <a:ext cx="3449014" cy="2982205"/>
          </a:xfrm>
          <a:custGeom>
            <a:avLst/>
            <a:gdLst/>
            <a:ahLst/>
            <a:cxnLst/>
            <a:rect l="0" t="0" r="r" b="b"/>
            <a:pathLst>
              <a:path w="3449014" h="2982205">
                <a:moveTo>
                  <a:pt x="3404494" y="88386"/>
                </a:moveTo>
                <a:lnTo>
                  <a:pt x="3449014" y="88386"/>
                </a:lnTo>
                <a:lnTo>
                  <a:pt x="3449014" y="0"/>
                </a:lnTo>
                <a:lnTo>
                  <a:pt x="3404494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96" name="Shape 1096"/>
          <p:cNvSpPr/>
          <p:nvPr/>
        </p:nvSpPr>
        <p:spPr>
          <a:xfrm>
            <a:off x="0" y="684172"/>
            <a:ext cx="3493534" cy="2982205"/>
          </a:xfrm>
          <a:custGeom>
            <a:avLst/>
            <a:gdLst/>
            <a:ahLst/>
            <a:cxnLst/>
            <a:rect l="0" t="0" r="r" b="b"/>
            <a:pathLst>
              <a:path w="3493534" h="2982205">
                <a:moveTo>
                  <a:pt x="3449014" y="88386"/>
                </a:moveTo>
                <a:lnTo>
                  <a:pt x="3493534" y="88386"/>
                </a:lnTo>
                <a:lnTo>
                  <a:pt x="3493534" y="0"/>
                </a:lnTo>
                <a:lnTo>
                  <a:pt x="3449014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97" name="Shape 1097"/>
          <p:cNvSpPr/>
          <p:nvPr/>
        </p:nvSpPr>
        <p:spPr>
          <a:xfrm>
            <a:off x="0" y="684172"/>
            <a:ext cx="3538055" cy="2982205"/>
          </a:xfrm>
          <a:custGeom>
            <a:avLst/>
            <a:gdLst/>
            <a:ahLst/>
            <a:cxnLst/>
            <a:rect l="0" t="0" r="r" b="b"/>
            <a:pathLst>
              <a:path w="3538055" h="2982205">
                <a:moveTo>
                  <a:pt x="3493534" y="88386"/>
                </a:moveTo>
                <a:lnTo>
                  <a:pt x="3538055" y="88386"/>
                </a:lnTo>
                <a:lnTo>
                  <a:pt x="3538055" y="0"/>
                </a:lnTo>
                <a:lnTo>
                  <a:pt x="3493534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98" name="Shape 1098"/>
          <p:cNvSpPr/>
          <p:nvPr/>
        </p:nvSpPr>
        <p:spPr>
          <a:xfrm>
            <a:off x="0" y="684172"/>
            <a:ext cx="3582575" cy="2982205"/>
          </a:xfrm>
          <a:custGeom>
            <a:avLst/>
            <a:gdLst/>
            <a:ahLst/>
            <a:cxnLst/>
            <a:rect l="0" t="0" r="r" b="b"/>
            <a:pathLst>
              <a:path w="3582575" h="2982205">
                <a:moveTo>
                  <a:pt x="3538055" y="88386"/>
                </a:moveTo>
                <a:lnTo>
                  <a:pt x="3582575" y="88386"/>
                </a:lnTo>
                <a:lnTo>
                  <a:pt x="3582575" y="0"/>
                </a:lnTo>
                <a:lnTo>
                  <a:pt x="3538055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099" name="Shape 1099"/>
          <p:cNvSpPr/>
          <p:nvPr/>
        </p:nvSpPr>
        <p:spPr>
          <a:xfrm>
            <a:off x="0" y="684172"/>
            <a:ext cx="3627095" cy="2982205"/>
          </a:xfrm>
          <a:custGeom>
            <a:avLst/>
            <a:gdLst/>
            <a:ahLst/>
            <a:cxnLst/>
            <a:rect l="0" t="0" r="r" b="b"/>
            <a:pathLst>
              <a:path w="3627095" h="2982205">
                <a:moveTo>
                  <a:pt x="3582575" y="88386"/>
                </a:moveTo>
                <a:lnTo>
                  <a:pt x="3627095" y="88386"/>
                </a:lnTo>
                <a:lnTo>
                  <a:pt x="3627095" y="0"/>
                </a:lnTo>
                <a:lnTo>
                  <a:pt x="3582575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00" name="Shape 1100"/>
          <p:cNvSpPr/>
          <p:nvPr/>
        </p:nvSpPr>
        <p:spPr>
          <a:xfrm>
            <a:off x="0" y="684172"/>
            <a:ext cx="3671615" cy="2982205"/>
          </a:xfrm>
          <a:custGeom>
            <a:avLst/>
            <a:gdLst/>
            <a:ahLst/>
            <a:cxnLst/>
            <a:rect l="0" t="0" r="r" b="b"/>
            <a:pathLst>
              <a:path w="3671615" h="2982205">
                <a:moveTo>
                  <a:pt x="3627095" y="88386"/>
                </a:moveTo>
                <a:lnTo>
                  <a:pt x="3671615" y="88386"/>
                </a:lnTo>
                <a:lnTo>
                  <a:pt x="3671615" y="0"/>
                </a:lnTo>
                <a:lnTo>
                  <a:pt x="3627095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01" name="Shape 1101"/>
          <p:cNvSpPr/>
          <p:nvPr/>
        </p:nvSpPr>
        <p:spPr>
          <a:xfrm>
            <a:off x="0" y="684172"/>
            <a:ext cx="3716136" cy="2982205"/>
          </a:xfrm>
          <a:custGeom>
            <a:avLst/>
            <a:gdLst/>
            <a:ahLst/>
            <a:cxnLst/>
            <a:rect l="0" t="0" r="r" b="b"/>
            <a:pathLst>
              <a:path w="3716136" h="2982205">
                <a:moveTo>
                  <a:pt x="3671615" y="88386"/>
                </a:moveTo>
                <a:lnTo>
                  <a:pt x="3716136" y="88386"/>
                </a:lnTo>
                <a:lnTo>
                  <a:pt x="3716136" y="0"/>
                </a:lnTo>
                <a:lnTo>
                  <a:pt x="3671615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02" name="Shape 1102"/>
          <p:cNvSpPr/>
          <p:nvPr/>
        </p:nvSpPr>
        <p:spPr>
          <a:xfrm>
            <a:off x="0" y="684172"/>
            <a:ext cx="3760656" cy="2982205"/>
          </a:xfrm>
          <a:custGeom>
            <a:avLst/>
            <a:gdLst/>
            <a:ahLst/>
            <a:cxnLst/>
            <a:rect l="0" t="0" r="r" b="b"/>
            <a:pathLst>
              <a:path w="3760656" h="2982205">
                <a:moveTo>
                  <a:pt x="3716136" y="88386"/>
                </a:moveTo>
                <a:lnTo>
                  <a:pt x="3760656" y="88386"/>
                </a:lnTo>
                <a:lnTo>
                  <a:pt x="3760656" y="0"/>
                </a:lnTo>
                <a:lnTo>
                  <a:pt x="3716136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03" name="Shape 1103"/>
          <p:cNvSpPr/>
          <p:nvPr/>
        </p:nvSpPr>
        <p:spPr>
          <a:xfrm>
            <a:off x="0" y="684172"/>
            <a:ext cx="3805176" cy="2982205"/>
          </a:xfrm>
          <a:custGeom>
            <a:avLst/>
            <a:gdLst/>
            <a:ahLst/>
            <a:cxnLst/>
            <a:rect l="0" t="0" r="r" b="b"/>
            <a:pathLst>
              <a:path w="3805176" h="2982205">
                <a:moveTo>
                  <a:pt x="3760656" y="88386"/>
                </a:moveTo>
                <a:lnTo>
                  <a:pt x="3805176" y="88386"/>
                </a:lnTo>
                <a:lnTo>
                  <a:pt x="3805176" y="0"/>
                </a:lnTo>
                <a:lnTo>
                  <a:pt x="3760656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04" name="Shape 1104"/>
          <p:cNvSpPr/>
          <p:nvPr/>
        </p:nvSpPr>
        <p:spPr>
          <a:xfrm>
            <a:off x="0" y="684172"/>
            <a:ext cx="3849697" cy="2982205"/>
          </a:xfrm>
          <a:custGeom>
            <a:avLst/>
            <a:gdLst/>
            <a:ahLst/>
            <a:cxnLst/>
            <a:rect l="0" t="0" r="r" b="b"/>
            <a:pathLst>
              <a:path w="3849697" h="2982205">
                <a:moveTo>
                  <a:pt x="3805176" y="88386"/>
                </a:moveTo>
                <a:lnTo>
                  <a:pt x="3849697" y="88386"/>
                </a:lnTo>
                <a:lnTo>
                  <a:pt x="3849697" y="0"/>
                </a:lnTo>
                <a:lnTo>
                  <a:pt x="3805176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05" name="Shape 1105"/>
          <p:cNvSpPr/>
          <p:nvPr/>
        </p:nvSpPr>
        <p:spPr>
          <a:xfrm>
            <a:off x="0" y="985339"/>
            <a:ext cx="3003811" cy="2681039"/>
          </a:xfrm>
          <a:custGeom>
            <a:avLst/>
            <a:gdLst/>
            <a:ahLst/>
            <a:cxnLst/>
            <a:rect l="0" t="0" r="r" b="b"/>
            <a:pathLst>
              <a:path w="3003811" h="2681039">
                <a:moveTo>
                  <a:pt x="2959291" y="88386"/>
                </a:moveTo>
                <a:lnTo>
                  <a:pt x="3003811" y="88386"/>
                </a:lnTo>
                <a:lnTo>
                  <a:pt x="3003811" y="0"/>
                </a:lnTo>
                <a:lnTo>
                  <a:pt x="2959291" y="0"/>
                </a:lnTo>
                <a:close/>
              </a:path>
            </a:pathLst>
          </a:custGeom>
          <a:solidFill>
            <a:srgbClr val="EDEDED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06" name="Shape 1106"/>
          <p:cNvSpPr/>
          <p:nvPr/>
        </p:nvSpPr>
        <p:spPr>
          <a:xfrm>
            <a:off x="0" y="985339"/>
            <a:ext cx="3048331" cy="2681039"/>
          </a:xfrm>
          <a:custGeom>
            <a:avLst/>
            <a:gdLst/>
            <a:ahLst/>
            <a:cxnLst/>
            <a:rect l="0" t="0" r="r" b="b"/>
            <a:pathLst>
              <a:path w="3048331" h="2681039">
                <a:moveTo>
                  <a:pt x="3003811" y="88386"/>
                </a:moveTo>
                <a:lnTo>
                  <a:pt x="3048331" y="88386"/>
                </a:lnTo>
                <a:lnTo>
                  <a:pt x="3048331" y="0"/>
                </a:lnTo>
                <a:lnTo>
                  <a:pt x="3003811" y="0"/>
                </a:lnTo>
                <a:close/>
              </a:path>
            </a:pathLst>
          </a:custGeom>
          <a:solidFill>
            <a:srgbClr val="EDEDED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07" name="Shape 1107"/>
          <p:cNvSpPr/>
          <p:nvPr/>
        </p:nvSpPr>
        <p:spPr>
          <a:xfrm>
            <a:off x="0" y="985339"/>
            <a:ext cx="3092851" cy="2681039"/>
          </a:xfrm>
          <a:custGeom>
            <a:avLst/>
            <a:gdLst/>
            <a:ahLst/>
            <a:cxnLst/>
            <a:rect l="0" t="0" r="r" b="b"/>
            <a:pathLst>
              <a:path w="3092851" h="2681039">
                <a:moveTo>
                  <a:pt x="3048331" y="88386"/>
                </a:moveTo>
                <a:lnTo>
                  <a:pt x="3092851" y="88386"/>
                </a:lnTo>
                <a:lnTo>
                  <a:pt x="3092851" y="0"/>
                </a:lnTo>
                <a:lnTo>
                  <a:pt x="3048331" y="0"/>
                </a:lnTo>
                <a:close/>
              </a:path>
            </a:pathLst>
          </a:custGeom>
          <a:solidFill>
            <a:srgbClr val="EDEDED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08" name="Shape 1108"/>
          <p:cNvSpPr/>
          <p:nvPr/>
        </p:nvSpPr>
        <p:spPr>
          <a:xfrm>
            <a:off x="0" y="985339"/>
            <a:ext cx="3137372" cy="2681039"/>
          </a:xfrm>
          <a:custGeom>
            <a:avLst/>
            <a:gdLst/>
            <a:ahLst/>
            <a:cxnLst/>
            <a:rect l="0" t="0" r="r" b="b"/>
            <a:pathLst>
              <a:path w="3137372" h="2681039">
                <a:moveTo>
                  <a:pt x="3092851" y="88386"/>
                </a:moveTo>
                <a:lnTo>
                  <a:pt x="3137372" y="88386"/>
                </a:lnTo>
                <a:lnTo>
                  <a:pt x="3137372" y="0"/>
                </a:lnTo>
                <a:lnTo>
                  <a:pt x="3092851" y="0"/>
                </a:lnTo>
                <a:close/>
              </a:path>
            </a:pathLst>
          </a:custGeom>
          <a:solidFill>
            <a:srgbClr val="EDEDED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09" name="Shape 1109"/>
          <p:cNvSpPr/>
          <p:nvPr/>
        </p:nvSpPr>
        <p:spPr>
          <a:xfrm>
            <a:off x="0" y="985339"/>
            <a:ext cx="3181892" cy="2681039"/>
          </a:xfrm>
          <a:custGeom>
            <a:avLst/>
            <a:gdLst/>
            <a:ahLst/>
            <a:cxnLst/>
            <a:rect l="0" t="0" r="r" b="b"/>
            <a:pathLst>
              <a:path w="3181892" h="2681039">
                <a:moveTo>
                  <a:pt x="3137372" y="88386"/>
                </a:moveTo>
                <a:lnTo>
                  <a:pt x="3181892" y="88386"/>
                </a:lnTo>
                <a:lnTo>
                  <a:pt x="3181892" y="0"/>
                </a:lnTo>
                <a:lnTo>
                  <a:pt x="3137372" y="0"/>
                </a:lnTo>
                <a:close/>
              </a:path>
            </a:pathLst>
          </a:custGeom>
          <a:solidFill>
            <a:srgbClr val="EDEDED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10" name="Shape 1110"/>
          <p:cNvSpPr/>
          <p:nvPr/>
        </p:nvSpPr>
        <p:spPr>
          <a:xfrm>
            <a:off x="0" y="985339"/>
            <a:ext cx="3226412" cy="2681039"/>
          </a:xfrm>
          <a:custGeom>
            <a:avLst/>
            <a:gdLst/>
            <a:ahLst/>
            <a:cxnLst/>
            <a:rect l="0" t="0" r="r" b="b"/>
            <a:pathLst>
              <a:path w="3226412" h="2681039">
                <a:moveTo>
                  <a:pt x="3181892" y="88386"/>
                </a:moveTo>
                <a:lnTo>
                  <a:pt x="3226412" y="88386"/>
                </a:lnTo>
                <a:lnTo>
                  <a:pt x="3226412" y="0"/>
                </a:lnTo>
                <a:lnTo>
                  <a:pt x="3181892" y="0"/>
                </a:lnTo>
                <a:close/>
              </a:path>
            </a:pathLst>
          </a:custGeom>
          <a:solidFill>
            <a:srgbClr val="EDEDED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11" name="Shape 1111"/>
          <p:cNvSpPr/>
          <p:nvPr/>
        </p:nvSpPr>
        <p:spPr>
          <a:xfrm>
            <a:off x="0" y="985339"/>
            <a:ext cx="3270933" cy="2681039"/>
          </a:xfrm>
          <a:custGeom>
            <a:avLst/>
            <a:gdLst/>
            <a:ahLst/>
            <a:cxnLst/>
            <a:rect l="0" t="0" r="r" b="b"/>
            <a:pathLst>
              <a:path w="3270933" h="2681039">
                <a:moveTo>
                  <a:pt x="3226412" y="88386"/>
                </a:moveTo>
                <a:lnTo>
                  <a:pt x="3270933" y="88386"/>
                </a:lnTo>
                <a:lnTo>
                  <a:pt x="3270933" y="0"/>
                </a:lnTo>
                <a:lnTo>
                  <a:pt x="3226412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12" name="Shape 1112"/>
          <p:cNvSpPr/>
          <p:nvPr/>
        </p:nvSpPr>
        <p:spPr>
          <a:xfrm>
            <a:off x="0" y="985339"/>
            <a:ext cx="3315453" cy="2681039"/>
          </a:xfrm>
          <a:custGeom>
            <a:avLst/>
            <a:gdLst/>
            <a:ahLst/>
            <a:cxnLst/>
            <a:rect l="0" t="0" r="r" b="b"/>
            <a:pathLst>
              <a:path w="3315453" h="2681039">
                <a:moveTo>
                  <a:pt x="3270933" y="88386"/>
                </a:moveTo>
                <a:lnTo>
                  <a:pt x="3315453" y="88386"/>
                </a:lnTo>
                <a:lnTo>
                  <a:pt x="3315453" y="0"/>
                </a:lnTo>
                <a:lnTo>
                  <a:pt x="3270933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13" name="Shape 1113"/>
          <p:cNvSpPr/>
          <p:nvPr/>
        </p:nvSpPr>
        <p:spPr>
          <a:xfrm>
            <a:off x="0" y="985339"/>
            <a:ext cx="3359973" cy="2681039"/>
          </a:xfrm>
          <a:custGeom>
            <a:avLst/>
            <a:gdLst/>
            <a:ahLst/>
            <a:cxnLst/>
            <a:rect l="0" t="0" r="r" b="b"/>
            <a:pathLst>
              <a:path w="3359973" h="2681039">
                <a:moveTo>
                  <a:pt x="3315453" y="88386"/>
                </a:moveTo>
                <a:lnTo>
                  <a:pt x="3359973" y="88386"/>
                </a:lnTo>
                <a:lnTo>
                  <a:pt x="3359973" y="0"/>
                </a:lnTo>
                <a:lnTo>
                  <a:pt x="3315453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14" name="Shape 1114"/>
          <p:cNvSpPr/>
          <p:nvPr/>
        </p:nvSpPr>
        <p:spPr>
          <a:xfrm>
            <a:off x="0" y="985339"/>
            <a:ext cx="3404494" cy="2681039"/>
          </a:xfrm>
          <a:custGeom>
            <a:avLst/>
            <a:gdLst/>
            <a:ahLst/>
            <a:cxnLst/>
            <a:rect l="0" t="0" r="r" b="b"/>
            <a:pathLst>
              <a:path w="3404494" h="2681039">
                <a:moveTo>
                  <a:pt x="3359973" y="88386"/>
                </a:moveTo>
                <a:lnTo>
                  <a:pt x="3404494" y="88386"/>
                </a:lnTo>
                <a:lnTo>
                  <a:pt x="3404494" y="0"/>
                </a:lnTo>
                <a:lnTo>
                  <a:pt x="3359973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15" name="Shape 1115"/>
          <p:cNvSpPr/>
          <p:nvPr/>
        </p:nvSpPr>
        <p:spPr>
          <a:xfrm>
            <a:off x="0" y="985339"/>
            <a:ext cx="3449014" cy="2681039"/>
          </a:xfrm>
          <a:custGeom>
            <a:avLst/>
            <a:gdLst/>
            <a:ahLst/>
            <a:cxnLst/>
            <a:rect l="0" t="0" r="r" b="b"/>
            <a:pathLst>
              <a:path w="3449014" h="2681039">
                <a:moveTo>
                  <a:pt x="3404494" y="88386"/>
                </a:moveTo>
                <a:lnTo>
                  <a:pt x="3449014" y="88386"/>
                </a:lnTo>
                <a:lnTo>
                  <a:pt x="3449014" y="0"/>
                </a:lnTo>
                <a:lnTo>
                  <a:pt x="3404494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16" name="Shape 1116"/>
          <p:cNvSpPr/>
          <p:nvPr/>
        </p:nvSpPr>
        <p:spPr>
          <a:xfrm>
            <a:off x="0" y="985339"/>
            <a:ext cx="3493534" cy="2681039"/>
          </a:xfrm>
          <a:custGeom>
            <a:avLst/>
            <a:gdLst/>
            <a:ahLst/>
            <a:cxnLst/>
            <a:rect l="0" t="0" r="r" b="b"/>
            <a:pathLst>
              <a:path w="3493534" h="2681039">
                <a:moveTo>
                  <a:pt x="3449014" y="88386"/>
                </a:moveTo>
                <a:lnTo>
                  <a:pt x="3493534" y="88386"/>
                </a:lnTo>
                <a:lnTo>
                  <a:pt x="3493534" y="0"/>
                </a:lnTo>
                <a:lnTo>
                  <a:pt x="3449014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17" name="Shape 1117"/>
          <p:cNvSpPr/>
          <p:nvPr/>
        </p:nvSpPr>
        <p:spPr>
          <a:xfrm>
            <a:off x="0" y="985339"/>
            <a:ext cx="3538055" cy="2681039"/>
          </a:xfrm>
          <a:custGeom>
            <a:avLst/>
            <a:gdLst/>
            <a:ahLst/>
            <a:cxnLst/>
            <a:rect l="0" t="0" r="r" b="b"/>
            <a:pathLst>
              <a:path w="3538055" h="2681039">
                <a:moveTo>
                  <a:pt x="3493534" y="88386"/>
                </a:moveTo>
                <a:lnTo>
                  <a:pt x="3538055" y="88386"/>
                </a:lnTo>
                <a:lnTo>
                  <a:pt x="3538055" y="0"/>
                </a:lnTo>
                <a:lnTo>
                  <a:pt x="3493534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18" name="Shape 1118"/>
          <p:cNvSpPr/>
          <p:nvPr/>
        </p:nvSpPr>
        <p:spPr>
          <a:xfrm>
            <a:off x="0" y="985339"/>
            <a:ext cx="3582575" cy="2681039"/>
          </a:xfrm>
          <a:custGeom>
            <a:avLst/>
            <a:gdLst/>
            <a:ahLst/>
            <a:cxnLst/>
            <a:rect l="0" t="0" r="r" b="b"/>
            <a:pathLst>
              <a:path w="3582575" h="2681039">
                <a:moveTo>
                  <a:pt x="3538055" y="88386"/>
                </a:moveTo>
                <a:lnTo>
                  <a:pt x="3582575" y="88386"/>
                </a:lnTo>
                <a:lnTo>
                  <a:pt x="3582575" y="0"/>
                </a:lnTo>
                <a:lnTo>
                  <a:pt x="3538055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19" name="Shape 1119"/>
          <p:cNvSpPr/>
          <p:nvPr/>
        </p:nvSpPr>
        <p:spPr>
          <a:xfrm>
            <a:off x="0" y="985339"/>
            <a:ext cx="3627095" cy="2681039"/>
          </a:xfrm>
          <a:custGeom>
            <a:avLst/>
            <a:gdLst/>
            <a:ahLst/>
            <a:cxnLst/>
            <a:rect l="0" t="0" r="r" b="b"/>
            <a:pathLst>
              <a:path w="3627095" h="2681039">
                <a:moveTo>
                  <a:pt x="3582575" y="88386"/>
                </a:moveTo>
                <a:lnTo>
                  <a:pt x="3627095" y="88386"/>
                </a:lnTo>
                <a:lnTo>
                  <a:pt x="3627095" y="0"/>
                </a:lnTo>
                <a:lnTo>
                  <a:pt x="3582575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20" name="Shape 1120"/>
          <p:cNvSpPr/>
          <p:nvPr/>
        </p:nvSpPr>
        <p:spPr>
          <a:xfrm>
            <a:off x="0" y="985339"/>
            <a:ext cx="3671615" cy="2681039"/>
          </a:xfrm>
          <a:custGeom>
            <a:avLst/>
            <a:gdLst/>
            <a:ahLst/>
            <a:cxnLst/>
            <a:rect l="0" t="0" r="r" b="b"/>
            <a:pathLst>
              <a:path w="3671615" h="2681039">
                <a:moveTo>
                  <a:pt x="3627095" y="88386"/>
                </a:moveTo>
                <a:lnTo>
                  <a:pt x="3671615" y="88386"/>
                </a:lnTo>
                <a:lnTo>
                  <a:pt x="3671615" y="0"/>
                </a:lnTo>
                <a:lnTo>
                  <a:pt x="3627095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21" name="Shape 1121"/>
          <p:cNvSpPr/>
          <p:nvPr/>
        </p:nvSpPr>
        <p:spPr>
          <a:xfrm>
            <a:off x="0" y="985339"/>
            <a:ext cx="3716136" cy="2681039"/>
          </a:xfrm>
          <a:custGeom>
            <a:avLst/>
            <a:gdLst/>
            <a:ahLst/>
            <a:cxnLst/>
            <a:rect l="0" t="0" r="r" b="b"/>
            <a:pathLst>
              <a:path w="3716136" h="2681039">
                <a:moveTo>
                  <a:pt x="3671615" y="88386"/>
                </a:moveTo>
                <a:lnTo>
                  <a:pt x="3716136" y="88386"/>
                </a:lnTo>
                <a:lnTo>
                  <a:pt x="3716136" y="0"/>
                </a:lnTo>
                <a:lnTo>
                  <a:pt x="3671615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22" name="Shape 1122"/>
          <p:cNvSpPr/>
          <p:nvPr/>
        </p:nvSpPr>
        <p:spPr>
          <a:xfrm>
            <a:off x="0" y="985339"/>
            <a:ext cx="3760656" cy="2681039"/>
          </a:xfrm>
          <a:custGeom>
            <a:avLst/>
            <a:gdLst/>
            <a:ahLst/>
            <a:cxnLst/>
            <a:rect l="0" t="0" r="r" b="b"/>
            <a:pathLst>
              <a:path w="3760656" h="2681039">
                <a:moveTo>
                  <a:pt x="3716136" y="88386"/>
                </a:moveTo>
                <a:lnTo>
                  <a:pt x="3760656" y="88386"/>
                </a:lnTo>
                <a:lnTo>
                  <a:pt x="3760656" y="0"/>
                </a:lnTo>
                <a:lnTo>
                  <a:pt x="3716136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23" name="Shape 1123"/>
          <p:cNvSpPr/>
          <p:nvPr/>
        </p:nvSpPr>
        <p:spPr>
          <a:xfrm>
            <a:off x="0" y="985339"/>
            <a:ext cx="3805176" cy="2681039"/>
          </a:xfrm>
          <a:custGeom>
            <a:avLst/>
            <a:gdLst/>
            <a:ahLst/>
            <a:cxnLst/>
            <a:rect l="0" t="0" r="r" b="b"/>
            <a:pathLst>
              <a:path w="3805176" h="2681039">
                <a:moveTo>
                  <a:pt x="3760656" y="88386"/>
                </a:moveTo>
                <a:lnTo>
                  <a:pt x="3805176" y="88386"/>
                </a:lnTo>
                <a:lnTo>
                  <a:pt x="3805176" y="0"/>
                </a:lnTo>
                <a:lnTo>
                  <a:pt x="3760656" y="0"/>
                </a:lnTo>
                <a:close/>
              </a:path>
            </a:pathLst>
          </a:custGeom>
          <a:solidFill>
            <a:srgbClr val="B64342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24" name="Shape 1124"/>
          <p:cNvSpPr/>
          <p:nvPr/>
        </p:nvSpPr>
        <p:spPr>
          <a:xfrm>
            <a:off x="0" y="985339"/>
            <a:ext cx="3849697" cy="2681039"/>
          </a:xfrm>
          <a:custGeom>
            <a:avLst/>
            <a:gdLst/>
            <a:ahLst/>
            <a:cxnLst/>
            <a:rect l="0" t="0" r="r" b="b"/>
            <a:pathLst>
              <a:path w="3849697" h="2681039">
                <a:moveTo>
                  <a:pt x="3805176" y="88386"/>
                </a:moveTo>
                <a:lnTo>
                  <a:pt x="3849697" y="88386"/>
                </a:lnTo>
                <a:lnTo>
                  <a:pt x="3849697" y="0"/>
                </a:lnTo>
                <a:lnTo>
                  <a:pt x="3805176" y="0"/>
                </a:lnTo>
                <a:close/>
              </a:path>
            </a:pathLst>
          </a:custGeom>
          <a:solidFill>
            <a:srgbClr val="FFFFFF"/>
          </a:solidFill>
          <a:ln w="3175" cap="flat">
            <a:solidFill>
              <a:srgbClr val="BDBDBD"/>
            </a:solidFill>
            <a:miter/>
          </a:ln>
        </p:spPr>
      </p:sp>
      <p:sp>
        <p:nvSpPr>
          <p:cNvPr id="1125" name="Shape 1125"/>
          <p:cNvSpPr/>
          <p:nvPr/>
        </p:nvSpPr>
        <p:spPr>
          <a:xfrm>
            <a:off x="4975799" y="838029"/>
            <a:ext cx="225875" cy="1"/>
          </a:xfrm>
          <a:custGeom>
            <a:avLst/>
            <a:gdLst/>
            <a:ahLst/>
            <a:cxnLst/>
            <a:rect l="0" t="0" r="r" b="b"/>
            <a:pathLst>
              <a:path w="225875" h="1" fill="none">
                <a:moveTo>
                  <a:pt x="0" y="0"/>
                </a:moveTo>
                <a:lnTo>
                  <a:pt x="225875" y="0"/>
                </a:lnTo>
              </a:path>
            </a:pathLst>
          </a:custGeom>
          <a:noFill/>
          <a:ln w="12700" cap="sq">
            <a:solidFill>
              <a:srgbClr val="272727"/>
            </a:solidFill>
            <a:round/>
          </a:ln>
        </p:spPr>
      </p:sp>
      <p:sp>
        <p:nvSpPr>
          <p:cNvPr id="1126" name="Shape 1126"/>
          <p:cNvSpPr/>
          <p:nvPr/>
        </p:nvSpPr>
        <p:spPr>
          <a:xfrm>
            <a:off x="5201674" y="838029"/>
            <a:ext cx="225875" cy="1"/>
          </a:xfrm>
          <a:custGeom>
            <a:avLst/>
            <a:gdLst/>
            <a:ahLst/>
            <a:cxnLst/>
            <a:rect l="0" t="0" r="r" b="b"/>
            <a:pathLst>
              <a:path w="225875" h="1" fill="none">
                <a:moveTo>
                  <a:pt x="0" y="0"/>
                </a:moveTo>
                <a:lnTo>
                  <a:pt x="225875" y="0"/>
                </a:lnTo>
              </a:path>
            </a:pathLst>
          </a:custGeom>
          <a:noFill/>
          <a:ln w="12700" cap="sq">
            <a:solidFill>
              <a:srgbClr val="272727"/>
            </a:solidFill>
            <a:round/>
          </a:ln>
        </p:spPr>
      </p:sp>
      <p:sp>
        <p:nvSpPr>
          <p:cNvPr id="1127" name="Shape 1127"/>
          <p:cNvSpPr/>
          <p:nvPr/>
        </p:nvSpPr>
        <p:spPr>
          <a:xfrm>
            <a:off x="5427549" y="838029"/>
            <a:ext cx="225875" cy="1"/>
          </a:xfrm>
          <a:custGeom>
            <a:avLst/>
            <a:gdLst/>
            <a:ahLst/>
            <a:cxnLst/>
            <a:rect l="0" t="0" r="r" b="b"/>
            <a:pathLst>
              <a:path w="225875" h="1" fill="none">
                <a:moveTo>
                  <a:pt x="0" y="0"/>
                </a:moveTo>
                <a:lnTo>
                  <a:pt x="225875" y="0"/>
                </a:lnTo>
              </a:path>
            </a:pathLst>
          </a:custGeom>
          <a:noFill/>
          <a:ln w="12700" cap="sq">
            <a:solidFill>
              <a:srgbClr val="272727"/>
            </a:solidFill>
            <a:round/>
          </a:ln>
        </p:spPr>
      </p:sp>
      <p:sp>
        <p:nvSpPr>
          <p:cNvPr id="1128" name="Shape 1128"/>
          <p:cNvSpPr/>
          <p:nvPr/>
        </p:nvSpPr>
        <p:spPr>
          <a:xfrm>
            <a:off x="5653424" y="838029"/>
            <a:ext cx="225875" cy="1"/>
          </a:xfrm>
          <a:custGeom>
            <a:avLst/>
            <a:gdLst/>
            <a:ahLst/>
            <a:cxnLst/>
            <a:rect l="0" t="0" r="r" b="b"/>
            <a:pathLst>
              <a:path w="225875" h="1" fill="none">
                <a:moveTo>
                  <a:pt x="0" y="0"/>
                </a:moveTo>
                <a:lnTo>
                  <a:pt x="225875" y="0"/>
                </a:lnTo>
              </a:path>
            </a:pathLst>
          </a:custGeom>
          <a:noFill/>
          <a:ln w="12700" cap="sq">
            <a:solidFill>
              <a:srgbClr val="272727"/>
            </a:solidFill>
            <a:round/>
          </a:ln>
        </p:spPr>
      </p:sp>
      <p:sp>
        <p:nvSpPr>
          <p:cNvPr id="1129" name="Shape 1129"/>
          <p:cNvSpPr/>
          <p:nvPr/>
        </p:nvSpPr>
        <p:spPr>
          <a:xfrm>
            <a:off x="5879299" y="838029"/>
            <a:ext cx="225875" cy="1"/>
          </a:xfrm>
          <a:custGeom>
            <a:avLst/>
            <a:gdLst/>
            <a:ahLst/>
            <a:cxnLst/>
            <a:rect l="0" t="0" r="r" b="b"/>
            <a:pathLst>
              <a:path w="225875" h="1" fill="none">
                <a:moveTo>
                  <a:pt x="0" y="0"/>
                </a:moveTo>
                <a:lnTo>
                  <a:pt x="225875" y="0"/>
                </a:lnTo>
              </a:path>
            </a:pathLst>
          </a:custGeom>
          <a:noFill/>
          <a:ln w="12700" cap="sq">
            <a:solidFill>
              <a:srgbClr val="272727"/>
            </a:solidFill>
            <a:round/>
          </a:ln>
        </p:spPr>
      </p:sp>
      <p:sp>
        <p:nvSpPr>
          <p:cNvPr id="1130" name="Shape 1130"/>
          <p:cNvSpPr/>
          <p:nvPr/>
        </p:nvSpPr>
        <p:spPr>
          <a:xfrm>
            <a:off x="6105174" y="838029"/>
            <a:ext cx="225875" cy="1"/>
          </a:xfrm>
          <a:custGeom>
            <a:avLst/>
            <a:gdLst/>
            <a:ahLst/>
            <a:cxnLst/>
            <a:rect l="0" t="0" r="r" b="b"/>
            <a:pathLst>
              <a:path w="225875" h="1" fill="none">
                <a:moveTo>
                  <a:pt x="0" y="0"/>
                </a:moveTo>
                <a:lnTo>
                  <a:pt x="225875" y="0"/>
                </a:lnTo>
              </a:path>
            </a:pathLst>
          </a:custGeom>
          <a:noFill/>
          <a:ln w="12700" cap="sq">
            <a:solidFill>
              <a:srgbClr val="272727"/>
            </a:solidFill>
            <a:round/>
          </a:ln>
        </p:spPr>
      </p:sp>
      <p:sp>
        <p:nvSpPr>
          <p:cNvPr id="1131" name="Shape 1131"/>
          <p:cNvSpPr/>
          <p:nvPr/>
        </p:nvSpPr>
        <p:spPr>
          <a:xfrm>
            <a:off x="5444554" y="662447"/>
            <a:ext cx="191869" cy="97793"/>
          </a:xfrm>
          <a:custGeom>
            <a:avLst/>
            <a:gdLst/>
            <a:ahLst/>
            <a:cxnLst/>
            <a:rect l="0" t="0" r="r" b="b"/>
            <a:pathLst>
              <a:path w="191869" h="97793" fill="none">
                <a:moveTo>
                  <a:pt x="0" y="97788"/>
                </a:moveTo>
                <a:quadBezTo>
                  <a:pt x="95935" y="0"/>
                  <a:pt x="191870" y="97793"/>
                </a:quadBezTo>
              </a:path>
            </a:pathLst>
          </a:custGeom>
          <a:noFill/>
          <a:ln w="7620" cap="rnd">
            <a:solidFill>
              <a:srgbClr val="272727"/>
            </a:solidFill>
            <a:round/>
          </a:ln>
        </p:spPr>
      </p:sp>
      <p:sp>
        <p:nvSpPr>
          <p:cNvPr id="1132" name="Shape 1132"/>
          <p:cNvSpPr/>
          <p:nvPr/>
        </p:nvSpPr>
        <p:spPr>
          <a:xfrm>
            <a:off x="5896304" y="662447"/>
            <a:ext cx="191869" cy="97793"/>
          </a:xfrm>
          <a:custGeom>
            <a:avLst/>
            <a:gdLst/>
            <a:ahLst/>
            <a:cxnLst/>
            <a:rect l="0" t="0" r="r" b="b"/>
            <a:pathLst>
              <a:path w="191869" h="97793" fill="none">
                <a:moveTo>
                  <a:pt x="0" y="97788"/>
                </a:moveTo>
                <a:quadBezTo>
                  <a:pt x="95935" y="0"/>
                  <a:pt x="191870" y="97793"/>
                </a:quadBezTo>
              </a:path>
            </a:pathLst>
          </a:custGeom>
          <a:noFill/>
          <a:ln w="7620" cap="rnd">
            <a:solidFill>
              <a:srgbClr val="272727"/>
            </a:solidFill>
            <a:round/>
          </a:ln>
        </p:spPr>
      </p:sp>
      <p:sp>
        <p:nvSpPr>
          <p:cNvPr id="1133" name="Shape 1133"/>
          <p:cNvSpPr/>
          <p:nvPr/>
        </p:nvSpPr>
        <p:spPr>
          <a:xfrm>
            <a:off x="5655626" y="331169"/>
            <a:ext cx="443766" cy="410099"/>
          </a:xfrm>
          <a:custGeom>
            <a:avLst/>
            <a:gdLst/>
            <a:ahLst/>
            <a:cxnLst/>
            <a:rect l="0" t="0" r="r" b="b"/>
            <a:pathLst>
              <a:path w="443766" h="410099" fill="none">
                <a:moveTo>
                  <a:pt x="0" y="0"/>
                </a:moveTo>
                <a:quadBezTo>
                  <a:pt x="356075" y="59843"/>
                  <a:pt x="443767" y="410100"/>
                </a:quadBezTo>
              </a:path>
            </a:pathLst>
          </a:custGeom>
          <a:noFill/>
          <a:ln w="8890" cap="rnd">
            <a:solidFill>
              <a:srgbClr val="9A4D8E"/>
            </a:solidFill>
            <a:custDash>
              <a:ds d="120000" sp="90000"/>
            </a:custDash>
            <a:round/>
          </a:ln>
        </p:spPr>
      </p:sp>
      <p:sp>
        <p:nvSpPr>
          <p:cNvPr id="1134" name="Shape 1134"/>
          <p:cNvSpPr/>
          <p:nvPr/>
        </p:nvSpPr>
        <p:spPr>
          <a:xfrm>
            <a:off x="259384" y="2317674"/>
            <a:ext cx="5750856" cy="1290791"/>
          </a:xfrm>
          <a:custGeom>
            <a:avLst/>
            <a:gdLst/>
            <a:ahLst/>
            <a:cxnLst/>
            <a:rect l="0" t="0" r="r" b="b"/>
            <a:pathLst>
              <a:path w="5750856" h="1290791">
                <a:moveTo>
                  <a:pt x="5312201" y="104754"/>
                </a:moveTo>
                <a:lnTo>
                  <a:pt x="5731216" y="104754"/>
                </a:lnTo>
                <a:quadBezTo>
                  <a:pt x="5750857" y="104754"/>
                  <a:pt x="5750857" y="85113"/>
                </a:quadBezTo>
                <a:lnTo>
                  <a:pt x="5750857" y="19642"/>
                </a:lnTo>
                <a:quadBezTo>
                  <a:pt x="5750857" y="0"/>
                  <a:pt x="5731216" y="0"/>
                </a:quadBezTo>
                <a:lnTo>
                  <a:pt x="5312201" y="0"/>
                </a:lnTo>
                <a:quadBezTo>
                  <a:pt x="5292560" y="0"/>
                  <a:pt x="5292560" y="19642"/>
                </a:quadBezTo>
                <a:lnTo>
                  <a:pt x="5292560" y="85113"/>
                </a:lnTo>
                <a:quadBezTo>
                  <a:pt x="5292560" y="104754"/>
                  <a:pt x="5312201" y="104754"/>
                </a:quadBezTo>
                <a:close/>
              </a:path>
            </a:pathLst>
          </a:custGeom>
          <a:solidFill>
            <a:srgbClr val="E4EDF8"/>
          </a:solidFill>
          <a:ln w="6350" cap="flat">
            <a:solidFill>
              <a:srgbClr val="9CB9DD"/>
            </a:solidFill>
            <a:miter/>
          </a:ln>
        </p:spPr>
      </p:sp>
      <p:sp>
        <p:nvSpPr>
          <p:cNvPr id="1135" name="Shape 1135"/>
          <p:cNvSpPr/>
          <p:nvPr/>
        </p:nvSpPr>
        <p:spPr>
          <a:xfrm>
            <a:off x="259384" y="2458437"/>
            <a:ext cx="5750856" cy="1156581"/>
          </a:xfrm>
          <a:custGeom>
            <a:avLst/>
            <a:gdLst/>
            <a:ahLst/>
            <a:cxnLst/>
            <a:rect l="0" t="0" r="r" b="b"/>
            <a:pathLst>
              <a:path w="5750856" h="1156581">
                <a:moveTo>
                  <a:pt x="5312201" y="104754"/>
                </a:moveTo>
                <a:lnTo>
                  <a:pt x="5731216" y="104754"/>
                </a:lnTo>
                <a:quadBezTo>
                  <a:pt x="5750857" y="104754"/>
                  <a:pt x="5750857" y="85112"/>
                </a:quadBezTo>
                <a:lnTo>
                  <a:pt x="5750857" y="19641"/>
                </a:lnTo>
                <a:quadBezTo>
                  <a:pt x="5750857" y="0"/>
                  <a:pt x="5731216" y="0"/>
                </a:quadBezTo>
                <a:lnTo>
                  <a:pt x="5312201" y="0"/>
                </a:lnTo>
                <a:quadBezTo>
                  <a:pt x="5292560" y="0"/>
                  <a:pt x="5292560" y="19641"/>
                </a:quadBezTo>
                <a:lnTo>
                  <a:pt x="5292560" y="85112"/>
                </a:lnTo>
                <a:quadBezTo>
                  <a:pt x="5292560" y="104754"/>
                  <a:pt x="5312201" y="104754"/>
                </a:quadBezTo>
                <a:close/>
              </a:path>
            </a:pathLst>
          </a:custGeom>
          <a:solidFill>
            <a:srgbClr val="E4EDF8"/>
          </a:solidFill>
          <a:ln w="6350" cap="flat">
            <a:solidFill>
              <a:srgbClr val="9CB9DD"/>
            </a:solidFill>
            <a:miter/>
          </a:ln>
        </p:spPr>
      </p:sp>
      <p:sp>
        <p:nvSpPr>
          <p:cNvPr id="1136" name="Shape 1136"/>
          <p:cNvSpPr/>
          <p:nvPr/>
        </p:nvSpPr>
        <p:spPr>
          <a:xfrm>
            <a:off x="259384" y="2599200"/>
            <a:ext cx="5750856" cy="1022372"/>
          </a:xfrm>
          <a:custGeom>
            <a:avLst/>
            <a:gdLst/>
            <a:ahLst/>
            <a:cxnLst/>
            <a:rect l="0" t="0" r="r" b="b"/>
            <a:pathLst>
              <a:path w="5750856" h="1022372">
                <a:moveTo>
                  <a:pt x="5312201" y="104753"/>
                </a:moveTo>
                <a:lnTo>
                  <a:pt x="5731216" y="104753"/>
                </a:lnTo>
                <a:quadBezTo>
                  <a:pt x="5750857" y="104753"/>
                  <a:pt x="5750857" y="85112"/>
                </a:quadBezTo>
                <a:lnTo>
                  <a:pt x="5750857" y="19641"/>
                </a:lnTo>
                <a:quadBezTo>
                  <a:pt x="5750857" y="0"/>
                  <a:pt x="5731216" y="0"/>
                </a:quadBezTo>
                <a:lnTo>
                  <a:pt x="5312201" y="0"/>
                </a:lnTo>
                <a:quadBezTo>
                  <a:pt x="5292560" y="0"/>
                  <a:pt x="5292560" y="19641"/>
                </a:quadBezTo>
                <a:lnTo>
                  <a:pt x="5292560" y="85112"/>
                </a:lnTo>
                <a:quadBezTo>
                  <a:pt x="5292560" y="104753"/>
                  <a:pt x="5312201" y="104753"/>
                </a:quadBezTo>
                <a:close/>
              </a:path>
            </a:pathLst>
          </a:custGeom>
          <a:solidFill>
            <a:srgbClr val="E4EDF8"/>
          </a:solidFill>
          <a:ln w="6350" cap="flat">
            <a:solidFill>
              <a:srgbClr val="9CB9DD"/>
            </a:solidFill>
            <a:miter/>
          </a:ln>
        </p:spPr>
      </p:sp>
      <p:sp>
        <p:nvSpPr>
          <p:cNvPr id="1137" name="Shape 1137"/>
          <p:cNvSpPr/>
          <p:nvPr/>
        </p:nvSpPr>
        <p:spPr>
          <a:xfrm>
            <a:off x="259384" y="2739963"/>
            <a:ext cx="5750856" cy="888162"/>
          </a:xfrm>
          <a:custGeom>
            <a:avLst/>
            <a:gdLst/>
            <a:ahLst/>
            <a:cxnLst/>
            <a:rect l="0" t="0" r="r" b="b"/>
            <a:pathLst>
              <a:path w="5750856" h="888162">
                <a:moveTo>
                  <a:pt x="5312201" y="104753"/>
                </a:moveTo>
                <a:lnTo>
                  <a:pt x="5731216" y="104753"/>
                </a:lnTo>
                <a:quadBezTo>
                  <a:pt x="5750857" y="104753"/>
                  <a:pt x="5750857" y="85112"/>
                </a:quadBezTo>
                <a:lnTo>
                  <a:pt x="5750857" y="19641"/>
                </a:lnTo>
                <a:quadBezTo>
                  <a:pt x="5750857" y="0"/>
                  <a:pt x="5731216" y="0"/>
                </a:quadBezTo>
                <a:lnTo>
                  <a:pt x="5312201" y="0"/>
                </a:lnTo>
                <a:quadBezTo>
                  <a:pt x="5292560" y="0"/>
                  <a:pt x="5292560" y="19641"/>
                </a:quadBezTo>
                <a:lnTo>
                  <a:pt x="5292560" y="85112"/>
                </a:lnTo>
                <a:quadBezTo>
                  <a:pt x="5292560" y="104753"/>
                  <a:pt x="5312201" y="104753"/>
                </a:quadBezTo>
                <a:close/>
              </a:path>
            </a:pathLst>
          </a:custGeom>
          <a:solidFill>
            <a:srgbClr val="E4EDF8"/>
          </a:solidFill>
          <a:ln w="6350" cap="flat">
            <a:solidFill>
              <a:srgbClr val="9CB9DD"/>
            </a:solidFill>
            <a:miter/>
          </a:ln>
        </p:spPr>
      </p:sp>
      <p:sp>
        <p:nvSpPr>
          <p:cNvPr id="1138" name="Shape 1138"/>
          <p:cNvSpPr/>
          <p:nvPr/>
        </p:nvSpPr>
        <p:spPr>
          <a:xfrm>
            <a:off x="259384" y="2880725"/>
            <a:ext cx="5750856" cy="753953"/>
          </a:xfrm>
          <a:custGeom>
            <a:avLst/>
            <a:gdLst/>
            <a:ahLst/>
            <a:cxnLst/>
            <a:rect l="0" t="0" r="r" b="b"/>
            <a:pathLst>
              <a:path w="5750856" h="753953">
                <a:moveTo>
                  <a:pt x="5312201" y="104754"/>
                </a:moveTo>
                <a:lnTo>
                  <a:pt x="5731216" y="104754"/>
                </a:lnTo>
                <a:quadBezTo>
                  <a:pt x="5750857" y="104754"/>
                  <a:pt x="5750857" y="85113"/>
                </a:quadBezTo>
                <a:lnTo>
                  <a:pt x="5750857" y="19642"/>
                </a:lnTo>
                <a:quadBezTo>
                  <a:pt x="5750857" y="0"/>
                  <a:pt x="5731216" y="0"/>
                </a:quadBezTo>
                <a:lnTo>
                  <a:pt x="5312201" y="0"/>
                </a:lnTo>
                <a:quadBezTo>
                  <a:pt x="5292560" y="0"/>
                  <a:pt x="5292560" y="19642"/>
                </a:quadBezTo>
                <a:lnTo>
                  <a:pt x="5292560" y="85113"/>
                </a:lnTo>
                <a:quadBezTo>
                  <a:pt x="5292560" y="104754"/>
                  <a:pt x="5312201" y="104754"/>
                </a:quadBezTo>
                <a:close/>
              </a:path>
            </a:pathLst>
          </a:custGeom>
          <a:solidFill>
            <a:srgbClr val="E4EDF8"/>
          </a:solidFill>
          <a:ln w="6350" cap="flat">
            <a:solidFill>
              <a:srgbClr val="9CB9DD"/>
            </a:solidFill>
            <a:miter/>
          </a:ln>
        </p:spPr>
      </p:sp>
      <p:sp>
        <p:nvSpPr>
          <p:cNvPr id="1139" name="Shape 1139"/>
          <p:cNvSpPr/>
          <p:nvPr/>
        </p:nvSpPr>
        <p:spPr>
          <a:xfrm>
            <a:off x="259384" y="3021488"/>
            <a:ext cx="5750856" cy="619743"/>
          </a:xfrm>
          <a:custGeom>
            <a:avLst/>
            <a:gdLst/>
            <a:ahLst/>
            <a:cxnLst/>
            <a:rect l="0" t="0" r="r" b="b"/>
            <a:pathLst>
              <a:path w="5750856" h="619743">
                <a:moveTo>
                  <a:pt x="5312201" y="104754"/>
                </a:moveTo>
                <a:lnTo>
                  <a:pt x="5731216" y="104754"/>
                </a:lnTo>
                <a:quadBezTo>
                  <a:pt x="5750857" y="104754"/>
                  <a:pt x="5750857" y="85112"/>
                </a:quadBezTo>
                <a:lnTo>
                  <a:pt x="5750857" y="19641"/>
                </a:lnTo>
                <a:quadBezTo>
                  <a:pt x="5750857" y="0"/>
                  <a:pt x="5731216" y="0"/>
                </a:quadBezTo>
                <a:lnTo>
                  <a:pt x="5312201" y="0"/>
                </a:lnTo>
                <a:quadBezTo>
                  <a:pt x="5292560" y="0"/>
                  <a:pt x="5292560" y="19641"/>
                </a:quadBezTo>
                <a:lnTo>
                  <a:pt x="5292560" y="85112"/>
                </a:lnTo>
                <a:quadBezTo>
                  <a:pt x="5292560" y="104754"/>
                  <a:pt x="5312201" y="104754"/>
                </a:quadBezTo>
                <a:close/>
              </a:path>
            </a:pathLst>
          </a:custGeom>
          <a:solidFill>
            <a:srgbClr val="E4EDF8"/>
          </a:solidFill>
          <a:ln w="6350" cap="flat">
            <a:solidFill>
              <a:srgbClr val="9CB9DD"/>
            </a:solidFill>
            <a:miter/>
          </a:ln>
        </p:spPr>
      </p:sp>
      <p:sp>
        <p:nvSpPr>
          <p:cNvPr id="1140" name="Shape 1140"/>
          <p:cNvSpPr/>
          <p:nvPr/>
        </p:nvSpPr>
        <p:spPr>
          <a:xfrm>
            <a:off x="168706" y="2235836"/>
            <a:ext cx="5068976" cy="1375221"/>
          </a:xfrm>
          <a:custGeom>
            <a:avLst/>
            <a:gdLst/>
            <a:ahLst/>
            <a:cxnLst/>
            <a:rect l="0" t="0" r="r" b="b"/>
            <a:pathLst>
              <a:path w="5068976" h="1375221">
                <a:moveTo>
                  <a:pt x="3455116" y="242242"/>
                </a:moveTo>
                <a:lnTo>
                  <a:pt x="5046062" y="242242"/>
                </a:lnTo>
                <a:quadBezTo>
                  <a:pt x="5068977" y="242242"/>
                  <a:pt x="5068977" y="219328"/>
                </a:quadBezTo>
                <a:lnTo>
                  <a:pt x="5068977" y="22914"/>
                </a:lnTo>
                <a:quadBezTo>
                  <a:pt x="5068977" y="0"/>
                  <a:pt x="5046062" y="0"/>
                </a:quadBezTo>
                <a:lnTo>
                  <a:pt x="3455116" y="0"/>
                </a:lnTo>
                <a:quadBezTo>
                  <a:pt x="3432201" y="0"/>
                  <a:pt x="3432201" y="22914"/>
                </a:quadBezTo>
                <a:lnTo>
                  <a:pt x="3432201" y="219328"/>
                </a:lnTo>
                <a:quadBezTo>
                  <a:pt x="3432201" y="242242"/>
                  <a:pt x="3455116" y="242242"/>
                </a:quadBezTo>
                <a:close/>
              </a:path>
            </a:pathLst>
          </a:custGeom>
          <a:solidFill>
            <a:srgbClr val="FFF6CC"/>
          </a:solidFill>
          <a:ln w="11430" cap="flat">
            <a:solidFill>
              <a:srgbClr val="C9A400"/>
            </a:solidFill>
            <a:miter/>
          </a:ln>
        </p:spPr>
      </p:sp>
      <p:sp>
        <p:nvSpPr>
          <p:cNvPr id="1141" name="Shape 1141"/>
          <p:cNvSpPr/>
          <p:nvPr/>
        </p:nvSpPr>
        <p:spPr>
          <a:xfrm>
            <a:off x="168706" y="2550097"/>
            <a:ext cx="5068976" cy="1075590"/>
          </a:xfrm>
          <a:custGeom>
            <a:avLst/>
            <a:gdLst/>
            <a:ahLst/>
            <a:cxnLst/>
            <a:rect l="0" t="0" r="r" b="b"/>
            <a:pathLst>
              <a:path w="5068976" h="1075590">
                <a:moveTo>
                  <a:pt x="3455116" y="242242"/>
                </a:moveTo>
                <a:lnTo>
                  <a:pt x="5046062" y="242242"/>
                </a:lnTo>
                <a:quadBezTo>
                  <a:pt x="5068977" y="242242"/>
                  <a:pt x="5068977" y="219327"/>
                </a:quadBezTo>
                <a:lnTo>
                  <a:pt x="5068977" y="22914"/>
                </a:lnTo>
                <a:quadBezTo>
                  <a:pt x="5068977" y="0"/>
                  <a:pt x="5046062" y="0"/>
                </a:quadBezTo>
                <a:lnTo>
                  <a:pt x="3455116" y="0"/>
                </a:lnTo>
                <a:quadBezTo>
                  <a:pt x="3432201" y="0"/>
                  <a:pt x="3432201" y="22914"/>
                </a:quadBezTo>
                <a:lnTo>
                  <a:pt x="3432201" y="219327"/>
                </a:lnTo>
                <a:quadBezTo>
                  <a:pt x="3432201" y="242242"/>
                  <a:pt x="3455116" y="242242"/>
                </a:quadBezTo>
                <a:close/>
              </a:path>
            </a:pathLst>
          </a:custGeom>
          <a:solidFill>
            <a:srgbClr val="FFFFFF"/>
          </a:solidFill>
          <a:ln w="11430" cap="flat">
            <a:solidFill>
              <a:srgbClr val="42949E"/>
            </a:solidFill>
            <a:miter/>
          </a:ln>
        </p:spPr>
      </p:sp>
      <p:sp>
        <p:nvSpPr>
          <p:cNvPr id="1142" name="Shape 1142"/>
          <p:cNvSpPr/>
          <p:nvPr/>
        </p:nvSpPr>
        <p:spPr>
          <a:xfrm>
            <a:off x="168706" y="2864358"/>
            <a:ext cx="5068976" cy="775959"/>
          </a:xfrm>
          <a:custGeom>
            <a:avLst/>
            <a:gdLst/>
            <a:ahLst/>
            <a:cxnLst/>
            <a:rect l="0" t="0" r="r" b="b"/>
            <a:pathLst>
              <a:path w="5068976" h="775959">
                <a:moveTo>
                  <a:pt x="3455116" y="242242"/>
                </a:moveTo>
                <a:lnTo>
                  <a:pt x="5046062" y="242242"/>
                </a:lnTo>
                <a:quadBezTo>
                  <a:pt x="5068977" y="242242"/>
                  <a:pt x="5068977" y="219327"/>
                </a:quadBezTo>
                <a:lnTo>
                  <a:pt x="5068977" y="22914"/>
                </a:lnTo>
                <a:quadBezTo>
                  <a:pt x="5068977" y="0"/>
                  <a:pt x="5046062" y="0"/>
                </a:quadBezTo>
                <a:lnTo>
                  <a:pt x="3455116" y="0"/>
                </a:lnTo>
                <a:quadBezTo>
                  <a:pt x="3432201" y="0"/>
                  <a:pt x="3432201" y="22914"/>
                </a:quadBezTo>
                <a:lnTo>
                  <a:pt x="3432201" y="219327"/>
                </a:lnTo>
                <a:quadBezTo>
                  <a:pt x="3432201" y="242242"/>
                  <a:pt x="3455116" y="242242"/>
                </a:quadBezTo>
                <a:close/>
              </a:path>
            </a:pathLst>
          </a:custGeom>
          <a:solidFill>
            <a:srgbClr val="FFFFFF"/>
          </a:solidFill>
          <a:ln w="11430" cap="flat">
            <a:solidFill>
              <a:srgbClr val="3775BA"/>
            </a:solidFill>
            <a:miter/>
          </a:ln>
        </p:spPr>
      </p:sp>
      <p:sp>
        <p:nvSpPr>
          <p:cNvPr id="1143" name="Shape 1143"/>
          <p:cNvSpPr/>
          <p:nvPr/>
        </p:nvSpPr>
        <p:spPr>
          <a:xfrm>
            <a:off x="168706" y="3178618"/>
            <a:ext cx="5068976" cy="476329"/>
          </a:xfrm>
          <a:custGeom>
            <a:avLst/>
            <a:gdLst/>
            <a:ahLst/>
            <a:cxnLst/>
            <a:rect l="0" t="0" r="r" b="b"/>
            <a:pathLst>
              <a:path w="5068976" h="476329">
                <a:moveTo>
                  <a:pt x="3455116" y="242243"/>
                </a:moveTo>
                <a:lnTo>
                  <a:pt x="5046062" y="242243"/>
                </a:lnTo>
                <a:quadBezTo>
                  <a:pt x="5068977" y="242243"/>
                  <a:pt x="5068977" y="219328"/>
                </a:quadBezTo>
                <a:lnTo>
                  <a:pt x="5068977" y="22915"/>
                </a:lnTo>
                <a:quadBezTo>
                  <a:pt x="5068977" y="0"/>
                  <a:pt x="5046062" y="0"/>
                </a:quadBezTo>
                <a:lnTo>
                  <a:pt x="3455116" y="0"/>
                </a:lnTo>
                <a:quadBezTo>
                  <a:pt x="3432201" y="0"/>
                  <a:pt x="3432201" y="22915"/>
                </a:quadBezTo>
                <a:lnTo>
                  <a:pt x="3432201" y="219328"/>
                </a:lnTo>
                <a:quadBezTo>
                  <a:pt x="3432201" y="242243"/>
                  <a:pt x="3455116" y="242243"/>
                </a:quadBezTo>
                <a:close/>
              </a:path>
            </a:pathLst>
          </a:custGeom>
          <a:solidFill>
            <a:srgbClr val="FFFFFF"/>
          </a:solidFill>
          <a:ln w="11430" cap="flat">
            <a:solidFill>
              <a:srgbClr val="9A4D8E"/>
            </a:solidFill>
            <a:miter/>
          </a:ln>
        </p:spPr>
      </p:sp>
      <p:sp>
        <p:nvSpPr>
          <p:cNvPr id="1144" name="Shape 1144"/>
          <p:cNvSpPr/>
          <p:nvPr/>
        </p:nvSpPr>
        <p:spPr>
          <a:xfrm>
            <a:off x="129692" y="2566464"/>
            <a:ext cx="3327178" cy="1064556"/>
          </a:xfrm>
          <a:custGeom>
            <a:avLst/>
            <a:gdLst/>
            <a:ahLst/>
            <a:cxnLst/>
            <a:rect l="0" t="0" r="r" b="b"/>
            <a:pathLst>
              <a:path w="3327178" h="1064556">
                <a:moveTo>
                  <a:pt x="2656100" y="340450"/>
                </a:moveTo>
                <a:lnTo>
                  <a:pt x="3304264" y="340450"/>
                </a:lnTo>
                <a:quadBezTo>
                  <a:pt x="3327178" y="340450"/>
                  <a:pt x="3327178" y="317535"/>
                </a:quadBezTo>
                <a:lnTo>
                  <a:pt x="3327178" y="22915"/>
                </a:lnTo>
                <a:quadBezTo>
                  <a:pt x="3327178" y="0"/>
                  <a:pt x="3304264" y="0"/>
                </a:quadBezTo>
                <a:lnTo>
                  <a:pt x="2656100" y="0"/>
                </a:lnTo>
                <a:quadBezTo>
                  <a:pt x="2633185" y="0"/>
                  <a:pt x="2633185" y="22915"/>
                </a:quadBezTo>
                <a:lnTo>
                  <a:pt x="2633185" y="317535"/>
                </a:lnTo>
                <a:quadBezTo>
                  <a:pt x="2633185" y="340450"/>
                  <a:pt x="2656100" y="340450"/>
                </a:quadBezTo>
                <a:close/>
              </a:path>
            </a:pathLst>
          </a:custGeom>
          <a:solidFill>
            <a:srgbClr val="FFFFFF"/>
          </a:solidFill>
          <a:ln w="8890" cap="flat">
            <a:solidFill>
              <a:srgbClr val="3775BA"/>
            </a:solidFill>
            <a:miter/>
          </a:ln>
        </p:spPr>
      </p:sp>
      <p:sp>
        <p:nvSpPr>
          <p:cNvPr id="1145" name="Shape 1145"/>
          <p:cNvSpPr/>
          <p:nvPr/>
        </p:nvSpPr>
        <p:spPr>
          <a:xfrm>
            <a:off x="129692" y="3037856"/>
            <a:ext cx="3327178" cy="615110"/>
          </a:xfrm>
          <a:custGeom>
            <a:avLst/>
            <a:gdLst/>
            <a:ahLst/>
            <a:cxnLst/>
            <a:rect l="0" t="0" r="r" b="b"/>
            <a:pathLst>
              <a:path w="3327178" h="615110">
                <a:moveTo>
                  <a:pt x="2656100" y="340449"/>
                </a:moveTo>
                <a:lnTo>
                  <a:pt x="3304264" y="340449"/>
                </a:lnTo>
                <a:quadBezTo>
                  <a:pt x="3327178" y="340449"/>
                  <a:pt x="3327178" y="317534"/>
                </a:quadBezTo>
                <a:lnTo>
                  <a:pt x="3327178" y="22915"/>
                </a:lnTo>
                <a:quadBezTo>
                  <a:pt x="3327178" y="0"/>
                  <a:pt x="3304264" y="0"/>
                </a:quadBezTo>
                <a:lnTo>
                  <a:pt x="2656100" y="0"/>
                </a:lnTo>
                <a:quadBezTo>
                  <a:pt x="2633185" y="0"/>
                  <a:pt x="2633185" y="22915"/>
                </a:quadBezTo>
                <a:lnTo>
                  <a:pt x="2633185" y="317534"/>
                </a:lnTo>
                <a:quadBezTo>
                  <a:pt x="2633185" y="340449"/>
                  <a:pt x="2656100" y="340449"/>
                </a:quadBezTo>
                <a:close/>
              </a:path>
            </a:pathLst>
          </a:custGeom>
          <a:solidFill>
            <a:srgbClr val="FFFFFF"/>
          </a:solidFill>
          <a:ln w="8890" cap="flat">
            <a:solidFill>
              <a:srgbClr val="3775BA"/>
            </a:solidFill>
            <a:miter/>
          </a:ln>
        </p:spPr>
      </p:sp>
      <p:sp>
        <p:nvSpPr>
          <p:cNvPr id="1146" name="Shape 1146"/>
          <p:cNvSpPr/>
          <p:nvPr/>
        </p:nvSpPr>
        <p:spPr>
          <a:xfrm>
            <a:off x="73456" y="2284939"/>
            <a:ext cx="2466819" cy="1326270"/>
          </a:xfrm>
          <a:custGeom>
            <a:avLst/>
            <a:gdLst/>
            <a:ahLst/>
            <a:cxnLst/>
            <a:rect l="0" t="0" r="r" b="b"/>
            <a:pathLst>
              <a:path w="2466819" h="1326270">
                <a:moveTo>
                  <a:pt x="1504396" y="196413"/>
                </a:moveTo>
                <a:lnTo>
                  <a:pt x="2447179" y="196413"/>
                </a:lnTo>
                <a:quadBezTo>
                  <a:pt x="2466820" y="196413"/>
                  <a:pt x="2466820" y="176772"/>
                </a:quadBezTo>
                <a:lnTo>
                  <a:pt x="2466820" y="19641"/>
                </a:lnTo>
                <a:quadBezTo>
                  <a:pt x="2466820" y="0"/>
                  <a:pt x="2447179" y="0"/>
                </a:quadBezTo>
                <a:lnTo>
                  <a:pt x="1504396" y="0"/>
                </a:lnTo>
                <a:quadBezTo>
                  <a:pt x="1484754" y="0"/>
                  <a:pt x="1484754" y="19641"/>
                </a:quadBezTo>
                <a:lnTo>
                  <a:pt x="1484754" y="176772"/>
                </a:lnTo>
                <a:quadBezTo>
                  <a:pt x="1484754" y="196413"/>
                  <a:pt x="1504396" y="196413"/>
                </a:quadBezTo>
                <a:close/>
              </a:path>
            </a:pathLst>
          </a:custGeom>
          <a:solidFill>
            <a:srgbClr val="E4EDF8"/>
          </a:solidFill>
          <a:ln w="6350" cap="flat">
            <a:solidFill>
              <a:srgbClr val="9CB9DD"/>
            </a:solidFill>
            <a:miter/>
          </a:ln>
        </p:spPr>
      </p:sp>
      <p:sp>
        <p:nvSpPr>
          <p:cNvPr id="1147" name="Shape 1147"/>
          <p:cNvSpPr/>
          <p:nvPr/>
        </p:nvSpPr>
        <p:spPr>
          <a:xfrm>
            <a:off x="73456" y="2520635"/>
            <a:ext cx="2466819" cy="1101547"/>
          </a:xfrm>
          <a:custGeom>
            <a:avLst/>
            <a:gdLst/>
            <a:ahLst/>
            <a:cxnLst/>
            <a:rect l="0" t="0" r="r" b="b"/>
            <a:pathLst>
              <a:path w="2466819" h="1101547">
                <a:moveTo>
                  <a:pt x="1504396" y="196413"/>
                </a:moveTo>
                <a:lnTo>
                  <a:pt x="2447179" y="196413"/>
                </a:lnTo>
                <a:quadBezTo>
                  <a:pt x="2466820" y="196413"/>
                  <a:pt x="2466820" y="176771"/>
                </a:quadBezTo>
                <a:lnTo>
                  <a:pt x="2466820" y="19641"/>
                </a:lnTo>
                <a:quadBezTo>
                  <a:pt x="2466820" y="0"/>
                  <a:pt x="2447179" y="0"/>
                </a:quadBezTo>
                <a:lnTo>
                  <a:pt x="1504396" y="0"/>
                </a:lnTo>
                <a:quadBezTo>
                  <a:pt x="1484754" y="0"/>
                  <a:pt x="1484754" y="19641"/>
                </a:quadBezTo>
                <a:lnTo>
                  <a:pt x="1484754" y="176771"/>
                </a:lnTo>
                <a:quadBezTo>
                  <a:pt x="1484754" y="196413"/>
                  <a:pt x="1504396" y="196413"/>
                </a:quadBezTo>
                <a:close/>
              </a:path>
            </a:pathLst>
          </a:custGeom>
          <a:solidFill>
            <a:srgbClr val="E4EDF8"/>
          </a:solidFill>
          <a:ln w="6350" cap="flat">
            <a:solidFill>
              <a:srgbClr val="9CB9DD"/>
            </a:solidFill>
            <a:miter/>
          </a:ln>
        </p:spPr>
      </p:sp>
      <p:sp>
        <p:nvSpPr>
          <p:cNvPr id="1148" name="Shape 1148"/>
          <p:cNvSpPr/>
          <p:nvPr/>
        </p:nvSpPr>
        <p:spPr>
          <a:xfrm>
            <a:off x="73456" y="2756330"/>
            <a:ext cx="2466819" cy="876824"/>
          </a:xfrm>
          <a:custGeom>
            <a:avLst/>
            <a:gdLst/>
            <a:ahLst/>
            <a:cxnLst/>
            <a:rect l="0" t="0" r="r" b="b"/>
            <a:pathLst>
              <a:path w="2466819" h="876824">
                <a:moveTo>
                  <a:pt x="1504396" y="196413"/>
                </a:moveTo>
                <a:lnTo>
                  <a:pt x="2447179" y="196413"/>
                </a:lnTo>
                <a:quadBezTo>
                  <a:pt x="2466820" y="196413"/>
                  <a:pt x="2466820" y="176772"/>
                </a:quadBezTo>
                <a:lnTo>
                  <a:pt x="2466820" y="19642"/>
                </a:lnTo>
                <a:quadBezTo>
                  <a:pt x="2466820" y="0"/>
                  <a:pt x="2447179" y="0"/>
                </a:quadBezTo>
                <a:lnTo>
                  <a:pt x="1504396" y="0"/>
                </a:lnTo>
                <a:quadBezTo>
                  <a:pt x="1484754" y="0"/>
                  <a:pt x="1484754" y="19642"/>
                </a:quadBezTo>
                <a:lnTo>
                  <a:pt x="1484754" y="176772"/>
                </a:lnTo>
                <a:quadBezTo>
                  <a:pt x="1484754" y="196413"/>
                  <a:pt x="1504396" y="196413"/>
                </a:quadBezTo>
                <a:close/>
              </a:path>
            </a:pathLst>
          </a:custGeom>
          <a:solidFill>
            <a:srgbClr val="E4EDF8"/>
          </a:solidFill>
          <a:ln w="6350" cap="flat">
            <a:solidFill>
              <a:srgbClr val="9CB9DD"/>
            </a:solidFill>
            <a:miter/>
          </a:ln>
        </p:spPr>
      </p:sp>
      <p:sp>
        <p:nvSpPr>
          <p:cNvPr id="1149" name="Shape 1149"/>
          <p:cNvSpPr/>
          <p:nvPr/>
        </p:nvSpPr>
        <p:spPr>
          <a:xfrm>
            <a:off x="73456" y="2992026"/>
            <a:ext cx="2466819" cy="652101"/>
          </a:xfrm>
          <a:custGeom>
            <a:avLst/>
            <a:gdLst/>
            <a:ahLst/>
            <a:cxnLst/>
            <a:rect l="0" t="0" r="r" b="b"/>
            <a:pathLst>
              <a:path w="2466819" h="652101">
                <a:moveTo>
                  <a:pt x="1504396" y="196413"/>
                </a:moveTo>
                <a:lnTo>
                  <a:pt x="2447179" y="196413"/>
                </a:lnTo>
                <a:quadBezTo>
                  <a:pt x="2466820" y="196413"/>
                  <a:pt x="2466820" y="176772"/>
                </a:quadBezTo>
                <a:lnTo>
                  <a:pt x="2466820" y="19641"/>
                </a:lnTo>
                <a:quadBezTo>
                  <a:pt x="2466820" y="0"/>
                  <a:pt x="2447179" y="0"/>
                </a:quadBezTo>
                <a:lnTo>
                  <a:pt x="1504396" y="0"/>
                </a:lnTo>
                <a:quadBezTo>
                  <a:pt x="1484754" y="0"/>
                  <a:pt x="1484754" y="19641"/>
                </a:quadBezTo>
                <a:lnTo>
                  <a:pt x="1484754" y="176772"/>
                </a:lnTo>
                <a:quadBezTo>
                  <a:pt x="1484754" y="196413"/>
                  <a:pt x="1504396" y="196413"/>
                </a:quadBezTo>
                <a:close/>
              </a:path>
            </a:pathLst>
          </a:custGeom>
          <a:solidFill>
            <a:srgbClr val="E4EDF8"/>
          </a:solidFill>
          <a:ln w="6350" cap="flat">
            <a:solidFill>
              <a:srgbClr val="9CB9DD"/>
            </a:solidFill>
            <a:miter/>
          </a:ln>
        </p:spPr>
      </p:sp>
      <p:sp>
        <p:nvSpPr>
          <p:cNvPr id="1150" name="Shape 1150"/>
          <p:cNvSpPr/>
          <p:nvPr/>
        </p:nvSpPr>
        <p:spPr>
          <a:xfrm>
            <a:off x="73456" y="3253910"/>
            <a:ext cx="2466819" cy="401189"/>
          </a:xfrm>
          <a:custGeom>
            <a:avLst/>
            <a:gdLst/>
            <a:ahLst/>
            <a:cxnLst/>
            <a:rect l="0" t="0" r="r" b="b"/>
            <a:pathLst>
              <a:path w="2466819" h="401189">
                <a:moveTo>
                  <a:pt x="1504396" y="170225"/>
                </a:moveTo>
                <a:lnTo>
                  <a:pt x="2447179" y="170225"/>
                </a:lnTo>
                <a:quadBezTo>
                  <a:pt x="2466820" y="170225"/>
                  <a:pt x="2466820" y="150584"/>
                </a:quadBezTo>
                <a:lnTo>
                  <a:pt x="2466820" y="19642"/>
                </a:lnTo>
                <a:quadBezTo>
                  <a:pt x="2466820" y="0"/>
                  <a:pt x="2447179" y="0"/>
                </a:quadBezTo>
                <a:lnTo>
                  <a:pt x="1504396" y="0"/>
                </a:lnTo>
                <a:quadBezTo>
                  <a:pt x="1484754" y="0"/>
                  <a:pt x="1484754" y="19642"/>
                </a:quadBezTo>
                <a:lnTo>
                  <a:pt x="1484754" y="150584"/>
                </a:lnTo>
                <a:quadBezTo>
                  <a:pt x="1484754" y="170225"/>
                  <a:pt x="1504396" y="170225"/>
                </a:quadBezTo>
                <a:close/>
              </a:path>
            </a:pathLst>
          </a:custGeom>
          <a:solidFill>
            <a:srgbClr val="F4F4F4"/>
          </a:solidFill>
          <a:ln w="6350" cap="flat">
            <a:solidFill>
              <a:srgbClr val="767676"/>
            </a:solidFill>
            <a:custDash>
              <a:ds d="200000" sp="100000"/>
            </a:custDash>
            <a:miter/>
          </a:ln>
        </p:spPr>
      </p:sp>
      <p:sp>
        <p:nvSpPr>
          <p:cNvPr id="1151" name="Shape 1151"/>
          <p:cNvSpPr/>
          <p:nvPr/>
        </p:nvSpPr>
        <p:spPr>
          <a:xfrm>
            <a:off x="0" y="2874178"/>
            <a:ext cx="1217761" cy="792199"/>
          </a:xfrm>
          <a:custGeom>
            <a:avLst/>
            <a:gdLst/>
            <a:ahLst/>
            <a:cxnLst/>
            <a:rect l="0" t="0" r="r" b="b"/>
            <a:pathLst>
              <a:path w="1217761" h="792199">
                <a:moveTo>
                  <a:pt x="536862" y="65471"/>
                </a:moveTo>
                <a:lnTo>
                  <a:pt x="1217761" y="65471"/>
                </a:lnTo>
                <a:lnTo>
                  <a:pt x="1217761" y="0"/>
                </a:lnTo>
                <a:lnTo>
                  <a:pt x="536862" y="0"/>
                </a:lnTo>
                <a:close/>
              </a:path>
            </a:pathLst>
          </a:custGeom>
          <a:solidFill>
            <a:srgbClr val="FFFFFF"/>
          </a:solidFill>
          <a:ln w="4445" cap="flat">
            <a:solidFill>
              <a:srgbClr val="D0D0D0"/>
            </a:solidFill>
            <a:miter/>
          </a:ln>
        </p:spPr>
      </p:sp>
      <p:sp>
        <p:nvSpPr>
          <p:cNvPr id="1152" name="Shape 1152"/>
          <p:cNvSpPr/>
          <p:nvPr/>
        </p:nvSpPr>
        <p:spPr>
          <a:xfrm>
            <a:off x="0" y="2975658"/>
            <a:ext cx="1217761" cy="690719"/>
          </a:xfrm>
          <a:custGeom>
            <a:avLst/>
            <a:gdLst/>
            <a:ahLst/>
            <a:cxnLst/>
            <a:rect l="0" t="0" r="r" b="b"/>
            <a:pathLst>
              <a:path w="1217761" h="690719">
                <a:moveTo>
                  <a:pt x="536862" y="65471"/>
                </a:moveTo>
                <a:lnTo>
                  <a:pt x="1217761" y="65471"/>
                </a:lnTo>
                <a:lnTo>
                  <a:pt x="1217761" y="0"/>
                </a:lnTo>
                <a:lnTo>
                  <a:pt x="536862" y="0"/>
                </a:lnTo>
                <a:close/>
              </a:path>
            </a:pathLst>
          </a:custGeom>
          <a:solidFill>
            <a:srgbClr val="FFFFFF"/>
          </a:solidFill>
          <a:ln w="4445" cap="flat">
            <a:solidFill>
              <a:srgbClr val="D0D0D0"/>
            </a:solidFill>
            <a:miter/>
          </a:ln>
        </p:spPr>
      </p:sp>
      <p:sp>
        <p:nvSpPr>
          <p:cNvPr id="1153" name="Shape 1153"/>
          <p:cNvSpPr/>
          <p:nvPr/>
        </p:nvSpPr>
        <p:spPr>
          <a:xfrm>
            <a:off x="0" y="3077138"/>
            <a:ext cx="1217761" cy="589239"/>
          </a:xfrm>
          <a:custGeom>
            <a:avLst/>
            <a:gdLst/>
            <a:ahLst/>
            <a:cxnLst/>
            <a:rect l="0" t="0" r="r" b="b"/>
            <a:pathLst>
              <a:path w="1217761" h="589239">
                <a:moveTo>
                  <a:pt x="536862" y="65471"/>
                </a:moveTo>
                <a:lnTo>
                  <a:pt x="1217761" y="65471"/>
                </a:lnTo>
                <a:lnTo>
                  <a:pt x="1217761" y="0"/>
                </a:lnTo>
                <a:lnTo>
                  <a:pt x="536862" y="0"/>
                </a:lnTo>
                <a:close/>
              </a:path>
            </a:pathLst>
          </a:custGeom>
          <a:solidFill>
            <a:srgbClr val="FFFFFF"/>
          </a:solidFill>
          <a:ln w="4445" cap="flat">
            <a:solidFill>
              <a:srgbClr val="D0D0D0"/>
            </a:solidFill>
            <a:miter/>
          </a:ln>
        </p:spPr>
      </p:sp>
      <p:sp>
        <p:nvSpPr>
          <p:cNvPr id="1154" name="Shape 1154"/>
          <p:cNvSpPr/>
          <p:nvPr/>
        </p:nvSpPr>
        <p:spPr>
          <a:xfrm>
            <a:off x="0" y="3178618"/>
            <a:ext cx="1217761" cy="487759"/>
          </a:xfrm>
          <a:custGeom>
            <a:avLst/>
            <a:gdLst/>
            <a:ahLst/>
            <a:cxnLst/>
            <a:rect l="0" t="0" r="r" b="b"/>
            <a:pathLst>
              <a:path w="1217761" h="487759">
                <a:moveTo>
                  <a:pt x="536862" y="65472"/>
                </a:moveTo>
                <a:lnTo>
                  <a:pt x="1217761" y="65472"/>
                </a:lnTo>
                <a:lnTo>
                  <a:pt x="1217761" y="0"/>
                </a:lnTo>
                <a:lnTo>
                  <a:pt x="536862" y="0"/>
                </a:lnTo>
                <a:close/>
              </a:path>
            </a:pathLst>
          </a:custGeom>
          <a:solidFill>
            <a:srgbClr val="FFFFFF"/>
          </a:solidFill>
          <a:ln w="4445" cap="flat">
            <a:solidFill>
              <a:srgbClr val="D0D0D0"/>
            </a:solidFill>
            <a:miter/>
          </a:ln>
        </p:spPr>
      </p:sp>
      <p:sp>
        <p:nvSpPr>
          <p:cNvPr id="1155" name="Shape 1155"/>
          <p:cNvSpPr/>
          <p:nvPr/>
        </p:nvSpPr>
        <p:spPr>
          <a:xfrm>
            <a:off x="0" y="3437229"/>
            <a:ext cx="1217761" cy="229148"/>
          </a:xfrm>
          <a:custGeom>
            <a:avLst/>
            <a:gdLst/>
            <a:ahLst/>
            <a:cxnLst/>
            <a:rect l="0" t="0" r="r" b="b"/>
            <a:pathLst>
              <a:path w="1217761" h="229148">
                <a:moveTo>
                  <a:pt x="130942" y="72018"/>
                </a:moveTo>
                <a:lnTo>
                  <a:pt x="1217761" y="72018"/>
                </a:lnTo>
                <a:lnTo>
                  <a:pt x="1217761" y="0"/>
                </a:lnTo>
                <a:lnTo>
                  <a:pt x="130942" y="0"/>
                </a:lnTo>
                <a:close/>
              </a:path>
            </a:pathLst>
          </a:custGeom>
          <a:solidFill>
            <a:srgbClr val="FFFFFF"/>
          </a:solidFill>
          <a:ln w="4445" cap="flat">
            <a:solidFill>
              <a:srgbClr val="D0D0D0"/>
            </a:solidFill>
            <a:miter/>
          </a:ln>
        </p:spPr>
      </p:sp>
      <p:sp>
        <p:nvSpPr>
          <p:cNvPr id="1156" name="Shape 1156"/>
          <p:cNvSpPr/>
          <p:nvPr/>
        </p:nvSpPr>
        <p:spPr>
          <a:xfrm>
            <a:off x="0" y="484485"/>
            <a:ext cx="2396240" cy="3181892"/>
          </a:xfrm>
          <a:custGeom>
            <a:avLst/>
            <a:gdLst/>
            <a:ahLst/>
            <a:cxnLst/>
            <a:rect l="0" t="0" r="r" b="b"/>
            <a:pathLst>
              <a:path w="2396240" h="3181892" fill="none">
                <a:moveTo>
                  <a:pt x="1741529" y="824935"/>
                </a:moveTo>
                <a:lnTo>
                  <a:pt x="2396240" y="824935"/>
                </a:lnTo>
                <a:lnTo>
                  <a:pt x="2396240" y="0"/>
                </a:lnTo>
                <a:lnTo>
                  <a:pt x="1741529" y="0"/>
                </a:lnTo>
                <a:close/>
              </a:path>
            </a:pathLst>
          </a:custGeom>
          <a:noFill/>
          <a:ln w="6350" cap="flat">
            <a:solidFill>
              <a:srgbClr val="4D4D4D"/>
            </a:solidFill>
            <a:miter/>
          </a:ln>
        </p:spPr>
      </p:sp>
      <p:pic>
        <p:nvPicPr>
          <p:cNvPr id="1157" name="Picture 115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6058" y="548883"/>
            <a:ext cx="655320" cy="826008"/>
          </a:xfrm>
          <a:prstGeom prst="rect">
            <a:avLst/>
          </a:prstGeom>
        </p:spPr>
      </p:pic>
      <p:sp>
        <p:nvSpPr>
          <p:cNvPr id="9" name="Shape 1157"/>
          <p:cNvSpPr/>
          <p:nvPr/>
        </p:nvSpPr>
        <p:spPr>
          <a:xfrm>
            <a:off x="0" y="689250"/>
            <a:ext cx="4102227" cy="2978651"/>
          </a:xfrm>
          <a:custGeom>
            <a:avLst/>
            <a:gdLst/>
            <a:ahLst/>
            <a:cxnLst/>
            <a:rect l="0" t="0" r="r" b="b"/>
            <a:pathLst>
              <a:path w="4102227" h="2978651">
                <a:moveTo>
                  <a:pt x="4092809" y="18837"/>
                </a:moveTo>
                <a:cubicBezTo>
                  <a:pt x="4095307" y="18837"/>
                  <a:pt x="4097702" y="17845"/>
                  <a:pt x="4099469" y="16078"/>
                </a:cubicBezTo>
                <a:cubicBezTo>
                  <a:pt x="4101235" y="14312"/>
                  <a:pt x="4102227" y="11916"/>
                  <a:pt x="4102227" y="9418"/>
                </a:cubicBezTo>
                <a:cubicBezTo>
                  <a:pt x="4102227" y="6921"/>
                  <a:pt x="4101235" y="4525"/>
                  <a:pt x="4099469" y="2759"/>
                </a:cubicBezTo>
                <a:cubicBezTo>
                  <a:pt x="4097702" y="992"/>
                  <a:pt x="4095307" y="0"/>
                  <a:pt x="4092809" y="0"/>
                </a:cubicBezTo>
                <a:cubicBezTo>
                  <a:pt x="4090311" y="0"/>
                  <a:pt x="4087915" y="992"/>
                  <a:pt x="4086149" y="2759"/>
                </a:cubicBezTo>
                <a:cubicBezTo>
                  <a:pt x="4084383" y="4525"/>
                  <a:pt x="4083390" y="6921"/>
                  <a:pt x="4083390" y="9418"/>
                </a:cubicBezTo>
                <a:cubicBezTo>
                  <a:pt x="4083390" y="11916"/>
                  <a:pt x="4084383" y="14312"/>
                  <a:pt x="4086149" y="16078"/>
                </a:cubicBezTo>
                <a:cubicBezTo>
                  <a:pt x="4087915" y="17845"/>
                  <a:pt x="4090311" y="18837"/>
                  <a:pt x="4092809" y="18837"/>
                </a:cubicBezTo>
                <a:close/>
              </a:path>
            </a:pathLst>
          </a:custGeom>
          <a:solidFill>
            <a:srgbClr val="3775BA">
              <a:alpha val="75000"/>
            </a:srgbClr>
          </a:solidFill>
          <a:ln>
            <a:noFill/>
          </a:ln>
        </p:spPr>
      </p:sp>
      <p:sp>
        <p:nvSpPr>
          <p:cNvPr id="1158" name="Shape 1158"/>
          <p:cNvSpPr/>
          <p:nvPr/>
        </p:nvSpPr>
        <p:spPr>
          <a:xfrm>
            <a:off x="0" y="760447"/>
            <a:ext cx="4241558" cy="2907454"/>
          </a:xfrm>
          <a:custGeom>
            <a:avLst/>
            <a:gdLst/>
            <a:ahLst/>
            <a:cxnLst/>
            <a:rect l="0" t="0" r="r" b="b"/>
            <a:pathLst>
              <a:path w="4241558" h="2907454">
                <a:moveTo>
                  <a:pt x="4232139" y="18837"/>
                </a:moveTo>
                <a:cubicBezTo>
                  <a:pt x="4234637" y="18837"/>
                  <a:pt x="4237033" y="17845"/>
                  <a:pt x="4238799" y="16078"/>
                </a:cubicBezTo>
                <a:cubicBezTo>
                  <a:pt x="4240565" y="14312"/>
                  <a:pt x="4241558" y="11916"/>
                  <a:pt x="4241558" y="9418"/>
                </a:cubicBezTo>
                <a:cubicBezTo>
                  <a:pt x="4241558" y="6921"/>
                  <a:pt x="4240565" y="4525"/>
                  <a:pt x="4238799" y="2759"/>
                </a:cubicBezTo>
                <a:cubicBezTo>
                  <a:pt x="4237033" y="992"/>
                  <a:pt x="4234637" y="0"/>
                  <a:pt x="4232139" y="0"/>
                </a:cubicBezTo>
                <a:cubicBezTo>
                  <a:pt x="4229641" y="0"/>
                  <a:pt x="4227245" y="992"/>
                  <a:pt x="4225479" y="2759"/>
                </a:cubicBezTo>
                <a:cubicBezTo>
                  <a:pt x="4223713" y="4525"/>
                  <a:pt x="4222721" y="6921"/>
                  <a:pt x="4222721" y="9418"/>
                </a:cubicBezTo>
                <a:cubicBezTo>
                  <a:pt x="4222721" y="11916"/>
                  <a:pt x="4223713" y="14312"/>
                  <a:pt x="4225479" y="16078"/>
                </a:cubicBezTo>
                <a:cubicBezTo>
                  <a:pt x="4227245" y="17845"/>
                  <a:pt x="4229641" y="18837"/>
                  <a:pt x="4232139" y="18837"/>
                </a:cubicBezTo>
                <a:close/>
              </a:path>
            </a:pathLst>
          </a:custGeom>
          <a:solidFill>
            <a:srgbClr val="3775BA">
              <a:alpha val="75000"/>
            </a:srgbClr>
          </a:solidFill>
          <a:ln>
            <a:noFill/>
          </a:ln>
        </p:spPr>
      </p:sp>
      <p:sp>
        <p:nvSpPr>
          <p:cNvPr id="1159" name="Shape 1159"/>
          <p:cNvSpPr/>
          <p:nvPr/>
        </p:nvSpPr>
        <p:spPr>
          <a:xfrm>
            <a:off x="0" y="674105"/>
            <a:ext cx="4105253" cy="2993796"/>
          </a:xfrm>
          <a:custGeom>
            <a:avLst/>
            <a:gdLst/>
            <a:ahLst/>
            <a:cxnLst/>
            <a:rect l="0" t="0" r="r" b="b"/>
            <a:pathLst>
              <a:path w="4105253" h="2993796">
                <a:moveTo>
                  <a:pt x="4095834" y="18837"/>
                </a:moveTo>
                <a:cubicBezTo>
                  <a:pt x="4098332" y="18837"/>
                  <a:pt x="4100728" y="17845"/>
                  <a:pt x="4102494" y="16079"/>
                </a:cubicBezTo>
                <a:cubicBezTo>
                  <a:pt x="4104260" y="14312"/>
                  <a:pt x="4105253" y="11916"/>
                  <a:pt x="4105253" y="9419"/>
                </a:cubicBezTo>
                <a:cubicBezTo>
                  <a:pt x="4105253" y="6921"/>
                  <a:pt x="4104260" y="4525"/>
                  <a:pt x="4102494" y="2759"/>
                </a:cubicBezTo>
                <a:cubicBezTo>
                  <a:pt x="4100728" y="992"/>
                  <a:pt x="4098332" y="0"/>
                  <a:pt x="4095834" y="0"/>
                </a:cubicBezTo>
                <a:cubicBezTo>
                  <a:pt x="4093336" y="0"/>
                  <a:pt x="4090941" y="992"/>
                  <a:pt x="4089174" y="2759"/>
                </a:cubicBezTo>
                <a:cubicBezTo>
                  <a:pt x="4087408" y="4525"/>
                  <a:pt x="4086416" y="6921"/>
                  <a:pt x="4086416" y="9419"/>
                </a:cubicBezTo>
                <a:cubicBezTo>
                  <a:pt x="4086416" y="11916"/>
                  <a:pt x="4087408" y="14312"/>
                  <a:pt x="4089174" y="16079"/>
                </a:cubicBezTo>
                <a:cubicBezTo>
                  <a:pt x="4090941" y="17845"/>
                  <a:pt x="4093336" y="18837"/>
                  <a:pt x="4095834" y="18837"/>
                </a:cubicBezTo>
                <a:close/>
              </a:path>
            </a:pathLst>
          </a:custGeom>
          <a:solidFill>
            <a:srgbClr val="3775BA">
              <a:alpha val="75000"/>
            </a:srgbClr>
          </a:solidFill>
          <a:ln>
            <a:noFill/>
          </a:ln>
        </p:spPr>
      </p:sp>
      <p:sp>
        <p:nvSpPr>
          <p:cNvPr id="1160" name="Shape 1160"/>
          <p:cNvSpPr/>
          <p:nvPr/>
        </p:nvSpPr>
        <p:spPr>
          <a:xfrm>
            <a:off x="0" y="777701"/>
            <a:ext cx="4112415" cy="2890200"/>
          </a:xfrm>
          <a:custGeom>
            <a:avLst/>
            <a:gdLst/>
            <a:ahLst/>
            <a:cxnLst/>
            <a:rect l="0" t="0" r="r" b="b"/>
            <a:pathLst>
              <a:path w="4112415" h="2890200">
                <a:moveTo>
                  <a:pt x="4102997" y="18837"/>
                </a:moveTo>
                <a:cubicBezTo>
                  <a:pt x="4105495" y="18837"/>
                  <a:pt x="4107891" y="17845"/>
                  <a:pt x="4109657" y="16079"/>
                </a:cubicBezTo>
                <a:cubicBezTo>
                  <a:pt x="4111423" y="14313"/>
                  <a:pt x="4112415" y="11917"/>
                  <a:pt x="4112415" y="9419"/>
                </a:cubicBezTo>
                <a:cubicBezTo>
                  <a:pt x="4112415" y="6921"/>
                  <a:pt x="4111423" y="4525"/>
                  <a:pt x="4109657" y="2759"/>
                </a:cubicBezTo>
                <a:cubicBezTo>
                  <a:pt x="4107891" y="993"/>
                  <a:pt x="4105495" y="0"/>
                  <a:pt x="4102997" y="0"/>
                </a:cubicBezTo>
                <a:cubicBezTo>
                  <a:pt x="4100499" y="0"/>
                  <a:pt x="4098103" y="993"/>
                  <a:pt x="4096337" y="2759"/>
                </a:cubicBezTo>
                <a:cubicBezTo>
                  <a:pt x="4094571" y="4525"/>
                  <a:pt x="4093578" y="6921"/>
                  <a:pt x="4093578" y="9419"/>
                </a:cubicBezTo>
                <a:cubicBezTo>
                  <a:pt x="4093578" y="11917"/>
                  <a:pt x="4094571" y="14313"/>
                  <a:pt x="4096337" y="16079"/>
                </a:cubicBezTo>
                <a:cubicBezTo>
                  <a:pt x="4098103" y="17845"/>
                  <a:pt x="4100499" y="18837"/>
                  <a:pt x="4102997" y="18837"/>
                </a:cubicBezTo>
                <a:close/>
              </a:path>
            </a:pathLst>
          </a:custGeom>
          <a:solidFill>
            <a:srgbClr val="3775BA">
              <a:alpha val="75000"/>
            </a:srgbClr>
          </a:solidFill>
          <a:ln>
            <a:noFill/>
          </a:ln>
        </p:spPr>
      </p:sp>
      <p:sp>
        <p:nvSpPr>
          <p:cNvPr id="1161" name="Shape 1161"/>
          <p:cNvSpPr/>
          <p:nvPr/>
        </p:nvSpPr>
        <p:spPr>
          <a:xfrm>
            <a:off x="0" y="704777"/>
            <a:ext cx="4130618" cy="2963124"/>
          </a:xfrm>
          <a:custGeom>
            <a:avLst/>
            <a:gdLst/>
            <a:ahLst/>
            <a:cxnLst/>
            <a:rect l="0" t="0" r="r" b="b"/>
            <a:pathLst>
              <a:path w="4130618" h="2963124">
                <a:moveTo>
                  <a:pt x="4121199" y="18837"/>
                </a:moveTo>
                <a:cubicBezTo>
                  <a:pt x="4123697" y="18837"/>
                  <a:pt x="4126093" y="17845"/>
                  <a:pt x="4127859" y="16079"/>
                </a:cubicBezTo>
                <a:cubicBezTo>
                  <a:pt x="4129625" y="14312"/>
                  <a:pt x="4130618" y="11917"/>
                  <a:pt x="4130618" y="9419"/>
                </a:cubicBezTo>
                <a:cubicBezTo>
                  <a:pt x="4130618" y="6921"/>
                  <a:pt x="4129625" y="4525"/>
                  <a:pt x="4127859" y="2759"/>
                </a:cubicBezTo>
                <a:cubicBezTo>
                  <a:pt x="4126093" y="993"/>
                  <a:pt x="4123697" y="0"/>
                  <a:pt x="4121199" y="0"/>
                </a:cubicBezTo>
                <a:cubicBezTo>
                  <a:pt x="4118701" y="0"/>
                  <a:pt x="4116305" y="993"/>
                  <a:pt x="4114539" y="2759"/>
                </a:cubicBezTo>
                <a:cubicBezTo>
                  <a:pt x="4112773" y="4525"/>
                  <a:pt x="4111781" y="6921"/>
                  <a:pt x="4111781" y="9419"/>
                </a:cubicBezTo>
                <a:cubicBezTo>
                  <a:pt x="4111781" y="11917"/>
                  <a:pt x="4112773" y="14312"/>
                  <a:pt x="4114539" y="16079"/>
                </a:cubicBezTo>
                <a:cubicBezTo>
                  <a:pt x="4116305" y="17845"/>
                  <a:pt x="4118701" y="18837"/>
                  <a:pt x="4121199" y="18837"/>
                </a:cubicBezTo>
                <a:close/>
              </a:path>
            </a:pathLst>
          </a:custGeom>
          <a:solidFill>
            <a:srgbClr val="3775BA">
              <a:alpha val="75000"/>
            </a:srgbClr>
          </a:solidFill>
          <a:ln>
            <a:noFill/>
          </a:ln>
        </p:spPr>
      </p:sp>
      <p:sp>
        <p:nvSpPr>
          <p:cNvPr id="1162" name="Shape 1162"/>
          <p:cNvSpPr/>
          <p:nvPr/>
        </p:nvSpPr>
        <p:spPr>
          <a:xfrm>
            <a:off x="0" y="647796"/>
            <a:ext cx="4132705" cy="3020105"/>
          </a:xfrm>
          <a:custGeom>
            <a:avLst/>
            <a:gdLst/>
            <a:ahLst/>
            <a:cxnLst/>
            <a:rect l="0" t="0" r="r" b="b"/>
            <a:pathLst>
              <a:path w="4132705" h="3020105">
                <a:moveTo>
                  <a:pt x="4123286" y="18837"/>
                </a:moveTo>
                <a:cubicBezTo>
                  <a:pt x="4125784" y="18837"/>
                  <a:pt x="4128180" y="17845"/>
                  <a:pt x="4129946" y="16078"/>
                </a:cubicBezTo>
                <a:cubicBezTo>
                  <a:pt x="4131712" y="14312"/>
                  <a:pt x="4132705" y="11916"/>
                  <a:pt x="4132705" y="9418"/>
                </a:cubicBezTo>
                <a:cubicBezTo>
                  <a:pt x="4132705" y="6921"/>
                  <a:pt x="4131712" y="4525"/>
                  <a:pt x="4129946" y="2758"/>
                </a:cubicBezTo>
                <a:cubicBezTo>
                  <a:pt x="4128180" y="992"/>
                  <a:pt x="4125784" y="0"/>
                  <a:pt x="4123286" y="0"/>
                </a:cubicBezTo>
                <a:cubicBezTo>
                  <a:pt x="4120788" y="0"/>
                  <a:pt x="4118392" y="992"/>
                  <a:pt x="4116626" y="2758"/>
                </a:cubicBezTo>
                <a:cubicBezTo>
                  <a:pt x="4114860" y="4525"/>
                  <a:pt x="4113868" y="6921"/>
                  <a:pt x="4113868" y="9418"/>
                </a:cubicBezTo>
                <a:cubicBezTo>
                  <a:pt x="4113868" y="11916"/>
                  <a:pt x="4114860" y="14312"/>
                  <a:pt x="4116626" y="16078"/>
                </a:cubicBezTo>
                <a:cubicBezTo>
                  <a:pt x="4118392" y="17845"/>
                  <a:pt x="4120788" y="18837"/>
                  <a:pt x="4123286" y="18837"/>
                </a:cubicBezTo>
                <a:close/>
              </a:path>
            </a:pathLst>
          </a:custGeom>
          <a:solidFill>
            <a:srgbClr val="3775BA">
              <a:alpha val="75000"/>
            </a:srgbClr>
          </a:solidFill>
          <a:ln>
            <a:noFill/>
          </a:ln>
        </p:spPr>
      </p:sp>
      <p:sp>
        <p:nvSpPr>
          <p:cNvPr id="1163" name="Shape 1163"/>
          <p:cNvSpPr/>
          <p:nvPr/>
        </p:nvSpPr>
        <p:spPr>
          <a:xfrm>
            <a:off x="0" y="688070"/>
            <a:ext cx="4164290" cy="2979831"/>
          </a:xfrm>
          <a:custGeom>
            <a:avLst/>
            <a:gdLst/>
            <a:ahLst/>
            <a:cxnLst/>
            <a:rect l="0" t="0" r="r" b="b"/>
            <a:pathLst>
              <a:path w="4164290" h="2979831">
                <a:moveTo>
                  <a:pt x="4154871" y="18837"/>
                </a:moveTo>
                <a:cubicBezTo>
                  <a:pt x="4157369" y="18837"/>
                  <a:pt x="4159765" y="17845"/>
                  <a:pt x="4161531" y="16079"/>
                </a:cubicBezTo>
                <a:cubicBezTo>
                  <a:pt x="4163298" y="14313"/>
                  <a:pt x="4164290" y="11917"/>
                  <a:pt x="4164290" y="9419"/>
                </a:cubicBezTo>
                <a:cubicBezTo>
                  <a:pt x="4164290" y="6921"/>
                  <a:pt x="4163298" y="4525"/>
                  <a:pt x="4161531" y="2759"/>
                </a:cubicBezTo>
                <a:cubicBezTo>
                  <a:pt x="4159765" y="993"/>
                  <a:pt x="4157369" y="0"/>
                  <a:pt x="4154871" y="0"/>
                </a:cubicBezTo>
                <a:cubicBezTo>
                  <a:pt x="4152374" y="0"/>
                  <a:pt x="4149978" y="993"/>
                  <a:pt x="4148211" y="2759"/>
                </a:cubicBezTo>
                <a:cubicBezTo>
                  <a:pt x="4146445" y="4525"/>
                  <a:pt x="4145453" y="6921"/>
                  <a:pt x="4145453" y="9419"/>
                </a:cubicBezTo>
                <a:cubicBezTo>
                  <a:pt x="4145453" y="11917"/>
                  <a:pt x="4146445" y="14313"/>
                  <a:pt x="4148211" y="16079"/>
                </a:cubicBezTo>
                <a:cubicBezTo>
                  <a:pt x="4149978" y="17845"/>
                  <a:pt x="4152374" y="18837"/>
                  <a:pt x="4154871" y="18837"/>
                </a:cubicBezTo>
                <a:close/>
              </a:path>
            </a:pathLst>
          </a:custGeom>
          <a:solidFill>
            <a:srgbClr val="3775BA">
              <a:alpha val="75000"/>
            </a:srgbClr>
          </a:solidFill>
          <a:ln>
            <a:noFill/>
          </a:ln>
        </p:spPr>
      </p:sp>
      <p:sp>
        <p:nvSpPr>
          <p:cNvPr id="1164" name="Shape 1164"/>
          <p:cNvSpPr/>
          <p:nvPr/>
        </p:nvSpPr>
        <p:spPr>
          <a:xfrm>
            <a:off x="0" y="771893"/>
            <a:ext cx="4125189" cy="2896008"/>
          </a:xfrm>
          <a:custGeom>
            <a:avLst/>
            <a:gdLst/>
            <a:ahLst/>
            <a:cxnLst/>
            <a:rect l="0" t="0" r="r" b="b"/>
            <a:pathLst>
              <a:path w="4125189" h="2896008">
                <a:moveTo>
                  <a:pt x="4115771" y="18837"/>
                </a:moveTo>
                <a:cubicBezTo>
                  <a:pt x="4118269" y="18837"/>
                  <a:pt x="4120665" y="17844"/>
                  <a:pt x="4122431" y="16078"/>
                </a:cubicBezTo>
                <a:cubicBezTo>
                  <a:pt x="4124197" y="14312"/>
                  <a:pt x="4125189" y="11916"/>
                  <a:pt x="4125189" y="9418"/>
                </a:cubicBezTo>
                <a:cubicBezTo>
                  <a:pt x="4125189" y="6920"/>
                  <a:pt x="4124197" y="4525"/>
                  <a:pt x="4122431" y="2758"/>
                </a:cubicBezTo>
                <a:cubicBezTo>
                  <a:pt x="4120665" y="992"/>
                  <a:pt x="4118269" y="0"/>
                  <a:pt x="4115771" y="0"/>
                </a:cubicBezTo>
                <a:cubicBezTo>
                  <a:pt x="4113273" y="0"/>
                  <a:pt x="4110877" y="992"/>
                  <a:pt x="4109111" y="2758"/>
                </a:cubicBezTo>
                <a:cubicBezTo>
                  <a:pt x="4107345" y="4525"/>
                  <a:pt x="4106352" y="6920"/>
                  <a:pt x="4106352" y="9418"/>
                </a:cubicBezTo>
                <a:cubicBezTo>
                  <a:pt x="4106352" y="11916"/>
                  <a:pt x="4107345" y="14312"/>
                  <a:pt x="4109111" y="16078"/>
                </a:cubicBezTo>
                <a:cubicBezTo>
                  <a:pt x="4110877" y="17844"/>
                  <a:pt x="4113273" y="18837"/>
                  <a:pt x="4115771" y="18837"/>
                </a:cubicBezTo>
                <a:close/>
              </a:path>
            </a:pathLst>
          </a:custGeom>
          <a:solidFill>
            <a:srgbClr val="3775BA">
              <a:alpha val="75000"/>
            </a:srgbClr>
          </a:solidFill>
          <a:ln>
            <a:noFill/>
          </a:ln>
        </p:spPr>
      </p:sp>
      <p:sp>
        <p:nvSpPr>
          <p:cNvPr id="1165" name="Shape 1165"/>
          <p:cNvSpPr/>
          <p:nvPr/>
        </p:nvSpPr>
        <p:spPr>
          <a:xfrm>
            <a:off x="0" y="698501"/>
            <a:ext cx="4100431" cy="2969400"/>
          </a:xfrm>
          <a:custGeom>
            <a:avLst/>
            <a:gdLst/>
            <a:ahLst/>
            <a:cxnLst/>
            <a:rect l="0" t="0" r="r" b="b"/>
            <a:pathLst>
              <a:path w="4100431" h="2969400">
                <a:moveTo>
                  <a:pt x="4091012" y="18838"/>
                </a:moveTo>
                <a:cubicBezTo>
                  <a:pt x="4093510" y="18838"/>
                  <a:pt x="4095906" y="17845"/>
                  <a:pt x="4097672" y="16079"/>
                </a:cubicBezTo>
                <a:cubicBezTo>
                  <a:pt x="4099438" y="14313"/>
                  <a:pt x="4100431" y="11917"/>
                  <a:pt x="4100431" y="9419"/>
                </a:cubicBezTo>
                <a:cubicBezTo>
                  <a:pt x="4100431" y="6921"/>
                  <a:pt x="4099438" y="4525"/>
                  <a:pt x="4097672" y="2759"/>
                </a:cubicBezTo>
                <a:cubicBezTo>
                  <a:pt x="4095906" y="993"/>
                  <a:pt x="4093510" y="0"/>
                  <a:pt x="4091012" y="0"/>
                </a:cubicBezTo>
                <a:cubicBezTo>
                  <a:pt x="4088514" y="0"/>
                  <a:pt x="4086118" y="993"/>
                  <a:pt x="4084352" y="2759"/>
                </a:cubicBezTo>
                <a:cubicBezTo>
                  <a:pt x="4082586" y="4525"/>
                  <a:pt x="4081593" y="6921"/>
                  <a:pt x="4081593" y="9419"/>
                </a:cubicBezTo>
                <a:cubicBezTo>
                  <a:pt x="4081593" y="11917"/>
                  <a:pt x="4082586" y="14313"/>
                  <a:pt x="4084352" y="16079"/>
                </a:cubicBezTo>
                <a:cubicBezTo>
                  <a:pt x="4086118" y="17845"/>
                  <a:pt x="4088514" y="18838"/>
                  <a:pt x="4091012" y="18838"/>
                </a:cubicBezTo>
                <a:close/>
              </a:path>
            </a:pathLst>
          </a:custGeom>
          <a:solidFill>
            <a:srgbClr val="3775BA">
              <a:alpha val="75000"/>
            </a:srgbClr>
          </a:solidFill>
          <a:ln>
            <a:noFill/>
          </a:ln>
        </p:spPr>
      </p:sp>
      <p:sp>
        <p:nvSpPr>
          <p:cNvPr id="1166" name="Shape 1166"/>
          <p:cNvSpPr/>
          <p:nvPr/>
        </p:nvSpPr>
        <p:spPr>
          <a:xfrm>
            <a:off x="0" y="705330"/>
            <a:ext cx="4085589" cy="2962571"/>
          </a:xfrm>
          <a:custGeom>
            <a:avLst/>
            <a:gdLst/>
            <a:ahLst/>
            <a:cxnLst/>
            <a:rect l="0" t="0" r="r" b="b"/>
            <a:pathLst>
              <a:path w="4085589" h="2962571">
                <a:moveTo>
                  <a:pt x="4076170" y="18838"/>
                </a:moveTo>
                <a:cubicBezTo>
                  <a:pt x="4078668" y="18838"/>
                  <a:pt x="4081064" y="17845"/>
                  <a:pt x="4082830" y="16079"/>
                </a:cubicBezTo>
                <a:cubicBezTo>
                  <a:pt x="4084596" y="14313"/>
                  <a:pt x="4085589" y="11917"/>
                  <a:pt x="4085589" y="9419"/>
                </a:cubicBezTo>
                <a:cubicBezTo>
                  <a:pt x="4085589" y="6921"/>
                  <a:pt x="4084596" y="4525"/>
                  <a:pt x="4082830" y="2759"/>
                </a:cubicBezTo>
                <a:cubicBezTo>
                  <a:pt x="4081064" y="993"/>
                  <a:pt x="4078668" y="0"/>
                  <a:pt x="4076170" y="0"/>
                </a:cubicBezTo>
                <a:cubicBezTo>
                  <a:pt x="4073672" y="0"/>
                  <a:pt x="4071276" y="993"/>
                  <a:pt x="4069510" y="2759"/>
                </a:cubicBezTo>
                <a:cubicBezTo>
                  <a:pt x="4067744" y="4525"/>
                  <a:pt x="4066751" y="6921"/>
                  <a:pt x="4066751" y="9419"/>
                </a:cubicBezTo>
                <a:cubicBezTo>
                  <a:pt x="4066751" y="11917"/>
                  <a:pt x="4067744" y="14313"/>
                  <a:pt x="4069510" y="16079"/>
                </a:cubicBezTo>
                <a:cubicBezTo>
                  <a:pt x="4071276" y="17845"/>
                  <a:pt x="4073672" y="18838"/>
                  <a:pt x="4076170" y="18838"/>
                </a:cubicBezTo>
                <a:close/>
              </a:path>
            </a:pathLst>
          </a:custGeom>
          <a:solidFill>
            <a:srgbClr val="3775BA">
              <a:alpha val="75000"/>
            </a:srgbClr>
          </a:solidFill>
          <a:ln>
            <a:noFill/>
          </a:ln>
        </p:spPr>
      </p:sp>
      <p:sp>
        <p:nvSpPr>
          <p:cNvPr id="1167" name="Shape 1167"/>
          <p:cNvSpPr/>
          <p:nvPr/>
        </p:nvSpPr>
        <p:spPr>
          <a:xfrm>
            <a:off x="0" y="625377"/>
            <a:ext cx="4061976" cy="3042525"/>
          </a:xfrm>
          <a:custGeom>
            <a:avLst/>
            <a:gdLst/>
            <a:ahLst/>
            <a:cxnLst/>
            <a:rect l="0" t="0" r="r" b="b"/>
            <a:pathLst>
              <a:path w="4061976" h="3042525">
                <a:moveTo>
                  <a:pt x="4052557" y="18837"/>
                </a:moveTo>
                <a:cubicBezTo>
                  <a:pt x="4055055" y="18837"/>
                  <a:pt x="4057451" y="17844"/>
                  <a:pt x="4059217" y="16078"/>
                </a:cubicBezTo>
                <a:cubicBezTo>
                  <a:pt x="4060983" y="14312"/>
                  <a:pt x="4061976" y="11916"/>
                  <a:pt x="4061976" y="9418"/>
                </a:cubicBezTo>
                <a:cubicBezTo>
                  <a:pt x="4061976" y="6920"/>
                  <a:pt x="4060983" y="4524"/>
                  <a:pt x="4059217" y="2758"/>
                </a:cubicBezTo>
                <a:cubicBezTo>
                  <a:pt x="4057451" y="992"/>
                  <a:pt x="4055055" y="0"/>
                  <a:pt x="4052557" y="0"/>
                </a:cubicBezTo>
                <a:cubicBezTo>
                  <a:pt x="4050059" y="0"/>
                  <a:pt x="4047664" y="992"/>
                  <a:pt x="4045897" y="2758"/>
                </a:cubicBezTo>
                <a:cubicBezTo>
                  <a:pt x="4044131" y="4524"/>
                  <a:pt x="4043139" y="6920"/>
                  <a:pt x="4043139" y="9418"/>
                </a:cubicBezTo>
                <a:cubicBezTo>
                  <a:pt x="4043139" y="11916"/>
                  <a:pt x="4044131" y="14312"/>
                  <a:pt x="4045897" y="16078"/>
                </a:cubicBezTo>
                <a:cubicBezTo>
                  <a:pt x="4047664" y="17844"/>
                  <a:pt x="4050059" y="18837"/>
                  <a:pt x="4052557" y="18837"/>
                </a:cubicBezTo>
                <a:close/>
              </a:path>
            </a:pathLst>
          </a:custGeom>
          <a:solidFill>
            <a:srgbClr val="3775BA">
              <a:alpha val="75000"/>
            </a:srgbClr>
          </a:solidFill>
          <a:ln>
            <a:noFill/>
          </a:ln>
        </p:spPr>
      </p:sp>
      <p:sp>
        <p:nvSpPr>
          <p:cNvPr id="1168" name="Shape 1168"/>
          <p:cNvSpPr/>
          <p:nvPr/>
        </p:nvSpPr>
        <p:spPr>
          <a:xfrm>
            <a:off x="0" y="732441"/>
            <a:ext cx="4227669" cy="2935460"/>
          </a:xfrm>
          <a:custGeom>
            <a:avLst/>
            <a:gdLst/>
            <a:ahLst/>
            <a:cxnLst/>
            <a:rect l="0" t="0" r="r" b="b"/>
            <a:pathLst>
              <a:path w="4227669" h="2935460">
                <a:moveTo>
                  <a:pt x="4218251" y="18837"/>
                </a:moveTo>
                <a:cubicBezTo>
                  <a:pt x="4220748" y="18837"/>
                  <a:pt x="4223144" y="17845"/>
                  <a:pt x="4224911" y="16078"/>
                </a:cubicBezTo>
                <a:cubicBezTo>
                  <a:pt x="4226677" y="14312"/>
                  <a:pt x="4227669" y="11916"/>
                  <a:pt x="4227669" y="9418"/>
                </a:cubicBezTo>
                <a:cubicBezTo>
                  <a:pt x="4227669" y="6920"/>
                  <a:pt x="4226677" y="4525"/>
                  <a:pt x="4224911" y="2758"/>
                </a:cubicBezTo>
                <a:cubicBezTo>
                  <a:pt x="4223144" y="992"/>
                  <a:pt x="4220748" y="0"/>
                  <a:pt x="4218251" y="0"/>
                </a:cubicBezTo>
                <a:cubicBezTo>
                  <a:pt x="4215753" y="0"/>
                  <a:pt x="4213357" y="992"/>
                  <a:pt x="4211591" y="2758"/>
                </a:cubicBezTo>
                <a:cubicBezTo>
                  <a:pt x="4209824" y="4525"/>
                  <a:pt x="4208832" y="6920"/>
                  <a:pt x="4208832" y="9418"/>
                </a:cubicBezTo>
                <a:cubicBezTo>
                  <a:pt x="4208832" y="11916"/>
                  <a:pt x="4209824" y="14312"/>
                  <a:pt x="4211591" y="16078"/>
                </a:cubicBezTo>
                <a:cubicBezTo>
                  <a:pt x="4213357" y="17845"/>
                  <a:pt x="4215753" y="18837"/>
                  <a:pt x="4218251" y="18837"/>
                </a:cubicBezTo>
                <a:close/>
              </a:path>
            </a:pathLst>
          </a:custGeom>
          <a:solidFill>
            <a:srgbClr val="3775BA">
              <a:alpha val="75000"/>
            </a:srgbClr>
          </a:solidFill>
          <a:ln>
            <a:noFill/>
          </a:ln>
        </p:spPr>
      </p:sp>
      <p:sp>
        <p:nvSpPr>
          <p:cNvPr id="1169" name="Shape 1169"/>
          <p:cNvSpPr/>
          <p:nvPr/>
        </p:nvSpPr>
        <p:spPr>
          <a:xfrm>
            <a:off x="0" y="723793"/>
            <a:ext cx="4130185" cy="2944108"/>
          </a:xfrm>
          <a:custGeom>
            <a:avLst/>
            <a:gdLst/>
            <a:ahLst/>
            <a:cxnLst/>
            <a:rect l="0" t="0" r="r" b="b"/>
            <a:pathLst>
              <a:path w="4130185" h="2944108">
                <a:moveTo>
                  <a:pt x="4120767" y="18838"/>
                </a:moveTo>
                <a:cubicBezTo>
                  <a:pt x="4123265" y="18838"/>
                  <a:pt x="4125660" y="17845"/>
                  <a:pt x="4127427" y="16079"/>
                </a:cubicBezTo>
                <a:cubicBezTo>
                  <a:pt x="4129193" y="14313"/>
                  <a:pt x="4130185" y="11917"/>
                  <a:pt x="4130185" y="9419"/>
                </a:cubicBezTo>
                <a:cubicBezTo>
                  <a:pt x="4130185" y="6921"/>
                  <a:pt x="4129193" y="4525"/>
                  <a:pt x="4127427" y="2759"/>
                </a:cubicBezTo>
                <a:cubicBezTo>
                  <a:pt x="4125660" y="993"/>
                  <a:pt x="4123265" y="0"/>
                  <a:pt x="4120767" y="0"/>
                </a:cubicBezTo>
                <a:cubicBezTo>
                  <a:pt x="4118269" y="0"/>
                  <a:pt x="4115873" y="993"/>
                  <a:pt x="4114107" y="2759"/>
                </a:cubicBezTo>
                <a:cubicBezTo>
                  <a:pt x="4112341" y="4525"/>
                  <a:pt x="4111348" y="6921"/>
                  <a:pt x="4111348" y="9419"/>
                </a:cubicBezTo>
                <a:cubicBezTo>
                  <a:pt x="4111348" y="11917"/>
                  <a:pt x="4112341" y="14313"/>
                  <a:pt x="4114107" y="16079"/>
                </a:cubicBezTo>
                <a:cubicBezTo>
                  <a:pt x="4115873" y="17845"/>
                  <a:pt x="4118269" y="18838"/>
                  <a:pt x="4120767" y="18838"/>
                </a:cubicBezTo>
                <a:close/>
              </a:path>
            </a:pathLst>
          </a:custGeom>
          <a:solidFill>
            <a:srgbClr val="3775BA">
              <a:alpha val="75000"/>
            </a:srgbClr>
          </a:solidFill>
          <a:ln>
            <a:noFill/>
          </a:ln>
        </p:spPr>
      </p:sp>
      <p:sp>
        <p:nvSpPr>
          <p:cNvPr id="1170" name="Shape 1170"/>
          <p:cNvSpPr/>
          <p:nvPr/>
        </p:nvSpPr>
        <p:spPr>
          <a:xfrm>
            <a:off x="0" y="686555"/>
            <a:ext cx="4178184" cy="2981347"/>
          </a:xfrm>
          <a:custGeom>
            <a:avLst/>
            <a:gdLst/>
            <a:ahLst/>
            <a:cxnLst/>
            <a:rect l="0" t="0" r="r" b="b"/>
            <a:pathLst>
              <a:path w="4178184" h="2981347">
                <a:moveTo>
                  <a:pt x="4168765" y="18837"/>
                </a:moveTo>
                <a:cubicBezTo>
                  <a:pt x="4171263" y="18837"/>
                  <a:pt x="4173659" y="17844"/>
                  <a:pt x="4175425" y="16078"/>
                </a:cubicBezTo>
                <a:cubicBezTo>
                  <a:pt x="4177191" y="14312"/>
                  <a:pt x="4178184" y="11916"/>
                  <a:pt x="4178184" y="9418"/>
                </a:cubicBezTo>
                <a:cubicBezTo>
                  <a:pt x="4178184" y="6920"/>
                  <a:pt x="4177191" y="4524"/>
                  <a:pt x="4175425" y="2758"/>
                </a:cubicBezTo>
                <a:cubicBezTo>
                  <a:pt x="4173659" y="992"/>
                  <a:pt x="4171263" y="0"/>
                  <a:pt x="4168765" y="0"/>
                </a:cubicBezTo>
                <a:cubicBezTo>
                  <a:pt x="4166267" y="0"/>
                  <a:pt x="4163872" y="992"/>
                  <a:pt x="4162105" y="2758"/>
                </a:cubicBezTo>
                <a:cubicBezTo>
                  <a:pt x="4160339" y="4524"/>
                  <a:pt x="4159347" y="6920"/>
                  <a:pt x="4159347" y="9418"/>
                </a:cubicBezTo>
                <a:cubicBezTo>
                  <a:pt x="4159347" y="11916"/>
                  <a:pt x="4160339" y="14312"/>
                  <a:pt x="4162105" y="16078"/>
                </a:cubicBezTo>
                <a:cubicBezTo>
                  <a:pt x="4163872" y="17844"/>
                  <a:pt x="4166267" y="18837"/>
                  <a:pt x="4168765" y="18837"/>
                </a:cubicBezTo>
                <a:close/>
              </a:path>
            </a:pathLst>
          </a:custGeom>
          <a:solidFill>
            <a:srgbClr val="3775BA">
              <a:alpha val="75000"/>
            </a:srgbClr>
          </a:solidFill>
          <a:ln>
            <a:noFill/>
          </a:ln>
        </p:spPr>
      </p:sp>
      <p:sp>
        <p:nvSpPr>
          <p:cNvPr id="1171" name="Shape 1171"/>
          <p:cNvSpPr/>
          <p:nvPr/>
        </p:nvSpPr>
        <p:spPr>
          <a:xfrm>
            <a:off x="0" y="683927"/>
            <a:ext cx="4439564" cy="2983975"/>
          </a:xfrm>
          <a:custGeom>
            <a:avLst/>
            <a:gdLst/>
            <a:ahLst/>
            <a:cxnLst/>
            <a:rect l="0" t="0" r="r" b="b"/>
            <a:pathLst>
              <a:path w="4439564" h="2983975">
                <a:moveTo>
                  <a:pt x="4430145" y="18837"/>
                </a:moveTo>
                <a:cubicBezTo>
                  <a:pt x="4432643" y="18837"/>
                  <a:pt x="4435039" y="17844"/>
                  <a:pt x="4436805" y="16078"/>
                </a:cubicBezTo>
                <a:cubicBezTo>
                  <a:pt x="4438572" y="14312"/>
                  <a:pt x="4439564" y="11916"/>
                  <a:pt x="4439564" y="9418"/>
                </a:cubicBezTo>
                <a:cubicBezTo>
                  <a:pt x="4439564" y="6920"/>
                  <a:pt x="4438572" y="4525"/>
                  <a:pt x="4436805" y="2758"/>
                </a:cubicBezTo>
                <a:cubicBezTo>
                  <a:pt x="4435039" y="992"/>
                  <a:pt x="4432643" y="0"/>
                  <a:pt x="4430145" y="0"/>
                </a:cubicBezTo>
                <a:cubicBezTo>
                  <a:pt x="4427648" y="0"/>
                  <a:pt x="4425252" y="992"/>
                  <a:pt x="4423486" y="2758"/>
                </a:cubicBezTo>
                <a:cubicBezTo>
                  <a:pt x="4421719" y="4525"/>
                  <a:pt x="4420727" y="6920"/>
                  <a:pt x="4420727" y="9418"/>
                </a:cubicBezTo>
                <a:cubicBezTo>
                  <a:pt x="4420727" y="11916"/>
                  <a:pt x="4421719" y="14312"/>
                  <a:pt x="4423486" y="16078"/>
                </a:cubicBezTo>
                <a:cubicBezTo>
                  <a:pt x="4425252" y="17844"/>
                  <a:pt x="4427648" y="18837"/>
                  <a:pt x="4430145" y="18837"/>
                </a:cubicBezTo>
                <a:close/>
              </a:path>
            </a:pathLst>
          </a:custGeom>
          <a:solidFill>
            <a:srgbClr val="42949E">
              <a:alpha val="75000"/>
            </a:srgbClr>
          </a:solidFill>
          <a:ln>
            <a:noFill/>
          </a:ln>
        </p:spPr>
      </p:sp>
      <p:sp>
        <p:nvSpPr>
          <p:cNvPr id="1172" name="Shape 1172"/>
          <p:cNvSpPr/>
          <p:nvPr/>
        </p:nvSpPr>
        <p:spPr>
          <a:xfrm>
            <a:off x="0" y="727151"/>
            <a:ext cx="4442279" cy="2940750"/>
          </a:xfrm>
          <a:custGeom>
            <a:avLst/>
            <a:gdLst/>
            <a:ahLst/>
            <a:cxnLst/>
            <a:rect l="0" t="0" r="r" b="b"/>
            <a:pathLst>
              <a:path w="4442279" h="2940750">
                <a:moveTo>
                  <a:pt x="4432861" y="18837"/>
                </a:moveTo>
                <a:cubicBezTo>
                  <a:pt x="4435359" y="18837"/>
                  <a:pt x="4437755" y="17844"/>
                  <a:pt x="4439521" y="16078"/>
                </a:cubicBezTo>
                <a:cubicBezTo>
                  <a:pt x="4441287" y="14312"/>
                  <a:pt x="4442279" y="11916"/>
                  <a:pt x="4442279" y="9418"/>
                </a:cubicBezTo>
                <a:cubicBezTo>
                  <a:pt x="4442279" y="6920"/>
                  <a:pt x="4441287" y="4525"/>
                  <a:pt x="4439521" y="2758"/>
                </a:cubicBezTo>
                <a:cubicBezTo>
                  <a:pt x="4437755" y="992"/>
                  <a:pt x="4435359" y="0"/>
                  <a:pt x="4432861" y="0"/>
                </a:cubicBezTo>
                <a:cubicBezTo>
                  <a:pt x="4430363" y="0"/>
                  <a:pt x="4427967" y="992"/>
                  <a:pt x="4426201" y="2758"/>
                </a:cubicBezTo>
                <a:cubicBezTo>
                  <a:pt x="4424435" y="4525"/>
                  <a:pt x="4423442" y="6920"/>
                  <a:pt x="4423442" y="9418"/>
                </a:cubicBezTo>
                <a:cubicBezTo>
                  <a:pt x="4423442" y="11916"/>
                  <a:pt x="4424435" y="14312"/>
                  <a:pt x="4426201" y="16078"/>
                </a:cubicBezTo>
                <a:cubicBezTo>
                  <a:pt x="4427967" y="17844"/>
                  <a:pt x="4430363" y="18837"/>
                  <a:pt x="4432861" y="18837"/>
                </a:cubicBezTo>
                <a:close/>
              </a:path>
            </a:pathLst>
          </a:custGeom>
          <a:solidFill>
            <a:srgbClr val="42949E">
              <a:alpha val="75000"/>
            </a:srgbClr>
          </a:solidFill>
          <a:ln>
            <a:noFill/>
          </a:ln>
        </p:spPr>
      </p:sp>
      <p:sp>
        <p:nvSpPr>
          <p:cNvPr id="1173" name="Shape 1173"/>
          <p:cNvSpPr/>
          <p:nvPr/>
        </p:nvSpPr>
        <p:spPr>
          <a:xfrm>
            <a:off x="0" y="711214"/>
            <a:ext cx="4472854" cy="2956687"/>
          </a:xfrm>
          <a:custGeom>
            <a:avLst/>
            <a:gdLst/>
            <a:ahLst/>
            <a:cxnLst/>
            <a:rect l="0" t="0" r="r" b="b"/>
            <a:pathLst>
              <a:path w="4472854" h="2956687">
                <a:moveTo>
                  <a:pt x="4463435" y="18837"/>
                </a:moveTo>
                <a:cubicBezTo>
                  <a:pt x="4465933" y="18837"/>
                  <a:pt x="4468329" y="17845"/>
                  <a:pt x="4470095" y="16078"/>
                </a:cubicBezTo>
                <a:cubicBezTo>
                  <a:pt x="4471862" y="14312"/>
                  <a:pt x="4472854" y="11916"/>
                  <a:pt x="4472854" y="9418"/>
                </a:cubicBezTo>
                <a:cubicBezTo>
                  <a:pt x="4472854" y="6921"/>
                  <a:pt x="4471862" y="4525"/>
                  <a:pt x="4470095" y="2758"/>
                </a:cubicBezTo>
                <a:cubicBezTo>
                  <a:pt x="4468329" y="992"/>
                  <a:pt x="4465933" y="0"/>
                  <a:pt x="4463435" y="0"/>
                </a:cubicBezTo>
                <a:cubicBezTo>
                  <a:pt x="4460938" y="0"/>
                  <a:pt x="4458542" y="992"/>
                  <a:pt x="4456776" y="2758"/>
                </a:cubicBezTo>
                <a:cubicBezTo>
                  <a:pt x="4455009" y="4525"/>
                  <a:pt x="4454017" y="6921"/>
                  <a:pt x="4454017" y="9418"/>
                </a:cubicBezTo>
                <a:cubicBezTo>
                  <a:pt x="4454017" y="11916"/>
                  <a:pt x="4455009" y="14312"/>
                  <a:pt x="4456776" y="16078"/>
                </a:cubicBezTo>
                <a:cubicBezTo>
                  <a:pt x="4458542" y="17845"/>
                  <a:pt x="4460938" y="18837"/>
                  <a:pt x="4463435" y="18837"/>
                </a:cubicBezTo>
                <a:close/>
              </a:path>
            </a:pathLst>
          </a:custGeom>
          <a:solidFill>
            <a:srgbClr val="42949E">
              <a:alpha val="75000"/>
            </a:srgbClr>
          </a:solidFill>
          <a:ln>
            <a:noFill/>
          </a:ln>
        </p:spPr>
      </p:sp>
      <p:sp>
        <p:nvSpPr>
          <p:cNvPr id="1174" name="Shape 1174"/>
          <p:cNvSpPr/>
          <p:nvPr/>
        </p:nvSpPr>
        <p:spPr>
          <a:xfrm>
            <a:off x="0" y="664265"/>
            <a:ext cx="4465027" cy="3003636"/>
          </a:xfrm>
          <a:custGeom>
            <a:avLst/>
            <a:gdLst/>
            <a:ahLst/>
            <a:cxnLst/>
            <a:rect l="0" t="0" r="r" b="b"/>
            <a:pathLst>
              <a:path w="4465027" h="3003636">
                <a:moveTo>
                  <a:pt x="4455608" y="18838"/>
                </a:moveTo>
                <a:cubicBezTo>
                  <a:pt x="4458106" y="18838"/>
                  <a:pt x="4460502" y="17845"/>
                  <a:pt x="4462268" y="16079"/>
                </a:cubicBezTo>
                <a:cubicBezTo>
                  <a:pt x="4464034" y="14313"/>
                  <a:pt x="4465027" y="11917"/>
                  <a:pt x="4465027" y="9419"/>
                </a:cubicBezTo>
                <a:cubicBezTo>
                  <a:pt x="4465027" y="6921"/>
                  <a:pt x="4464034" y="4525"/>
                  <a:pt x="4462268" y="2759"/>
                </a:cubicBezTo>
                <a:cubicBezTo>
                  <a:pt x="4460502" y="993"/>
                  <a:pt x="4458106" y="0"/>
                  <a:pt x="4455608" y="0"/>
                </a:cubicBezTo>
                <a:cubicBezTo>
                  <a:pt x="4453110" y="0"/>
                  <a:pt x="4450714" y="993"/>
                  <a:pt x="4448948" y="2759"/>
                </a:cubicBezTo>
                <a:cubicBezTo>
                  <a:pt x="4447182" y="4525"/>
                  <a:pt x="4446190" y="6921"/>
                  <a:pt x="4446190" y="9419"/>
                </a:cubicBezTo>
                <a:cubicBezTo>
                  <a:pt x="4446190" y="11917"/>
                  <a:pt x="4447182" y="14313"/>
                  <a:pt x="4448948" y="16079"/>
                </a:cubicBezTo>
                <a:cubicBezTo>
                  <a:pt x="4450714" y="17845"/>
                  <a:pt x="4453110" y="18838"/>
                  <a:pt x="4455608" y="18838"/>
                </a:cubicBezTo>
                <a:close/>
              </a:path>
            </a:pathLst>
          </a:custGeom>
          <a:solidFill>
            <a:srgbClr val="42949E">
              <a:alpha val="75000"/>
            </a:srgbClr>
          </a:solidFill>
          <a:ln>
            <a:noFill/>
          </a:ln>
        </p:spPr>
      </p:sp>
      <p:sp>
        <p:nvSpPr>
          <p:cNvPr id="1175" name="Shape 1175"/>
          <p:cNvSpPr/>
          <p:nvPr/>
        </p:nvSpPr>
        <p:spPr>
          <a:xfrm>
            <a:off x="0" y="672425"/>
            <a:ext cx="4496194" cy="2995476"/>
          </a:xfrm>
          <a:custGeom>
            <a:avLst/>
            <a:gdLst/>
            <a:ahLst/>
            <a:cxnLst/>
            <a:rect l="0" t="0" r="r" b="b"/>
            <a:pathLst>
              <a:path w="4496194" h="2995476">
                <a:moveTo>
                  <a:pt x="4486776" y="18838"/>
                </a:moveTo>
                <a:cubicBezTo>
                  <a:pt x="4489274" y="18838"/>
                  <a:pt x="4491670" y="17845"/>
                  <a:pt x="4493436" y="16079"/>
                </a:cubicBezTo>
                <a:cubicBezTo>
                  <a:pt x="4495202" y="14313"/>
                  <a:pt x="4496194" y="11917"/>
                  <a:pt x="4496194" y="9419"/>
                </a:cubicBezTo>
                <a:cubicBezTo>
                  <a:pt x="4496194" y="6921"/>
                  <a:pt x="4495202" y="4525"/>
                  <a:pt x="4493436" y="2759"/>
                </a:cubicBezTo>
                <a:cubicBezTo>
                  <a:pt x="4491670" y="993"/>
                  <a:pt x="4489274" y="0"/>
                  <a:pt x="4486776" y="0"/>
                </a:cubicBezTo>
                <a:cubicBezTo>
                  <a:pt x="4484278" y="0"/>
                  <a:pt x="4481882" y="993"/>
                  <a:pt x="4480116" y="2759"/>
                </a:cubicBezTo>
                <a:cubicBezTo>
                  <a:pt x="4478350" y="4525"/>
                  <a:pt x="4477357" y="6921"/>
                  <a:pt x="4477357" y="9419"/>
                </a:cubicBezTo>
                <a:cubicBezTo>
                  <a:pt x="4477357" y="11917"/>
                  <a:pt x="4478350" y="14313"/>
                  <a:pt x="4480116" y="16079"/>
                </a:cubicBezTo>
                <a:cubicBezTo>
                  <a:pt x="4481882" y="17845"/>
                  <a:pt x="4484278" y="18838"/>
                  <a:pt x="4486776" y="18838"/>
                </a:cubicBezTo>
                <a:close/>
              </a:path>
            </a:pathLst>
          </a:custGeom>
          <a:solidFill>
            <a:srgbClr val="42949E">
              <a:alpha val="75000"/>
            </a:srgbClr>
          </a:solidFill>
          <a:ln>
            <a:noFill/>
          </a:ln>
        </p:spPr>
      </p:sp>
      <p:sp>
        <p:nvSpPr>
          <p:cNvPr id="1176" name="Shape 1176"/>
          <p:cNvSpPr/>
          <p:nvPr/>
        </p:nvSpPr>
        <p:spPr>
          <a:xfrm>
            <a:off x="0" y="722809"/>
            <a:ext cx="4492195" cy="2945092"/>
          </a:xfrm>
          <a:custGeom>
            <a:avLst/>
            <a:gdLst/>
            <a:ahLst/>
            <a:cxnLst/>
            <a:rect l="0" t="0" r="r" b="b"/>
            <a:pathLst>
              <a:path w="4492195" h="2945092">
                <a:moveTo>
                  <a:pt x="4482776" y="18837"/>
                </a:moveTo>
                <a:cubicBezTo>
                  <a:pt x="4485274" y="18837"/>
                  <a:pt x="4487670" y="17845"/>
                  <a:pt x="4489436" y="16079"/>
                </a:cubicBezTo>
                <a:cubicBezTo>
                  <a:pt x="4491202" y="14312"/>
                  <a:pt x="4492195" y="11916"/>
                  <a:pt x="4492195" y="9419"/>
                </a:cubicBezTo>
                <a:cubicBezTo>
                  <a:pt x="4492195" y="6921"/>
                  <a:pt x="4491202" y="4525"/>
                  <a:pt x="4489436" y="2759"/>
                </a:cubicBezTo>
                <a:cubicBezTo>
                  <a:pt x="4487670" y="992"/>
                  <a:pt x="4485274" y="0"/>
                  <a:pt x="4482776" y="0"/>
                </a:cubicBezTo>
                <a:cubicBezTo>
                  <a:pt x="4480278" y="0"/>
                  <a:pt x="4477882" y="992"/>
                  <a:pt x="4476116" y="2759"/>
                </a:cubicBezTo>
                <a:cubicBezTo>
                  <a:pt x="4474350" y="4525"/>
                  <a:pt x="4473358" y="6921"/>
                  <a:pt x="4473358" y="9419"/>
                </a:cubicBezTo>
                <a:cubicBezTo>
                  <a:pt x="4473358" y="11916"/>
                  <a:pt x="4474350" y="14312"/>
                  <a:pt x="4476116" y="16079"/>
                </a:cubicBezTo>
                <a:cubicBezTo>
                  <a:pt x="4477882" y="17845"/>
                  <a:pt x="4480278" y="18837"/>
                  <a:pt x="4482776" y="18837"/>
                </a:cubicBezTo>
                <a:close/>
              </a:path>
            </a:pathLst>
          </a:custGeom>
          <a:solidFill>
            <a:srgbClr val="42949E">
              <a:alpha val="75000"/>
            </a:srgbClr>
          </a:solidFill>
          <a:ln>
            <a:noFill/>
          </a:ln>
        </p:spPr>
      </p:sp>
      <p:sp>
        <p:nvSpPr>
          <p:cNvPr id="1177" name="Shape 1177"/>
          <p:cNvSpPr/>
          <p:nvPr/>
        </p:nvSpPr>
        <p:spPr>
          <a:xfrm>
            <a:off x="0" y="683951"/>
            <a:ext cx="4469176" cy="2983950"/>
          </a:xfrm>
          <a:custGeom>
            <a:avLst/>
            <a:gdLst/>
            <a:ahLst/>
            <a:cxnLst/>
            <a:rect l="0" t="0" r="r" b="b"/>
            <a:pathLst>
              <a:path w="4469176" h="2983950">
                <a:moveTo>
                  <a:pt x="4459758" y="18837"/>
                </a:moveTo>
                <a:cubicBezTo>
                  <a:pt x="4462255" y="18837"/>
                  <a:pt x="4464651" y="17845"/>
                  <a:pt x="4466418" y="16078"/>
                </a:cubicBezTo>
                <a:cubicBezTo>
                  <a:pt x="4468184" y="14312"/>
                  <a:pt x="4469176" y="11916"/>
                  <a:pt x="4469176" y="9418"/>
                </a:cubicBezTo>
                <a:cubicBezTo>
                  <a:pt x="4469176" y="6921"/>
                  <a:pt x="4468184" y="4525"/>
                  <a:pt x="4466418" y="2758"/>
                </a:cubicBezTo>
                <a:cubicBezTo>
                  <a:pt x="4464651" y="992"/>
                  <a:pt x="4462255" y="0"/>
                  <a:pt x="4459758" y="0"/>
                </a:cubicBezTo>
                <a:cubicBezTo>
                  <a:pt x="4457260" y="0"/>
                  <a:pt x="4454864" y="992"/>
                  <a:pt x="4453098" y="2758"/>
                </a:cubicBezTo>
                <a:cubicBezTo>
                  <a:pt x="4451331" y="4525"/>
                  <a:pt x="4450339" y="6921"/>
                  <a:pt x="4450339" y="9418"/>
                </a:cubicBezTo>
                <a:cubicBezTo>
                  <a:pt x="4450339" y="11916"/>
                  <a:pt x="4451331" y="14312"/>
                  <a:pt x="4453098" y="16078"/>
                </a:cubicBezTo>
                <a:cubicBezTo>
                  <a:pt x="4454864" y="17845"/>
                  <a:pt x="4457260" y="18837"/>
                  <a:pt x="4459758" y="18837"/>
                </a:cubicBezTo>
                <a:close/>
              </a:path>
            </a:pathLst>
          </a:custGeom>
          <a:solidFill>
            <a:srgbClr val="42949E">
              <a:alpha val="75000"/>
            </a:srgbClr>
          </a:solidFill>
          <a:ln>
            <a:noFill/>
          </a:ln>
        </p:spPr>
      </p:sp>
      <p:sp>
        <p:nvSpPr>
          <p:cNvPr id="1178" name="Shape 1178"/>
          <p:cNvSpPr/>
          <p:nvPr/>
        </p:nvSpPr>
        <p:spPr>
          <a:xfrm>
            <a:off x="0" y="667487"/>
            <a:ext cx="4446069" cy="3000414"/>
          </a:xfrm>
          <a:custGeom>
            <a:avLst/>
            <a:gdLst/>
            <a:ahLst/>
            <a:cxnLst/>
            <a:rect l="0" t="0" r="r" b="b"/>
            <a:pathLst>
              <a:path w="4446069" h="3000414">
                <a:moveTo>
                  <a:pt x="4436650" y="18837"/>
                </a:moveTo>
                <a:cubicBezTo>
                  <a:pt x="4439148" y="18837"/>
                  <a:pt x="4441544" y="17845"/>
                  <a:pt x="4443310" y="16078"/>
                </a:cubicBezTo>
                <a:cubicBezTo>
                  <a:pt x="4445076" y="14312"/>
                  <a:pt x="4446069" y="11916"/>
                  <a:pt x="4446069" y="9418"/>
                </a:cubicBezTo>
                <a:cubicBezTo>
                  <a:pt x="4446069" y="6921"/>
                  <a:pt x="4445076" y="4525"/>
                  <a:pt x="4443310" y="2758"/>
                </a:cubicBezTo>
                <a:cubicBezTo>
                  <a:pt x="4441544" y="992"/>
                  <a:pt x="4439148" y="0"/>
                  <a:pt x="4436650" y="0"/>
                </a:cubicBezTo>
                <a:cubicBezTo>
                  <a:pt x="4434152" y="0"/>
                  <a:pt x="4431756" y="992"/>
                  <a:pt x="4429990" y="2758"/>
                </a:cubicBezTo>
                <a:cubicBezTo>
                  <a:pt x="4428224" y="4525"/>
                  <a:pt x="4427232" y="6921"/>
                  <a:pt x="4427232" y="9418"/>
                </a:cubicBezTo>
                <a:cubicBezTo>
                  <a:pt x="4427232" y="11916"/>
                  <a:pt x="4428224" y="14312"/>
                  <a:pt x="4429990" y="16078"/>
                </a:cubicBezTo>
                <a:cubicBezTo>
                  <a:pt x="4431756" y="17845"/>
                  <a:pt x="4434152" y="18837"/>
                  <a:pt x="4436650" y="18837"/>
                </a:cubicBezTo>
                <a:close/>
              </a:path>
            </a:pathLst>
          </a:custGeom>
          <a:solidFill>
            <a:srgbClr val="42949E">
              <a:alpha val="75000"/>
            </a:srgbClr>
          </a:solidFill>
          <a:ln>
            <a:noFill/>
          </a:ln>
        </p:spPr>
      </p:sp>
      <p:sp>
        <p:nvSpPr>
          <p:cNvPr id="1179" name="Shape 1179"/>
          <p:cNvSpPr/>
          <p:nvPr/>
        </p:nvSpPr>
        <p:spPr>
          <a:xfrm>
            <a:off x="0" y="783872"/>
            <a:ext cx="4487365" cy="2884029"/>
          </a:xfrm>
          <a:custGeom>
            <a:avLst/>
            <a:gdLst/>
            <a:ahLst/>
            <a:cxnLst/>
            <a:rect l="0" t="0" r="r" b="b"/>
            <a:pathLst>
              <a:path w="4487365" h="2884029">
                <a:moveTo>
                  <a:pt x="4477947" y="18837"/>
                </a:moveTo>
                <a:cubicBezTo>
                  <a:pt x="4480445" y="18837"/>
                  <a:pt x="4482840" y="17845"/>
                  <a:pt x="4484607" y="16078"/>
                </a:cubicBezTo>
                <a:cubicBezTo>
                  <a:pt x="4486373" y="14312"/>
                  <a:pt x="4487365" y="11916"/>
                  <a:pt x="4487365" y="9419"/>
                </a:cubicBezTo>
                <a:cubicBezTo>
                  <a:pt x="4487365" y="6921"/>
                  <a:pt x="4486373" y="4525"/>
                  <a:pt x="4484607" y="2759"/>
                </a:cubicBezTo>
                <a:cubicBezTo>
                  <a:pt x="4482840" y="992"/>
                  <a:pt x="4480445" y="0"/>
                  <a:pt x="4477947" y="0"/>
                </a:cubicBezTo>
                <a:cubicBezTo>
                  <a:pt x="4475449" y="0"/>
                  <a:pt x="4473053" y="992"/>
                  <a:pt x="4471287" y="2759"/>
                </a:cubicBezTo>
                <a:cubicBezTo>
                  <a:pt x="4469521" y="4525"/>
                  <a:pt x="4468528" y="6921"/>
                  <a:pt x="4468528" y="9419"/>
                </a:cubicBezTo>
                <a:cubicBezTo>
                  <a:pt x="4468528" y="11916"/>
                  <a:pt x="4469521" y="14312"/>
                  <a:pt x="4471287" y="16078"/>
                </a:cubicBezTo>
                <a:cubicBezTo>
                  <a:pt x="4473053" y="17845"/>
                  <a:pt x="4475449" y="18837"/>
                  <a:pt x="4477947" y="18837"/>
                </a:cubicBezTo>
                <a:close/>
              </a:path>
            </a:pathLst>
          </a:custGeom>
          <a:solidFill>
            <a:srgbClr val="42949E">
              <a:alpha val="75000"/>
            </a:srgbClr>
          </a:solidFill>
          <a:ln>
            <a:noFill/>
          </a:ln>
        </p:spPr>
      </p:sp>
      <p:sp>
        <p:nvSpPr>
          <p:cNvPr id="1180" name="Shape 1180"/>
          <p:cNvSpPr/>
          <p:nvPr/>
        </p:nvSpPr>
        <p:spPr>
          <a:xfrm>
            <a:off x="0" y="754649"/>
            <a:ext cx="4453240" cy="2913252"/>
          </a:xfrm>
          <a:custGeom>
            <a:avLst/>
            <a:gdLst/>
            <a:ahLst/>
            <a:cxnLst/>
            <a:rect l="0" t="0" r="r" b="b"/>
            <a:pathLst>
              <a:path w="4453240" h="2913252">
                <a:moveTo>
                  <a:pt x="4443821" y="18837"/>
                </a:moveTo>
                <a:cubicBezTo>
                  <a:pt x="4446319" y="18837"/>
                  <a:pt x="4448715" y="17845"/>
                  <a:pt x="4450481" y="16079"/>
                </a:cubicBezTo>
                <a:cubicBezTo>
                  <a:pt x="4452248" y="14312"/>
                  <a:pt x="4453240" y="11917"/>
                  <a:pt x="4453240" y="9419"/>
                </a:cubicBezTo>
                <a:cubicBezTo>
                  <a:pt x="4453240" y="6921"/>
                  <a:pt x="4452248" y="4525"/>
                  <a:pt x="4450481" y="2759"/>
                </a:cubicBezTo>
                <a:cubicBezTo>
                  <a:pt x="4448715" y="993"/>
                  <a:pt x="4446319" y="0"/>
                  <a:pt x="4443821" y="0"/>
                </a:cubicBezTo>
                <a:cubicBezTo>
                  <a:pt x="4441324" y="0"/>
                  <a:pt x="4438928" y="993"/>
                  <a:pt x="4437161" y="2759"/>
                </a:cubicBezTo>
                <a:cubicBezTo>
                  <a:pt x="4435395" y="4525"/>
                  <a:pt x="4434403" y="6921"/>
                  <a:pt x="4434403" y="9419"/>
                </a:cubicBezTo>
                <a:cubicBezTo>
                  <a:pt x="4434403" y="11917"/>
                  <a:pt x="4435395" y="14312"/>
                  <a:pt x="4437161" y="16079"/>
                </a:cubicBezTo>
                <a:cubicBezTo>
                  <a:pt x="4438928" y="17845"/>
                  <a:pt x="4441324" y="18837"/>
                  <a:pt x="4443821" y="18837"/>
                </a:cubicBezTo>
                <a:close/>
              </a:path>
            </a:pathLst>
          </a:custGeom>
          <a:solidFill>
            <a:srgbClr val="42949E">
              <a:alpha val="75000"/>
            </a:srgbClr>
          </a:solidFill>
          <a:ln>
            <a:noFill/>
          </a:ln>
        </p:spPr>
      </p:sp>
      <p:sp>
        <p:nvSpPr>
          <p:cNvPr id="1181" name="Shape 1181"/>
          <p:cNvSpPr/>
          <p:nvPr/>
        </p:nvSpPr>
        <p:spPr>
          <a:xfrm>
            <a:off x="0" y="781264"/>
            <a:ext cx="4502420" cy="2886638"/>
          </a:xfrm>
          <a:custGeom>
            <a:avLst/>
            <a:gdLst/>
            <a:ahLst/>
            <a:cxnLst/>
            <a:rect l="0" t="0" r="r" b="b"/>
            <a:pathLst>
              <a:path w="4502420" h="2886638">
                <a:moveTo>
                  <a:pt x="4493002" y="18837"/>
                </a:moveTo>
                <a:cubicBezTo>
                  <a:pt x="4495499" y="18837"/>
                  <a:pt x="4497895" y="17844"/>
                  <a:pt x="4499662" y="16078"/>
                </a:cubicBezTo>
                <a:cubicBezTo>
                  <a:pt x="4501428" y="14312"/>
                  <a:pt x="4502420" y="11916"/>
                  <a:pt x="4502420" y="9418"/>
                </a:cubicBezTo>
                <a:cubicBezTo>
                  <a:pt x="4502420" y="6920"/>
                  <a:pt x="4501428" y="4525"/>
                  <a:pt x="4499662" y="2758"/>
                </a:cubicBezTo>
                <a:cubicBezTo>
                  <a:pt x="4497895" y="992"/>
                  <a:pt x="4495499" y="0"/>
                  <a:pt x="4493002" y="0"/>
                </a:cubicBezTo>
                <a:cubicBezTo>
                  <a:pt x="4490504" y="0"/>
                  <a:pt x="4488108" y="992"/>
                  <a:pt x="4486342" y="2758"/>
                </a:cubicBezTo>
                <a:cubicBezTo>
                  <a:pt x="4484575" y="4525"/>
                  <a:pt x="4483583" y="6920"/>
                  <a:pt x="4483583" y="9418"/>
                </a:cubicBezTo>
                <a:cubicBezTo>
                  <a:pt x="4483583" y="11916"/>
                  <a:pt x="4484575" y="14312"/>
                  <a:pt x="4486342" y="16078"/>
                </a:cubicBezTo>
                <a:cubicBezTo>
                  <a:pt x="4488108" y="17844"/>
                  <a:pt x="4490504" y="18837"/>
                  <a:pt x="4493002" y="18837"/>
                </a:cubicBezTo>
                <a:close/>
              </a:path>
            </a:pathLst>
          </a:custGeom>
          <a:solidFill>
            <a:srgbClr val="42949E">
              <a:alpha val="75000"/>
            </a:srgbClr>
          </a:solidFill>
          <a:ln>
            <a:noFill/>
          </a:ln>
        </p:spPr>
      </p:sp>
      <p:sp>
        <p:nvSpPr>
          <p:cNvPr id="1182" name="Shape 1182"/>
          <p:cNvSpPr/>
          <p:nvPr/>
        </p:nvSpPr>
        <p:spPr>
          <a:xfrm>
            <a:off x="0" y="764632"/>
            <a:ext cx="4379400" cy="2903269"/>
          </a:xfrm>
          <a:custGeom>
            <a:avLst/>
            <a:gdLst/>
            <a:ahLst/>
            <a:cxnLst/>
            <a:rect l="0" t="0" r="r" b="b"/>
            <a:pathLst>
              <a:path w="4379400" h="2903269">
                <a:moveTo>
                  <a:pt x="4369981" y="18837"/>
                </a:moveTo>
                <a:cubicBezTo>
                  <a:pt x="4372479" y="18837"/>
                  <a:pt x="4374875" y="17845"/>
                  <a:pt x="4376641" y="16078"/>
                </a:cubicBezTo>
                <a:cubicBezTo>
                  <a:pt x="4378407" y="14312"/>
                  <a:pt x="4379400" y="11916"/>
                  <a:pt x="4379400" y="9418"/>
                </a:cubicBezTo>
                <a:cubicBezTo>
                  <a:pt x="4379400" y="6920"/>
                  <a:pt x="4378407" y="4525"/>
                  <a:pt x="4376641" y="2758"/>
                </a:cubicBezTo>
                <a:cubicBezTo>
                  <a:pt x="4374875" y="992"/>
                  <a:pt x="4372479" y="0"/>
                  <a:pt x="4369981" y="0"/>
                </a:cubicBezTo>
                <a:cubicBezTo>
                  <a:pt x="4367483" y="0"/>
                  <a:pt x="4365087" y="992"/>
                  <a:pt x="4363321" y="2758"/>
                </a:cubicBezTo>
                <a:cubicBezTo>
                  <a:pt x="4361555" y="4525"/>
                  <a:pt x="4360562" y="6920"/>
                  <a:pt x="4360562" y="9418"/>
                </a:cubicBezTo>
                <a:cubicBezTo>
                  <a:pt x="4360562" y="11916"/>
                  <a:pt x="4361555" y="14312"/>
                  <a:pt x="4363321" y="16078"/>
                </a:cubicBezTo>
                <a:cubicBezTo>
                  <a:pt x="4365087" y="17845"/>
                  <a:pt x="4367483" y="18837"/>
                  <a:pt x="4369981" y="18837"/>
                </a:cubicBezTo>
                <a:close/>
              </a:path>
            </a:pathLst>
          </a:custGeom>
          <a:solidFill>
            <a:srgbClr val="42949E">
              <a:alpha val="75000"/>
            </a:srgbClr>
          </a:solidFill>
          <a:ln>
            <a:noFill/>
          </a:ln>
        </p:spPr>
      </p:sp>
      <p:sp>
        <p:nvSpPr>
          <p:cNvPr id="1183" name="Shape 1183"/>
          <p:cNvSpPr/>
          <p:nvPr/>
        </p:nvSpPr>
        <p:spPr>
          <a:xfrm>
            <a:off x="0" y="743213"/>
            <a:ext cx="4526484" cy="2924688"/>
          </a:xfrm>
          <a:custGeom>
            <a:avLst/>
            <a:gdLst/>
            <a:ahLst/>
            <a:cxnLst/>
            <a:rect l="0" t="0" r="r" b="b"/>
            <a:pathLst>
              <a:path w="4526484" h="2924688">
                <a:moveTo>
                  <a:pt x="4517066" y="18837"/>
                </a:moveTo>
                <a:cubicBezTo>
                  <a:pt x="4519564" y="18837"/>
                  <a:pt x="4521960" y="17845"/>
                  <a:pt x="4523726" y="16079"/>
                </a:cubicBezTo>
                <a:cubicBezTo>
                  <a:pt x="4525492" y="14312"/>
                  <a:pt x="4526484" y="11916"/>
                  <a:pt x="4526484" y="9419"/>
                </a:cubicBezTo>
                <a:cubicBezTo>
                  <a:pt x="4526484" y="6921"/>
                  <a:pt x="4525492" y="4525"/>
                  <a:pt x="4523726" y="2759"/>
                </a:cubicBezTo>
                <a:cubicBezTo>
                  <a:pt x="4521960" y="992"/>
                  <a:pt x="4519564" y="0"/>
                  <a:pt x="4517066" y="0"/>
                </a:cubicBezTo>
                <a:cubicBezTo>
                  <a:pt x="4514568" y="0"/>
                  <a:pt x="4512172" y="992"/>
                  <a:pt x="4510406" y="2759"/>
                </a:cubicBezTo>
                <a:cubicBezTo>
                  <a:pt x="4508640" y="4525"/>
                  <a:pt x="4507647" y="6921"/>
                  <a:pt x="4507647" y="9419"/>
                </a:cubicBezTo>
                <a:cubicBezTo>
                  <a:pt x="4507647" y="11916"/>
                  <a:pt x="4508640" y="14312"/>
                  <a:pt x="4510406" y="16079"/>
                </a:cubicBezTo>
                <a:cubicBezTo>
                  <a:pt x="4512172" y="17845"/>
                  <a:pt x="4514568" y="18837"/>
                  <a:pt x="4517066" y="18837"/>
                </a:cubicBezTo>
                <a:close/>
              </a:path>
            </a:pathLst>
          </a:custGeom>
          <a:solidFill>
            <a:srgbClr val="42949E">
              <a:alpha val="75000"/>
            </a:srgbClr>
          </a:solidFill>
          <a:ln>
            <a:noFill/>
          </a:ln>
        </p:spPr>
      </p:sp>
      <p:sp>
        <p:nvSpPr>
          <p:cNvPr id="1184" name="Shape 1184"/>
          <p:cNvSpPr/>
          <p:nvPr/>
        </p:nvSpPr>
        <p:spPr>
          <a:xfrm>
            <a:off x="0" y="701297"/>
            <a:ext cx="4441600" cy="2966604"/>
          </a:xfrm>
          <a:custGeom>
            <a:avLst/>
            <a:gdLst/>
            <a:ahLst/>
            <a:cxnLst/>
            <a:rect l="0" t="0" r="r" b="b"/>
            <a:pathLst>
              <a:path w="4441600" h="2966604">
                <a:moveTo>
                  <a:pt x="4432181" y="18837"/>
                </a:moveTo>
                <a:cubicBezTo>
                  <a:pt x="4434679" y="18837"/>
                  <a:pt x="4437075" y="17845"/>
                  <a:pt x="4438841" y="16078"/>
                </a:cubicBezTo>
                <a:cubicBezTo>
                  <a:pt x="4440607" y="14312"/>
                  <a:pt x="4441600" y="11916"/>
                  <a:pt x="4441600" y="9418"/>
                </a:cubicBezTo>
                <a:cubicBezTo>
                  <a:pt x="4441600" y="6921"/>
                  <a:pt x="4440607" y="4525"/>
                  <a:pt x="4438841" y="2758"/>
                </a:cubicBezTo>
                <a:cubicBezTo>
                  <a:pt x="4437075" y="992"/>
                  <a:pt x="4434679" y="0"/>
                  <a:pt x="4432181" y="0"/>
                </a:cubicBezTo>
                <a:cubicBezTo>
                  <a:pt x="4429683" y="0"/>
                  <a:pt x="4427287" y="992"/>
                  <a:pt x="4425521" y="2758"/>
                </a:cubicBezTo>
                <a:cubicBezTo>
                  <a:pt x="4423755" y="4525"/>
                  <a:pt x="4422763" y="6921"/>
                  <a:pt x="4422763" y="9418"/>
                </a:cubicBezTo>
                <a:cubicBezTo>
                  <a:pt x="4422763" y="11916"/>
                  <a:pt x="4423755" y="14312"/>
                  <a:pt x="4425521" y="16078"/>
                </a:cubicBezTo>
                <a:cubicBezTo>
                  <a:pt x="4427287" y="17845"/>
                  <a:pt x="4429683" y="18837"/>
                  <a:pt x="4432181" y="18837"/>
                </a:cubicBezTo>
                <a:close/>
              </a:path>
            </a:pathLst>
          </a:custGeom>
          <a:solidFill>
            <a:srgbClr val="42949E">
              <a:alpha val="75000"/>
            </a:srgbClr>
          </a:solidFill>
          <a:ln>
            <a:noFill/>
          </a:ln>
        </p:spPr>
      </p:sp>
      <p:sp>
        <p:nvSpPr>
          <p:cNvPr id="1185" name="Shape 1185"/>
          <p:cNvSpPr/>
          <p:nvPr/>
        </p:nvSpPr>
        <p:spPr>
          <a:xfrm>
            <a:off x="0" y="1148547"/>
            <a:ext cx="4060125" cy="2519354"/>
          </a:xfrm>
          <a:custGeom>
            <a:avLst/>
            <a:gdLst/>
            <a:ahLst/>
            <a:cxnLst/>
            <a:rect l="0" t="0" r="r" b="b"/>
            <a:pathLst>
              <a:path w="4060125" h="2519354">
                <a:moveTo>
                  <a:pt x="4050706" y="18837"/>
                </a:moveTo>
                <a:cubicBezTo>
                  <a:pt x="4053204" y="18837"/>
                  <a:pt x="4055600" y="17845"/>
                  <a:pt x="4057366" y="16079"/>
                </a:cubicBezTo>
                <a:cubicBezTo>
                  <a:pt x="4059132" y="14313"/>
                  <a:pt x="4060125" y="11917"/>
                  <a:pt x="4060125" y="9419"/>
                </a:cubicBezTo>
                <a:cubicBezTo>
                  <a:pt x="4060125" y="6921"/>
                  <a:pt x="4059132" y="4525"/>
                  <a:pt x="4057366" y="2759"/>
                </a:cubicBezTo>
                <a:cubicBezTo>
                  <a:pt x="4055600" y="993"/>
                  <a:pt x="4053204" y="0"/>
                  <a:pt x="4050706" y="0"/>
                </a:cubicBezTo>
                <a:cubicBezTo>
                  <a:pt x="4048208" y="0"/>
                  <a:pt x="4045812" y="993"/>
                  <a:pt x="4044046" y="2759"/>
                </a:cubicBezTo>
                <a:cubicBezTo>
                  <a:pt x="4042280" y="4525"/>
                  <a:pt x="4041287" y="6921"/>
                  <a:pt x="4041287" y="9419"/>
                </a:cubicBezTo>
                <a:cubicBezTo>
                  <a:pt x="4041287" y="11917"/>
                  <a:pt x="4042280" y="14313"/>
                  <a:pt x="4044046" y="16079"/>
                </a:cubicBezTo>
                <a:cubicBezTo>
                  <a:pt x="4045812" y="17845"/>
                  <a:pt x="4048208" y="18837"/>
                  <a:pt x="4050706" y="18837"/>
                </a:cubicBezTo>
                <a:close/>
              </a:path>
            </a:pathLst>
          </a:custGeom>
          <a:solidFill>
            <a:srgbClr val="9A4D8E">
              <a:alpha val="75000"/>
            </a:srgbClr>
          </a:solidFill>
          <a:ln>
            <a:noFill/>
          </a:ln>
        </p:spPr>
      </p:sp>
      <p:sp>
        <p:nvSpPr>
          <p:cNvPr id="1186" name="Shape 1186"/>
          <p:cNvSpPr/>
          <p:nvPr/>
        </p:nvSpPr>
        <p:spPr>
          <a:xfrm>
            <a:off x="0" y="1140032"/>
            <a:ext cx="4197163" cy="2527870"/>
          </a:xfrm>
          <a:custGeom>
            <a:avLst/>
            <a:gdLst/>
            <a:ahLst/>
            <a:cxnLst/>
            <a:rect l="0" t="0" r="r" b="b"/>
            <a:pathLst>
              <a:path w="4197163" h="2527870">
                <a:moveTo>
                  <a:pt x="4187745" y="18837"/>
                </a:moveTo>
                <a:cubicBezTo>
                  <a:pt x="4190243" y="18837"/>
                  <a:pt x="4192639" y="17844"/>
                  <a:pt x="4194405" y="16078"/>
                </a:cubicBezTo>
                <a:cubicBezTo>
                  <a:pt x="4196171" y="14312"/>
                  <a:pt x="4197163" y="11916"/>
                  <a:pt x="4197163" y="9418"/>
                </a:cubicBezTo>
                <a:cubicBezTo>
                  <a:pt x="4197163" y="6920"/>
                  <a:pt x="4196171" y="4524"/>
                  <a:pt x="4194405" y="2758"/>
                </a:cubicBezTo>
                <a:cubicBezTo>
                  <a:pt x="4192639" y="992"/>
                  <a:pt x="4190243" y="0"/>
                  <a:pt x="4187745" y="0"/>
                </a:cubicBezTo>
                <a:cubicBezTo>
                  <a:pt x="4185247" y="0"/>
                  <a:pt x="4182851" y="992"/>
                  <a:pt x="4181085" y="2758"/>
                </a:cubicBezTo>
                <a:cubicBezTo>
                  <a:pt x="4179319" y="4524"/>
                  <a:pt x="4178326" y="6920"/>
                  <a:pt x="4178326" y="9418"/>
                </a:cubicBezTo>
                <a:cubicBezTo>
                  <a:pt x="4178326" y="11916"/>
                  <a:pt x="4179319" y="14312"/>
                  <a:pt x="4181085" y="16078"/>
                </a:cubicBezTo>
                <a:cubicBezTo>
                  <a:pt x="4182851" y="17844"/>
                  <a:pt x="4185247" y="18837"/>
                  <a:pt x="4187745" y="18837"/>
                </a:cubicBezTo>
                <a:close/>
              </a:path>
            </a:pathLst>
          </a:custGeom>
          <a:solidFill>
            <a:srgbClr val="9A4D8E">
              <a:alpha val="75000"/>
            </a:srgbClr>
          </a:solidFill>
          <a:ln>
            <a:noFill/>
          </a:ln>
        </p:spPr>
      </p:sp>
      <p:sp>
        <p:nvSpPr>
          <p:cNvPr id="1187" name="Shape 1187"/>
          <p:cNvSpPr/>
          <p:nvPr/>
        </p:nvSpPr>
        <p:spPr>
          <a:xfrm>
            <a:off x="0" y="1149918"/>
            <a:ext cx="4212653" cy="2517983"/>
          </a:xfrm>
          <a:custGeom>
            <a:avLst/>
            <a:gdLst/>
            <a:ahLst/>
            <a:cxnLst/>
            <a:rect l="0" t="0" r="r" b="b"/>
            <a:pathLst>
              <a:path w="4212653" h="2517983">
                <a:moveTo>
                  <a:pt x="4203235" y="18837"/>
                </a:moveTo>
                <a:cubicBezTo>
                  <a:pt x="4205733" y="18837"/>
                  <a:pt x="4208129" y="17845"/>
                  <a:pt x="4209895" y="16079"/>
                </a:cubicBezTo>
                <a:cubicBezTo>
                  <a:pt x="4211661" y="14313"/>
                  <a:pt x="4212653" y="11917"/>
                  <a:pt x="4212653" y="9419"/>
                </a:cubicBezTo>
                <a:cubicBezTo>
                  <a:pt x="4212653" y="6921"/>
                  <a:pt x="4211661" y="4525"/>
                  <a:pt x="4209895" y="2759"/>
                </a:cubicBezTo>
                <a:cubicBezTo>
                  <a:pt x="4208129" y="993"/>
                  <a:pt x="4205733" y="0"/>
                  <a:pt x="4203235" y="0"/>
                </a:cubicBezTo>
                <a:cubicBezTo>
                  <a:pt x="4200737" y="0"/>
                  <a:pt x="4198341" y="993"/>
                  <a:pt x="4196575" y="2759"/>
                </a:cubicBezTo>
                <a:cubicBezTo>
                  <a:pt x="4194809" y="4525"/>
                  <a:pt x="4193816" y="6921"/>
                  <a:pt x="4193816" y="9419"/>
                </a:cubicBezTo>
                <a:cubicBezTo>
                  <a:pt x="4193816" y="11917"/>
                  <a:pt x="4194809" y="14313"/>
                  <a:pt x="4196575" y="16079"/>
                </a:cubicBezTo>
                <a:cubicBezTo>
                  <a:pt x="4198341" y="17845"/>
                  <a:pt x="4200737" y="18837"/>
                  <a:pt x="4203235" y="18837"/>
                </a:cubicBezTo>
                <a:close/>
              </a:path>
            </a:pathLst>
          </a:custGeom>
          <a:solidFill>
            <a:srgbClr val="9A4D8E">
              <a:alpha val="75000"/>
            </a:srgbClr>
          </a:solidFill>
          <a:ln>
            <a:noFill/>
          </a:ln>
        </p:spPr>
      </p:sp>
      <p:sp>
        <p:nvSpPr>
          <p:cNvPr id="1188" name="Shape 1188"/>
          <p:cNvSpPr/>
          <p:nvPr/>
        </p:nvSpPr>
        <p:spPr>
          <a:xfrm>
            <a:off x="0" y="1151191"/>
            <a:ext cx="4160664" cy="2516710"/>
          </a:xfrm>
          <a:custGeom>
            <a:avLst/>
            <a:gdLst/>
            <a:ahLst/>
            <a:cxnLst/>
            <a:rect l="0" t="0" r="r" b="b"/>
            <a:pathLst>
              <a:path w="4160664" h="2516710">
                <a:moveTo>
                  <a:pt x="4151245" y="18837"/>
                </a:moveTo>
                <a:cubicBezTo>
                  <a:pt x="4153743" y="18837"/>
                  <a:pt x="4156139" y="17845"/>
                  <a:pt x="4157905" y="16079"/>
                </a:cubicBezTo>
                <a:cubicBezTo>
                  <a:pt x="4159671" y="14312"/>
                  <a:pt x="4160664" y="11917"/>
                  <a:pt x="4160664" y="9419"/>
                </a:cubicBezTo>
                <a:cubicBezTo>
                  <a:pt x="4160664" y="6921"/>
                  <a:pt x="4159671" y="4525"/>
                  <a:pt x="4157905" y="2759"/>
                </a:cubicBezTo>
                <a:cubicBezTo>
                  <a:pt x="4156139" y="993"/>
                  <a:pt x="4153743" y="0"/>
                  <a:pt x="4151245" y="0"/>
                </a:cubicBezTo>
                <a:cubicBezTo>
                  <a:pt x="4148747" y="0"/>
                  <a:pt x="4146351" y="993"/>
                  <a:pt x="4144585" y="2759"/>
                </a:cubicBezTo>
                <a:cubicBezTo>
                  <a:pt x="4142819" y="4525"/>
                  <a:pt x="4141827" y="6921"/>
                  <a:pt x="4141827" y="9419"/>
                </a:cubicBezTo>
                <a:cubicBezTo>
                  <a:pt x="4141827" y="11917"/>
                  <a:pt x="4142819" y="14312"/>
                  <a:pt x="4144585" y="16079"/>
                </a:cubicBezTo>
                <a:cubicBezTo>
                  <a:pt x="4146351" y="17845"/>
                  <a:pt x="4148747" y="18837"/>
                  <a:pt x="4151245" y="18837"/>
                </a:cubicBezTo>
                <a:close/>
              </a:path>
            </a:pathLst>
          </a:custGeom>
          <a:solidFill>
            <a:srgbClr val="9A4D8E">
              <a:alpha val="75000"/>
            </a:srgbClr>
          </a:solidFill>
          <a:ln>
            <a:noFill/>
          </a:ln>
        </p:spPr>
      </p:sp>
      <p:sp>
        <p:nvSpPr>
          <p:cNvPr id="1189" name="Shape 1189"/>
          <p:cNvSpPr/>
          <p:nvPr/>
        </p:nvSpPr>
        <p:spPr>
          <a:xfrm>
            <a:off x="0" y="1024102"/>
            <a:ext cx="4179402" cy="2643799"/>
          </a:xfrm>
          <a:custGeom>
            <a:avLst/>
            <a:gdLst/>
            <a:ahLst/>
            <a:cxnLst/>
            <a:rect l="0" t="0" r="r" b="b"/>
            <a:pathLst>
              <a:path w="4179402" h="2643799">
                <a:moveTo>
                  <a:pt x="4169983" y="18837"/>
                </a:moveTo>
                <a:cubicBezTo>
                  <a:pt x="4172481" y="18837"/>
                  <a:pt x="4174877" y="17845"/>
                  <a:pt x="4176643" y="16078"/>
                </a:cubicBezTo>
                <a:cubicBezTo>
                  <a:pt x="4178409" y="14312"/>
                  <a:pt x="4179402" y="11916"/>
                  <a:pt x="4179402" y="9418"/>
                </a:cubicBezTo>
                <a:cubicBezTo>
                  <a:pt x="4179402" y="6921"/>
                  <a:pt x="4178409" y="4525"/>
                  <a:pt x="4176643" y="2758"/>
                </a:cubicBezTo>
                <a:cubicBezTo>
                  <a:pt x="4174877" y="992"/>
                  <a:pt x="4172481" y="0"/>
                  <a:pt x="4169983" y="0"/>
                </a:cubicBezTo>
                <a:cubicBezTo>
                  <a:pt x="4167485" y="0"/>
                  <a:pt x="4165089" y="992"/>
                  <a:pt x="4163323" y="2758"/>
                </a:cubicBezTo>
                <a:cubicBezTo>
                  <a:pt x="4161557" y="4525"/>
                  <a:pt x="4160565" y="6921"/>
                  <a:pt x="4160565" y="9418"/>
                </a:cubicBezTo>
                <a:cubicBezTo>
                  <a:pt x="4160565" y="11916"/>
                  <a:pt x="4161557" y="14312"/>
                  <a:pt x="4163323" y="16078"/>
                </a:cubicBezTo>
                <a:cubicBezTo>
                  <a:pt x="4165089" y="17845"/>
                  <a:pt x="4167485" y="18837"/>
                  <a:pt x="4169983" y="18837"/>
                </a:cubicBezTo>
                <a:close/>
              </a:path>
            </a:pathLst>
          </a:custGeom>
          <a:solidFill>
            <a:srgbClr val="9A4D8E">
              <a:alpha val="75000"/>
            </a:srgbClr>
          </a:solidFill>
          <a:ln>
            <a:noFill/>
          </a:ln>
        </p:spPr>
      </p:sp>
      <p:sp>
        <p:nvSpPr>
          <p:cNvPr id="1190" name="Shape 1190"/>
          <p:cNvSpPr/>
          <p:nvPr/>
        </p:nvSpPr>
        <p:spPr>
          <a:xfrm>
            <a:off x="0" y="1118956"/>
            <a:ext cx="4180441" cy="2548945"/>
          </a:xfrm>
          <a:custGeom>
            <a:avLst/>
            <a:gdLst/>
            <a:ahLst/>
            <a:cxnLst/>
            <a:rect l="0" t="0" r="r" b="b"/>
            <a:pathLst>
              <a:path w="4180441" h="2548945">
                <a:moveTo>
                  <a:pt x="4171022" y="18837"/>
                </a:moveTo>
                <a:cubicBezTo>
                  <a:pt x="4173520" y="18837"/>
                  <a:pt x="4175916" y="17845"/>
                  <a:pt x="4177682" y="16079"/>
                </a:cubicBezTo>
                <a:cubicBezTo>
                  <a:pt x="4179448" y="14313"/>
                  <a:pt x="4180441" y="11917"/>
                  <a:pt x="4180441" y="9419"/>
                </a:cubicBezTo>
                <a:cubicBezTo>
                  <a:pt x="4180441" y="6921"/>
                  <a:pt x="4179448" y="4525"/>
                  <a:pt x="4177682" y="2759"/>
                </a:cubicBezTo>
                <a:cubicBezTo>
                  <a:pt x="4175916" y="993"/>
                  <a:pt x="4173520" y="0"/>
                  <a:pt x="4171022" y="0"/>
                </a:cubicBezTo>
                <a:cubicBezTo>
                  <a:pt x="4168524" y="0"/>
                  <a:pt x="4166129" y="993"/>
                  <a:pt x="4164362" y="2759"/>
                </a:cubicBezTo>
                <a:cubicBezTo>
                  <a:pt x="4162596" y="4525"/>
                  <a:pt x="4161604" y="6921"/>
                  <a:pt x="4161604" y="9419"/>
                </a:cubicBezTo>
                <a:cubicBezTo>
                  <a:pt x="4161604" y="11917"/>
                  <a:pt x="4162596" y="14313"/>
                  <a:pt x="4164362" y="16079"/>
                </a:cubicBezTo>
                <a:cubicBezTo>
                  <a:pt x="4166129" y="17845"/>
                  <a:pt x="4168524" y="18837"/>
                  <a:pt x="4171022" y="18837"/>
                </a:cubicBezTo>
                <a:close/>
              </a:path>
            </a:pathLst>
          </a:custGeom>
          <a:solidFill>
            <a:srgbClr val="9A4D8E">
              <a:alpha val="75000"/>
            </a:srgbClr>
          </a:solidFill>
          <a:ln>
            <a:noFill/>
          </a:ln>
        </p:spPr>
      </p:sp>
      <p:sp>
        <p:nvSpPr>
          <p:cNvPr id="1191" name="Shape 1191"/>
          <p:cNvSpPr/>
          <p:nvPr/>
        </p:nvSpPr>
        <p:spPr>
          <a:xfrm>
            <a:off x="0" y="1171820"/>
            <a:ext cx="4125867" cy="2496081"/>
          </a:xfrm>
          <a:custGeom>
            <a:avLst/>
            <a:gdLst/>
            <a:ahLst/>
            <a:cxnLst/>
            <a:rect l="0" t="0" r="r" b="b"/>
            <a:pathLst>
              <a:path w="4125867" h="2496081">
                <a:moveTo>
                  <a:pt x="4116448" y="18837"/>
                </a:moveTo>
                <a:cubicBezTo>
                  <a:pt x="4118946" y="18837"/>
                  <a:pt x="4121342" y="17845"/>
                  <a:pt x="4123108" y="16078"/>
                </a:cubicBezTo>
                <a:cubicBezTo>
                  <a:pt x="4124875" y="14312"/>
                  <a:pt x="4125867" y="11916"/>
                  <a:pt x="4125867" y="9418"/>
                </a:cubicBezTo>
                <a:cubicBezTo>
                  <a:pt x="4125867" y="6921"/>
                  <a:pt x="4124875" y="4525"/>
                  <a:pt x="4123108" y="2758"/>
                </a:cubicBezTo>
                <a:cubicBezTo>
                  <a:pt x="4121342" y="992"/>
                  <a:pt x="4118946" y="0"/>
                  <a:pt x="4116448" y="0"/>
                </a:cubicBezTo>
                <a:cubicBezTo>
                  <a:pt x="4113951" y="0"/>
                  <a:pt x="4111555" y="992"/>
                  <a:pt x="4109788" y="2758"/>
                </a:cubicBezTo>
                <a:cubicBezTo>
                  <a:pt x="4108022" y="4525"/>
                  <a:pt x="4107030" y="6921"/>
                  <a:pt x="4107030" y="9418"/>
                </a:cubicBezTo>
                <a:cubicBezTo>
                  <a:pt x="4107030" y="11916"/>
                  <a:pt x="4108022" y="14312"/>
                  <a:pt x="4109788" y="16078"/>
                </a:cubicBezTo>
                <a:cubicBezTo>
                  <a:pt x="4111555" y="17845"/>
                  <a:pt x="4113951" y="18837"/>
                  <a:pt x="4116448" y="18837"/>
                </a:cubicBezTo>
                <a:close/>
              </a:path>
            </a:pathLst>
          </a:custGeom>
          <a:solidFill>
            <a:srgbClr val="9A4D8E">
              <a:alpha val="75000"/>
            </a:srgbClr>
          </a:solidFill>
          <a:ln>
            <a:noFill/>
          </a:ln>
        </p:spPr>
      </p:sp>
      <p:sp>
        <p:nvSpPr>
          <p:cNvPr id="1192" name="Shape 1192"/>
          <p:cNvSpPr/>
          <p:nvPr/>
        </p:nvSpPr>
        <p:spPr>
          <a:xfrm>
            <a:off x="0" y="1191674"/>
            <a:ext cx="4241758" cy="2476228"/>
          </a:xfrm>
          <a:custGeom>
            <a:avLst/>
            <a:gdLst/>
            <a:ahLst/>
            <a:cxnLst/>
            <a:rect l="0" t="0" r="r" b="b"/>
            <a:pathLst>
              <a:path w="4241758" h="2476228">
                <a:moveTo>
                  <a:pt x="4232339" y="18837"/>
                </a:moveTo>
                <a:cubicBezTo>
                  <a:pt x="4234837" y="18837"/>
                  <a:pt x="4237233" y="17844"/>
                  <a:pt x="4238999" y="16078"/>
                </a:cubicBezTo>
                <a:cubicBezTo>
                  <a:pt x="4240766" y="14312"/>
                  <a:pt x="4241758" y="11916"/>
                  <a:pt x="4241758" y="9418"/>
                </a:cubicBezTo>
                <a:cubicBezTo>
                  <a:pt x="4241758" y="6920"/>
                  <a:pt x="4240766" y="4524"/>
                  <a:pt x="4238999" y="2758"/>
                </a:cubicBezTo>
                <a:cubicBezTo>
                  <a:pt x="4237233" y="992"/>
                  <a:pt x="4234837" y="0"/>
                  <a:pt x="4232339" y="0"/>
                </a:cubicBezTo>
                <a:cubicBezTo>
                  <a:pt x="4229842" y="0"/>
                  <a:pt x="4227446" y="992"/>
                  <a:pt x="4225680" y="2758"/>
                </a:cubicBezTo>
                <a:cubicBezTo>
                  <a:pt x="4223913" y="4524"/>
                  <a:pt x="4222921" y="6920"/>
                  <a:pt x="4222921" y="9418"/>
                </a:cubicBezTo>
                <a:cubicBezTo>
                  <a:pt x="4222921" y="11916"/>
                  <a:pt x="4223913" y="14312"/>
                  <a:pt x="4225680" y="16078"/>
                </a:cubicBezTo>
                <a:cubicBezTo>
                  <a:pt x="4227446" y="17844"/>
                  <a:pt x="4229842" y="18837"/>
                  <a:pt x="4232339" y="18837"/>
                </a:cubicBezTo>
                <a:close/>
              </a:path>
            </a:pathLst>
          </a:custGeom>
          <a:solidFill>
            <a:srgbClr val="9A4D8E">
              <a:alpha val="75000"/>
            </a:srgbClr>
          </a:solidFill>
          <a:ln>
            <a:noFill/>
          </a:ln>
        </p:spPr>
      </p:sp>
      <p:sp>
        <p:nvSpPr>
          <p:cNvPr id="1193" name="Shape 1193"/>
          <p:cNvSpPr/>
          <p:nvPr/>
        </p:nvSpPr>
        <p:spPr>
          <a:xfrm>
            <a:off x="0" y="1135200"/>
            <a:ext cx="4109465" cy="2532701"/>
          </a:xfrm>
          <a:custGeom>
            <a:avLst/>
            <a:gdLst/>
            <a:ahLst/>
            <a:cxnLst/>
            <a:rect l="0" t="0" r="r" b="b"/>
            <a:pathLst>
              <a:path w="4109465" h="2532701">
                <a:moveTo>
                  <a:pt x="4100047" y="18837"/>
                </a:moveTo>
                <a:cubicBezTo>
                  <a:pt x="4102545" y="18837"/>
                  <a:pt x="4104940" y="17845"/>
                  <a:pt x="4106707" y="16079"/>
                </a:cubicBezTo>
                <a:cubicBezTo>
                  <a:pt x="4108473" y="14312"/>
                  <a:pt x="4109465" y="11917"/>
                  <a:pt x="4109465" y="9419"/>
                </a:cubicBezTo>
                <a:cubicBezTo>
                  <a:pt x="4109465" y="6921"/>
                  <a:pt x="4108473" y="4525"/>
                  <a:pt x="4106707" y="2759"/>
                </a:cubicBezTo>
                <a:cubicBezTo>
                  <a:pt x="4104940" y="993"/>
                  <a:pt x="4102545" y="0"/>
                  <a:pt x="4100047" y="0"/>
                </a:cubicBezTo>
                <a:cubicBezTo>
                  <a:pt x="4097549" y="0"/>
                  <a:pt x="4095153" y="993"/>
                  <a:pt x="4093387" y="2759"/>
                </a:cubicBezTo>
                <a:cubicBezTo>
                  <a:pt x="4091621" y="4525"/>
                  <a:pt x="4090628" y="6921"/>
                  <a:pt x="4090628" y="9419"/>
                </a:cubicBezTo>
                <a:cubicBezTo>
                  <a:pt x="4090628" y="11917"/>
                  <a:pt x="4091621" y="14312"/>
                  <a:pt x="4093387" y="16079"/>
                </a:cubicBezTo>
                <a:cubicBezTo>
                  <a:pt x="4095153" y="17845"/>
                  <a:pt x="4097549" y="18837"/>
                  <a:pt x="4100047" y="18837"/>
                </a:cubicBezTo>
                <a:close/>
              </a:path>
            </a:pathLst>
          </a:custGeom>
          <a:solidFill>
            <a:srgbClr val="9A4D8E">
              <a:alpha val="75000"/>
            </a:srgbClr>
          </a:solidFill>
          <a:ln>
            <a:noFill/>
          </a:ln>
        </p:spPr>
      </p:sp>
      <p:sp>
        <p:nvSpPr>
          <p:cNvPr id="1194" name="Shape 1194"/>
          <p:cNvSpPr/>
          <p:nvPr/>
        </p:nvSpPr>
        <p:spPr>
          <a:xfrm>
            <a:off x="0" y="1020914"/>
            <a:ext cx="4136558" cy="2646987"/>
          </a:xfrm>
          <a:custGeom>
            <a:avLst/>
            <a:gdLst/>
            <a:ahLst/>
            <a:cxnLst/>
            <a:rect l="0" t="0" r="r" b="b"/>
            <a:pathLst>
              <a:path w="4136558" h="2646987">
                <a:moveTo>
                  <a:pt x="4127139" y="18837"/>
                </a:moveTo>
                <a:cubicBezTo>
                  <a:pt x="4129637" y="18837"/>
                  <a:pt x="4132033" y="17845"/>
                  <a:pt x="4133799" y="16079"/>
                </a:cubicBezTo>
                <a:cubicBezTo>
                  <a:pt x="4135565" y="14313"/>
                  <a:pt x="4136558" y="11917"/>
                  <a:pt x="4136558" y="9419"/>
                </a:cubicBezTo>
                <a:cubicBezTo>
                  <a:pt x="4136558" y="6921"/>
                  <a:pt x="4135565" y="4525"/>
                  <a:pt x="4133799" y="2759"/>
                </a:cubicBezTo>
                <a:cubicBezTo>
                  <a:pt x="4132033" y="993"/>
                  <a:pt x="4129637" y="0"/>
                  <a:pt x="4127139" y="0"/>
                </a:cubicBezTo>
                <a:cubicBezTo>
                  <a:pt x="4124641" y="0"/>
                  <a:pt x="4122245" y="993"/>
                  <a:pt x="4120479" y="2759"/>
                </a:cubicBezTo>
                <a:cubicBezTo>
                  <a:pt x="4118713" y="4525"/>
                  <a:pt x="4117721" y="6921"/>
                  <a:pt x="4117721" y="9419"/>
                </a:cubicBezTo>
                <a:cubicBezTo>
                  <a:pt x="4117721" y="11917"/>
                  <a:pt x="4118713" y="14313"/>
                  <a:pt x="4120479" y="16079"/>
                </a:cubicBezTo>
                <a:cubicBezTo>
                  <a:pt x="4122245" y="17845"/>
                  <a:pt x="4124641" y="18837"/>
                  <a:pt x="4127139" y="18837"/>
                </a:cubicBezTo>
                <a:close/>
              </a:path>
            </a:pathLst>
          </a:custGeom>
          <a:solidFill>
            <a:srgbClr val="9A4D8E">
              <a:alpha val="75000"/>
            </a:srgbClr>
          </a:solidFill>
          <a:ln>
            <a:noFill/>
          </a:ln>
        </p:spPr>
      </p:sp>
      <p:sp>
        <p:nvSpPr>
          <p:cNvPr id="1195" name="Shape 1195"/>
          <p:cNvSpPr/>
          <p:nvPr/>
        </p:nvSpPr>
        <p:spPr>
          <a:xfrm>
            <a:off x="0" y="1109667"/>
            <a:ext cx="4028600" cy="2558234"/>
          </a:xfrm>
          <a:custGeom>
            <a:avLst/>
            <a:gdLst/>
            <a:ahLst/>
            <a:cxnLst/>
            <a:rect l="0" t="0" r="r" b="b"/>
            <a:pathLst>
              <a:path w="4028600" h="2558234">
                <a:moveTo>
                  <a:pt x="4019182" y="18837"/>
                </a:moveTo>
                <a:cubicBezTo>
                  <a:pt x="4021680" y="18837"/>
                  <a:pt x="4024075" y="17845"/>
                  <a:pt x="4025842" y="16079"/>
                </a:cubicBezTo>
                <a:cubicBezTo>
                  <a:pt x="4027608" y="14312"/>
                  <a:pt x="4028600" y="11916"/>
                  <a:pt x="4028600" y="9419"/>
                </a:cubicBezTo>
                <a:cubicBezTo>
                  <a:pt x="4028600" y="6921"/>
                  <a:pt x="4027608" y="4525"/>
                  <a:pt x="4025842" y="2759"/>
                </a:cubicBezTo>
                <a:cubicBezTo>
                  <a:pt x="4024075" y="992"/>
                  <a:pt x="4021680" y="0"/>
                  <a:pt x="4019182" y="0"/>
                </a:cubicBezTo>
                <a:cubicBezTo>
                  <a:pt x="4016684" y="0"/>
                  <a:pt x="4014288" y="992"/>
                  <a:pt x="4012522" y="2759"/>
                </a:cubicBezTo>
                <a:cubicBezTo>
                  <a:pt x="4010756" y="4525"/>
                  <a:pt x="4009763" y="6921"/>
                  <a:pt x="4009763" y="9419"/>
                </a:cubicBezTo>
                <a:cubicBezTo>
                  <a:pt x="4009763" y="11916"/>
                  <a:pt x="4010756" y="14312"/>
                  <a:pt x="4012522" y="16079"/>
                </a:cubicBezTo>
                <a:cubicBezTo>
                  <a:pt x="4014288" y="17845"/>
                  <a:pt x="4016684" y="18837"/>
                  <a:pt x="4019182" y="18837"/>
                </a:cubicBezTo>
                <a:close/>
              </a:path>
            </a:pathLst>
          </a:custGeom>
          <a:solidFill>
            <a:srgbClr val="9A4D8E">
              <a:alpha val="75000"/>
            </a:srgbClr>
          </a:solidFill>
          <a:ln>
            <a:noFill/>
          </a:ln>
        </p:spPr>
      </p:sp>
      <p:sp>
        <p:nvSpPr>
          <p:cNvPr id="1196" name="Shape 1196"/>
          <p:cNvSpPr/>
          <p:nvPr/>
        </p:nvSpPr>
        <p:spPr>
          <a:xfrm>
            <a:off x="0" y="1192133"/>
            <a:ext cx="4199945" cy="2475768"/>
          </a:xfrm>
          <a:custGeom>
            <a:avLst/>
            <a:gdLst/>
            <a:ahLst/>
            <a:cxnLst/>
            <a:rect l="0" t="0" r="r" b="b"/>
            <a:pathLst>
              <a:path w="4199945" h="2475768">
                <a:moveTo>
                  <a:pt x="4190526" y="18837"/>
                </a:moveTo>
                <a:cubicBezTo>
                  <a:pt x="4193024" y="18837"/>
                  <a:pt x="4195420" y="17845"/>
                  <a:pt x="4197186" y="16078"/>
                </a:cubicBezTo>
                <a:cubicBezTo>
                  <a:pt x="4198952" y="14312"/>
                  <a:pt x="4199945" y="11916"/>
                  <a:pt x="4199945" y="9418"/>
                </a:cubicBezTo>
                <a:cubicBezTo>
                  <a:pt x="4199945" y="6921"/>
                  <a:pt x="4198952" y="4525"/>
                  <a:pt x="4197186" y="2759"/>
                </a:cubicBezTo>
                <a:cubicBezTo>
                  <a:pt x="4195420" y="992"/>
                  <a:pt x="4193024" y="0"/>
                  <a:pt x="4190526" y="0"/>
                </a:cubicBezTo>
                <a:cubicBezTo>
                  <a:pt x="4188028" y="0"/>
                  <a:pt x="4185632" y="992"/>
                  <a:pt x="4183866" y="2759"/>
                </a:cubicBezTo>
                <a:cubicBezTo>
                  <a:pt x="4182100" y="4525"/>
                  <a:pt x="4181107" y="6921"/>
                  <a:pt x="4181107" y="9418"/>
                </a:cubicBezTo>
                <a:cubicBezTo>
                  <a:pt x="4181107" y="11916"/>
                  <a:pt x="4182100" y="14312"/>
                  <a:pt x="4183866" y="16078"/>
                </a:cubicBezTo>
                <a:cubicBezTo>
                  <a:pt x="4185632" y="17845"/>
                  <a:pt x="4188028" y="18837"/>
                  <a:pt x="4190526" y="18837"/>
                </a:cubicBezTo>
                <a:close/>
              </a:path>
            </a:pathLst>
          </a:custGeom>
          <a:solidFill>
            <a:srgbClr val="9A4D8E">
              <a:alpha val="75000"/>
            </a:srgbClr>
          </a:solidFill>
          <a:ln>
            <a:noFill/>
          </a:ln>
        </p:spPr>
      </p:sp>
      <p:sp>
        <p:nvSpPr>
          <p:cNvPr id="1197" name="Shape 1197"/>
          <p:cNvSpPr/>
          <p:nvPr/>
        </p:nvSpPr>
        <p:spPr>
          <a:xfrm>
            <a:off x="0" y="1105702"/>
            <a:ext cx="4124411" cy="2562199"/>
          </a:xfrm>
          <a:custGeom>
            <a:avLst/>
            <a:gdLst/>
            <a:ahLst/>
            <a:cxnLst/>
            <a:rect l="0" t="0" r="r" b="b"/>
            <a:pathLst>
              <a:path w="4124411" h="2562199">
                <a:moveTo>
                  <a:pt x="4114992" y="18837"/>
                </a:moveTo>
                <a:cubicBezTo>
                  <a:pt x="4117490" y="18837"/>
                  <a:pt x="4119886" y="17845"/>
                  <a:pt x="4121652" y="16079"/>
                </a:cubicBezTo>
                <a:cubicBezTo>
                  <a:pt x="4123419" y="14312"/>
                  <a:pt x="4124411" y="11917"/>
                  <a:pt x="4124411" y="9419"/>
                </a:cubicBezTo>
                <a:cubicBezTo>
                  <a:pt x="4124411" y="6921"/>
                  <a:pt x="4123419" y="4525"/>
                  <a:pt x="4121652" y="2759"/>
                </a:cubicBezTo>
                <a:cubicBezTo>
                  <a:pt x="4119886" y="993"/>
                  <a:pt x="4117490" y="0"/>
                  <a:pt x="4114992" y="0"/>
                </a:cubicBezTo>
                <a:cubicBezTo>
                  <a:pt x="4112495" y="0"/>
                  <a:pt x="4110099" y="993"/>
                  <a:pt x="4108333" y="2759"/>
                </a:cubicBezTo>
                <a:cubicBezTo>
                  <a:pt x="4106566" y="4525"/>
                  <a:pt x="4105574" y="6921"/>
                  <a:pt x="4105574" y="9419"/>
                </a:cubicBezTo>
                <a:cubicBezTo>
                  <a:pt x="4105574" y="11917"/>
                  <a:pt x="4106566" y="14312"/>
                  <a:pt x="4108333" y="16079"/>
                </a:cubicBezTo>
                <a:cubicBezTo>
                  <a:pt x="4110099" y="17845"/>
                  <a:pt x="4112495" y="18837"/>
                  <a:pt x="4114992" y="18837"/>
                </a:cubicBezTo>
                <a:close/>
              </a:path>
            </a:pathLst>
          </a:custGeom>
          <a:solidFill>
            <a:srgbClr val="9A4D8E">
              <a:alpha val="75000"/>
            </a:srgbClr>
          </a:solidFill>
          <a:ln>
            <a:noFill/>
          </a:ln>
        </p:spPr>
      </p:sp>
      <p:sp>
        <p:nvSpPr>
          <p:cNvPr id="1198" name="Shape 1198"/>
          <p:cNvSpPr/>
          <p:nvPr/>
        </p:nvSpPr>
        <p:spPr>
          <a:xfrm>
            <a:off x="0" y="1181004"/>
            <a:ext cx="4250965" cy="2486897"/>
          </a:xfrm>
          <a:custGeom>
            <a:avLst/>
            <a:gdLst/>
            <a:ahLst/>
            <a:cxnLst/>
            <a:rect l="0" t="0" r="r" b="b"/>
            <a:pathLst>
              <a:path w="4250965" h="2486897">
                <a:moveTo>
                  <a:pt x="4241546" y="18837"/>
                </a:moveTo>
                <a:cubicBezTo>
                  <a:pt x="4244044" y="18837"/>
                  <a:pt x="4246440" y="17845"/>
                  <a:pt x="4248206" y="16078"/>
                </a:cubicBezTo>
                <a:cubicBezTo>
                  <a:pt x="4249973" y="14312"/>
                  <a:pt x="4250965" y="11916"/>
                  <a:pt x="4250965" y="9419"/>
                </a:cubicBezTo>
                <a:cubicBezTo>
                  <a:pt x="4250965" y="6921"/>
                  <a:pt x="4249973" y="4525"/>
                  <a:pt x="4248206" y="2759"/>
                </a:cubicBezTo>
                <a:cubicBezTo>
                  <a:pt x="4246440" y="992"/>
                  <a:pt x="4244044" y="0"/>
                  <a:pt x="4241546" y="0"/>
                </a:cubicBezTo>
                <a:cubicBezTo>
                  <a:pt x="4239049" y="0"/>
                  <a:pt x="4236653" y="992"/>
                  <a:pt x="4234887" y="2759"/>
                </a:cubicBezTo>
                <a:cubicBezTo>
                  <a:pt x="4233120" y="4525"/>
                  <a:pt x="4232128" y="6921"/>
                  <a:pt x="4232128" y="9419"/>
                </a:cubicBezTo>
                <a:cubicBezTo>
                  <a:pt x="4232128" y="11916"/>
                  <a:pt x="4233120" y="14312"/>
                  <a:pt x="4234887" y="16078"/>
                </a:cubicBezTo>
                <a:cubicBezTo>
                  <a:pt x="4236653" y="17845"/>
                  <a:pt x="4239049" y="18837"/>
                  <a:pt x="4241546" y="18837"/>
                </a:cubicBezTo>
                <a:close/>
              </a:path>
            </a:pathLst>
          </a:custGeom>
          <a:solidFill>
            <a:srgbClr val="9A4D8E">
              <a:alpha val="75000"/>
            </a:srgbClr>
          </a:solidFill>
          <a:ln>
            <a:noFill/>
          </a:ln>
        </p:spPr>
      </p:sp>
      <p:sp>
        <p:nvSpPr>
          <p:cNvPr id="1199" name="Shape 1199"/>
          <p:cNvSpPr/>
          <p:nvPr/>
        </p:nvSpPr>
        <p:spPr>
          <a:xfrm>
            <a:off x="0" y="1023282"/>
            <a:ext cx="4373564" cy="2644619"/>
          </a:xfrm>
          <a:custGeom>
            <a:avLst/>
            <a:gdLst/>
            <a:ahLst/>
            <a:cxnLst/>
            <a:rect l="0" t="0" r="r" b="b"/>
            <a:pathLst>
              <a:path w="4373564" h="2644619">
                <a:moveTo>
                  <a:pt x="4364146" y="18837"/>
                </a:moveTo>
                <a:cubicBezTo>
                  <a:pt x="4366644" y="18837"/>
                  <a:pt x="4369040" y="17845"/>
                  <a:pt x="4370806" y="16078"/>
                </a:cubicBezTo>
                <a:cubicBezTo>
                  <a:pt x="4372572" y="14312"/>
                  <a:pt x="4373564" y="11916"/>
                  <a:pt x="4373564" y="9418"/>
                </a:cubicBezTo>
                <a:cubicBezTo>
                  <a:pt x="4373564" y="6921"/>
                  <a:pt x="4372572" y="4525"/>
                  <a:pt x="4370806" y="2759"/>
                </a:cubicBezTo>
                <a:cubicBezTo>
                  <a:pt x="4369040" y="992"/>
                  <a:pt x="4366644" y="0"/>
                  <a:pt x="4364146" y="0"/>
                </a:cubicBezTo>
                <a:cubicBezTo>
                  <a:pt x="4361648" y="0"/>
                  <a:pt x="4359252" y="992"/>
                  <a:pt x="4357486" y="2759"/>
                </a:cubicBezTo>
                <a:cubicBezTo>
                  <a:pt x="4355720" y="4525"/>
                  <a:pt x="4354727" y="6921"/>
                  <a:pt x="4354727" y="9418"/>
                </a:cubicBezTo>
                <a:cubicBezTo>
                  <a:pt x="4354727" y="11916"/>
                  <a:pt x="4355720" y="14312"/>
                  <a:pt x="4357486" y="16078"/>
                </a:cubicBezTo>
                <a:cubicBezTo>
                  <a:pt x="4359252" y="17845"/>
                  <a:pt x="4361648" y="18837"/>
                  <a:pt x="4364146" y="18837"/>
                </a:cubicBezTo>
                <a:close/>
              </a:path>
            </a:pathLst>
          </a:custGeom>
          <a:solidFill>
            <a:srgbClr val="9E9E9E">
              <a:alpha val="75000"/>
            </a:srgbClr>
          </a:solidFill>
          <a:ln>
            <a:noFill/>
          </a:ln>
        </p:spPr>
      </p:sp>
      <p:sp>
        <p:nvSpPr>
          <p:cNvPr id="1200" name="Shape 1200"/>
          <p:cNvSpPr/>
          <p:nvPr/>
        </p:nvSpPr>
        <p:spPr>
          <a:xfrm>
            <a:off x="0" y="1096045"/>
            <a:ext cx="4546246" cy="2571856"/>
          </a:xfrm>
          <a:custGeom>
            <a:avLst/>
            <a:gdLst/>
            <a:ahLst/>
            <a:cxnLst/>
            <a:rect l="0" t="0" r="r" b="b"/>
            <a:pathLst>
              <a:path w="4546246" h="2571856">
                <a:moveTo>
                  <a:pt x="4536827" y="18837"/>
                </a:moveTo>
                <a:cubicBezTo>
                  <a:pt x="4539325" y="18837"/>
                  <a:pt x="4541721" y="17845"/>
                  <a:pt x="4543487" y="16078"/>
                </a:cubicBezTo>
                <a:cubicBezTo>
                  <a:pt x="4545253" y="14312"/>
                  <a:pt x="4546246" y="11916"/>
                  <a:pt x="4546246" y="9418"/>
                </a:cubicBezTo>
                <a:cubicBezTo>
                  <a:pt x="4546246" y="6921"/>
                  <a:pt x="4545253" y="4525"/>
                  <a:pt x="4543487" y="2758"/>
                </a:cubicBezTo>
                <a:cubicBezTo>
                  <a:pt x="4541721" y="992"/>
                  <a:pt x="4539325" y="0"/>
                  <a:pt x="4536827" y="0"/>
                </a:cubicBezTo>
                <a:cubicBezTo>
                  <a:pt x="4534329" y="0"/>
                  <a:pt x="4531933" y="992"/>
                  <a:pt x="4530167" y="2758"/>
                </a:cubicBezTo>
                <a:cubicBezTo>
                  <a:pt x="4528401" y="4525"/>
                  <a:pt x="4527409" y="6921"/>
                  <a:pt x="4527409" y="9418"/>
                </a:cubicBezTo>
                <a:cubicBezTo>
                  <a:pt x="4527409" y="11916"/>
                  <a:pt x="4528401" y="14312"/>
                  <a:pt x="4530167" y="16078"/>
                </a:cubicBezTo>
                <a:cubicBezTo>
                  <a:pt x="4531933" y="17845"/>
                  <a:pt x="4534329" y="18837"/>
                  <a:pt x="4536827" y="18837"/>
                </a:cubicBezTo>
                <a:close/>
              </a:path>
            </a:pathLst>
          </a:custGeom>
          <a:solidFill>
            <a:srgbClr val="9E9E9E">
              <a:alpha val="75000"/>
            </a:srgbClr>
          </a:solidFill>
          <a:ln>
            <a:noFill/>
          </a:ln>
        </p:spPr>
      </p:sp>
      <p:sp>
        <p:nvSpPr>
          <p:cNvPr id="1201" name="Shape 1201"/>
          <p:cNvSpPr/>
          <p:nvPr/>
        </p:nvSpPr>
        <p:spPr>
          <a:xfrm>
            <a:off x="0" y="996603"/>
            <a:ext cx="4338251" cy="2671298"/>
          </a:xfrm>
          <a:custGeom>
            <a:avLst/>
            <a:gdLst/>
            <a:ahLst/>
            <a:cxnLst/>
            <a:rect l="0" t="0" r="r" b="b"/>
            <a:pathLst>
              <a:path w="4338251" h="2671298">
                <a:moveTo>
                  <a:pt x="4328832" y="18838"/>
                </a:moveTo>
                <a:cubicBezTo>
                  <a:pt x="4331330" y="18838"/>
                  <a:pt x="4333726" y="17845"/>
                  <a:pt x="4335492" y="16079"/>
                </a:cubicBezTo>
                <a:cubicBezTo>
                  <a:pt x="4337258" y="14313"/>
                  <a:pt x="4338251" y="11917"/>
                  <a:pt x="4338251" y="9419"/>
                </a:cubicBezTo>
                <a:cubicBezTo>
                  <a:pt x="4338251" y="6921"/>
                  <a:pt x="4337258" y="4525"/>
                  <a:pt x="4335492" y="2759"/>
                </a:cubicBezTo>
                <a:cubicBezTo>
                  <a:pt x="4333726" y="993"/>
                  <a:pt x="4331330" y="0"/>
                  <a:pt x="4328832" y="0"/>
                </a:cubicBezTo>
                <a:cubicBezTo>
                  <a:pt x="4326334" y="0"/>
                  <a:pt x="4323938" y="993"/>
                  <a:pt x="4322172" y="2759"/>
                </a:cubicBezTo>
                <a:cubicBezTo>
                  <a:pt x="4320406" y="4525"/>
                  <a:pt x="4319414" y="6921"/>
                  <a:pt x="4319414" y="9419"/>
                </a:cubicBezTo>
                <a:cubicBezTo>
                  <a:pt x="4319414" y="11917"/>
                  <a:pt x="4320406" y="14313"/>
                  <a:pt x="4322172" y="16079"/>
                </a:cubicBezTo>
                <a:cubicBezTo>
                  <a:pt x="4323938" y="17845"/>
                  <a:pt x="4326334" y="18838"/>
                  <a:pt x="4328832" y="18838"/>
                </a:cubicBezTo>
                <a:close/>
              </a:path>
            </a:pathLst>
          </a:custGeom>
          <a:solidFill>
            <a:srgbClr val="9E9E9E">
              <a:alpha val="75000"/>
            </a:srgbClr>
          </a:solidFill>
          <a:ln>
            <a:noFill/>
          </a:ln>
        </p:spPr>
      </p:sp>
      <p:sp>
        <p:nvSpPr>
          <p:cNvPr id="1202" name="Shape 1202"/>
          <p:cNvSpPr/>
          <p:nvPr/>
        </p:nvSpPr>
        <p:spPr>
          <a:xfrm>
            <a:off x="0" y="1014855"/>
            <a:ext cx="4450400" cy="2653046"/>
          </a:xfrm>
          <a:custGeom>
            <a:avLst/>
            <a:gdLst/>
            <a:ahLst/>
            <a:cxnLst/>
            <a:rect l="0" t="0" r="r" b="b"/>
            <a:pathLst>
              <a:path w="4450400" h="2653046">
                <a:moveTo>
                  <a:pt x="4440982" y="18837"/>
                </a:moveTo>
                <a:cubicBezTo>
                  <a:pt x="4443480" y="18837"/>
                  <a:pt x="4445876" y="17845"/>
                  <a:pt x="4447642" y="16078"/>
                </a:cubicBezTo>
                <a:cubicBezTo>
                  <a:pt x="4449408" y="14312"/>
                  <a:pt x="4450400" y="11916"/>
                  <a:pt x="4450400" y="9418"/>
                </a:cubicBezTo>
                <a:cubicBezTo>
                  <a:pt x="4450400" y="6921"/>
                  <a:pt x="4449408" y="4525"/>
                  <a:pt x="4447642" y="2758"/>
                </a:cubicBezTo>
                <a:cubicBezTo>
                  <a:pt x="4445876" y="992"/>
                  <a:pt x="4443480" y="0"/>
                  <a:pt x="4440982" y="0"/>
                </a:cubicBezTo>
                <a:cubicBezTo>
                  <a:pt x="4438484" y="0"/>
                  <a:pt x="4436088" y="992"/>
                  <a:pt x="4434322" y="2758"/>
                </a:cubicBezTo>
                <a:cubicBezTo>
                  <a:pt x="4432556" y="4525"/>
                  <a:pt x="4431563" y="6921"/>
                  <a:pt x="4431563" y="9418"/>
                </a:cubicBezTo>
                <a:cubicBezTo>
                  <a:pt x="4431563" y="11916"/>
                  <a:pt x="4432556" y="14312"/>
                  <a:pt x="4434322" y="16078"/>
                </a:cubicBezTo>
                <a:cubicBezTo>
                  <a:pt x="4436088" y="17845"/>
                  <a:pt x="4438484" y="18837"/>
                  <a:pt x="4440982" y="18837"/>
                </a:cubicBezTo>
                <a:close/>
              </a:path>
            </a:pathLst>
          </a:custGeom>
          <a:solidFill>
            <a:srgbClr val="9E9E9E">
              <a:alpha val="75000"/>
            </a:srgbClr>
          </a:solidFill>
          <a:ln>
            <a:noFill/>
          </a:ln>
        </p:spPr>
      </p:sp>
      <p:sp>
        <p:nvSpPr>
          <p:cNvPr id="1203" name="Shape 1203"/>
          <p:cNvSpPr/>
          <p:nvPr/>
        </p:nvSpPr>
        <p:spPr>
          <a:xfrm>
            <a:off x="0" y="1098305"/>
            <a:ext cx="4459029" cy="2569596"/>
          </a:xfrm>
          <a:custGeom>
            <a:avLst/>
            <a:gdLst/>
            <a:ahLst/>
            <a:cxnLst/>
            <a:rect l="0" t="0" r="r" b="b"/>
            <a:pathLst>
              <a:path w="4459029" h="2569596">
                <a:moveTo>
                  <a:pt x="4449610" y="18837"/>
                </a:moveTo>
                <a:cubicBezTo>
                  <a:pt x="4452108" y="18837"/>
                  <a:pt x="4454504" y="17845"/>
                  <a:pt x="4456270" y="16079"/>
                </a:cubicBezTo>
                <a:cubicBezTo>
                  <a:pt x="4458037" y="14312"/>
                  <a:pt x="4459029" y="11916"/>
                  <a:pt x="4459029" y="9419"/>
                </a:cubicBezTo>
                <a:cubicBezTo>
                  <a:pt x="4459029" y="6921"/>
                  <a:pt x="4458037" y="4525"/>
                  <a:pt x="4456270" y="2759"/>
                </a:cubicBezTo>
                <a:cubicBezTo>
                  <a:pt x="4454504" y="992"/>
                  <a:pt x="4452108" y="0"/>
                  <a:pt x="4449610" y="0"/>
                </a:cubicBezTo>
                <a:cubicBezTo>
                  <a:pt x="4447113" y="0"/>
                  <a:pt x="4444717" y="992"/>
                  <a:pt x="4442951" y="2759"/>
                </a:cubicBezTo>
                <a:cubicBezTo>
                  <a:pt x="4441184" y="4525"/>
                  <a:pt x="4440192" y="6921"/>
                  <a:pt x="4440192" y="9419"/>
                </a:cubicBezTo>
                <a:cubicBezTo>
                  <a:pt x="4440192" y="11916"/>
                  <a:pt x="4441184" y="14312"/>
                  <a:pt x="4442951" y="16079"/>
                </a:cubicBezTo>
                <a:cubicBezTo>
                  <a:pt x="4444717" y="17845"/>
                  <a:pt x="4447113" y="18837"/>
                  <a:pt x="4449610" y="18837"/>
                </a:cubicBezTo>
                <a:close/>
              </a:path>
            </a:pathLst>
          </a:custGeom>
          <a:solidFill>
            <a:srgbClr val="9E9E9E">
              <a:alpha val="75000"/>
            </a:srgbClr>
          </a:solidFill>
          <a:ln>
            <a:noFill/>
          </a:ln>
        </p:spPr>
      </p:sp>
      <p:sp>
        <p:nvSpPr>
          <p:cNvPr id="1204" name="Shape 1204"/>
          <p:cNvSpPr/>
          <p:nvPr/>
        </p:nvSpPr>
        <p:spPr>
          <a:xfrm>
            <a:off x="0" y="995402"/>
            <a:ext cx="4436300" cy="2672499"/>
          </a:xfrm>
          <a:custGeom>
            <a:avLst/>
            <a:gdLst/>
            <a:ahLst/>
            <a:cxnLst/>
            <a:rect l="0" t="0" r="r" b="b"/>
            <a:pathLst>
              <a:path w="4436300" h="2672499">
                <a:moveTo>
                  <a:pt x="4426881" y="18838"/>
                </a:moveTo>
                <a:cubicBezTo>
                  <a:pt x="4429379" y="18838"/>
                  <a:pt x="4431775" y="17845"/>
                  <a:pt x="4433541" y="16079"/>
                </a:cubicBezTo>
                <a:cubicBezTo>
                  <a:pt x="4435307" y="14313"/>
                  <a:pt x="4436300" y="11917"/>
                  <a:pt x="4436300" y="9419"/>
                </a:cubicBezTo>
                <a:cubicBezTo>
                  <a:pt x="4436300" y="6921"/>
                  <a:pt x="4435307" y="4525"/>
                  <a:pt x="4433541" y="2759"/>
                </a:cubicBezTo>
                <a:cubicBezTo>
                  <a:pt x="4431775" y="993"/>
                  <a:pt x="4429379" y="0"/>
                  <a:pt x="4426881" y="0"/>
                </a:cubicBezTo>
                <a:cubicBezTo>
                  <a:pt x="4424383" y="0"/>
                  <a:pt x="4421987" y="993"/>
                  <a:pt x="4420221" y="2759"/>
                </a:cubicBezTo>
                <a:cubicBezTo>
                  <a:pt x="4418455" y="4525"/>
                  <a:pt x="4417463" y="6921"/>
                  <a:pt x="4417463" y="9419"/>
                </a:cubicBezTo>
                <a:cubicBezTo>
                  <a:pt x="4417463" y="11917"/>
                  <a:pt x="4418455" y="14313"/>
                  <a:pt x="4420221" y="16079"/>
                </a:cubicBezTo>
                <a:cubicBezTo>
                  <a:pt x="4421987" y="17845"/>
                  <a:pt x="4424383" y="18838"/>
                  <a:pt x="4426881" y="18838"/>
                </a:cubicBezTo>
                <a:close/>
              </a:path>
            </a:pathLst>
          </a:custGeom>
          <a:solidFill>
            <a:srgbClr val="9E9E9E">
              <a:alpha val="75000"/>
            </a:srgbClr>
          </a:solidFill>
          <a:ln>
            <a:noFill/>
          </a:ln>
        </p:spPr>
      </p:sp>
      <p:sp>
        <p:nvSpPr>
          <p:cNvPr id="1205" name="Shape 1205"/>
          <p:cNvSpPr/>
          <p:nvPr/>
        </p:nvSpPr>
        <p:spPr>
          <a:xfrm>
            <a:off x="0" y="1196372"/>
            <a:ext cx="4541277" cy="2471529"/>
          </a:xfrm>
          <a:custGeom>
            <a:avLst/>
            <a:gdLst/>
            <a:ahLst/>
            <a:cxnLst/>
            <a:rect l="0" t="0" r="r" b="b"/>
            <a:pathLst>
              <a:path w="4541277" h="2471529">
                <a:moveTo>
                  <a:pt x="4531858" y="18837"/>
                </a:moveTo>
                <a:cubicBezTo>
                  <a:pt x="4534356" y="18837"/>
                  <a:pt x="4536752" y="17845"/>
                  <a:pt x="4538518" y="16079"/>
                </a:cubicBezTo>
                <a:cubicBezTo>
                  <a:pt x="4540284" y="14313"/>
                  <a:pt x="4541277" y="11917"/>
                  <a:pt x="4541277" y="9419"/>
                </a:cubicBezTo>
                <a:cubicBezTo>
                  <a:pt x="4541277" y="6921"/>
                  <a:pt x="4540284" y="4525"/>
                  <a:pt x="4538518" y="2759"/>
                </a:cubicBezTo>
                <a:cubicBezTo>
                  <a:pt x="4536752" y="993"/>
                  <a:pt x="4534356" y="0"/>
                  <a:pt x="4531858" y="0"/>
                </a:cubicBezTo>
                <a:cubicBezTo>
                  <a:pt x="4529360" y="0"/>
                  <a:pt x="4526964" y="993"/>
                  <a:pt x="4525198" y="2759"/>
                </a:cubicBezTo>
                <a:cubicBezTo>
                  <a:pt x="4523432" y="4525"/>
                  <a:pt x="4522439" y="6921"/>
                  <a:pt x="4522439" y="9419"/>
                </a:cubicBezTo>
                <a:cubicBezTo>
                  <a:pt x="4522439" y="11917"/>
                  <a:pt x="4523432" y="14313"/>
                  <a:pt x="4525198" y="16079"/>
                </a:cubicBezTo>
                <a:cubicBezTo>
                  <a:pt x="4526964" y="17845"/>
                  <a:pt x="4529360" y="18837"/>
                  <a:pt x="4531858" y="18837"/>
                </a:cubicBezTo>
                <a:close/>
              </a:path>
            </a:pathLst>
          </a:custGeom>
          <a:solidFill>
            <a:srgbClr val="9E9E9E">
              <a:alpha val="75000"/>
            </a:srgbClr>
          </a:solidFill>
          <a:ln>
            <a:noFill/>
          </a:ln>
        </p:spPr>
      </p:sp>
      <p:sp>
        <p:nvSpPr>
          <p:cNvPr id="1206" name="Shape 1206"/>
          <p:cNvSpPr/>
          <p:nvPr/>
        </p:nvSpPr>
        <p:spPr>
          <a:xfrm>
            <a:off x="0" y="978505"/>
            <a:ext cx="4409346" cy="2689396"/>
          </a:xfrm>
          <a:custGeom>
            <a:avLst/>
            <a:gdLst/>
            <a:ahLst/>
            <a:cxnLst/>
            <a:rect l="0" t="0" r="r" b="b"/>
            <a:pathLst>
              <a:path w="4409346" h="2689396">
                <a:moveTo>
                  <a:pt x="4399927" y="18837"/>
                </a:moveTo>
                <a:cubicBezTo>
                  <a:pt x="4402425" y="18837"/>
                  <a:pt x="4404821" y="17845"/>
                  <a:pt x="4406587" y="16079"/>
                </a:cubicBezTo>
                <a:cubicBezTo>
                  <a:pt x="4408353" y="14312"/>
                  <a:pt x="4409346" y="11916"/>
                  <a:pt x="4409346" y="9419"/>
                </a:cubicBezTo>
                <a:cubicBezTo>
                  <a:pt x="4409346" y="6921"/>
                  <a:pt x="4408353" y="4525"/>
                  <a:pt x="4406587" y="2759"/>
                </a:cubicBezTo>
                <a:cubicBezTo>
                  <a:pt x="4404821" y="992"/>
                  <a:pt x="4402425" y="0"/>
                  <a:pt x="4399927" y="0"/>
                </a:cubicBezTo>
                <a:cubicBezTo>
                  <a:pt x="4397429" y="0"/>
                  <a:pt x="4395034" y="992"/>
                  <a:pt x="4393267" y="2759"/>
                </a:cubicBezTo>
                <a:cubicBezTo>
                  <a:pt x="4391501" y="4525"/>
                  <a:pt x="4390509" y="6921"/>
                  <a:pt x="4390509" y="9419"/>
                </a:cubicBezTo>
                <a:cubicBezTo>
                  <a:pt x="4390509" y="11916"/>
                  <a:pt x="4391501" y="14312"/>
                  <a:pt x="4393267" y="16079"/>
                </a:cubicBezTo>
                <a:cubicBezTo>
                  <a:pt x="4395034" y="17845"/>
                  <a:pt x="4397429" y="18837"/>
                  <a:pt x="4399927" y="18837"/>
                </a:cubicBezTo>
                <a:close/>
              </a:path>
            </a:pathLst>
          </a:custGeom>
          <a:solidFill>
            <a:srgbClr val="9E9E9E">
              <a:alpha val="75000"/>
            </a:srgbClr>
          </a:solidFill>
          <a:ln>
            <a:noFill/>
          </a:ln>
        </p:spPr>
      </p:sp>
      <p:sp>
        <p:nvSpPr>
          <p:cNvPr id="1207" name="Shape 1207"/>
          <p:cNvSpPr/>
          <p:nvPr/>
        </p:nvSpPr>
        <p:spPr>
          <a:xfrm>
            <a:off x="0" y="1153111"/>
            <a:ext cx="4441009" cy="2514790"/>
          </a:xfrm>
          <a:custGeom>
            <a:avLst/>
            <a:gdLst/>
            <a:ahLst/>
            <a:cxnLst/>
            <a:rect l="0" t="0" r="r" b="b"/>
            <a:pathLst>
              <a:path w="4441009" h="2514790">
                <a:moveTo>
                  <a:pt x="4431590" y="18837"/>
                </a:moveTo>
                <a:cubicBezTo>
                  <a:pt x="4434088" y="18837"/>
                  <a:pt x="4436484" y="17845"/>
                  <a:pt x="4438250" y="16079"/>
                </a:cubicBezTo>
                <a:cubicBezTo>
                  <a:pt x="4440016" y="14312"/>
                  <a:pt x="4441009" y="11916"/>
                  <a:pt x="4441009" y="9419"/>
                </a:cubicBezTo>
                <a:cubicBezTo>
                  <a:pt x="4441009" y="6921"/>
                  <a:pt x="4440016" y="4525"/>
                  <a:pt x="4438250" y="2759"/>
                </a:cubicBezTo>
                <a:cubicBezTo>
                  <a:pt x="4436484" y="992"/>
                  <a:pt x="4434088" y="0"/>
                  <a:pt x="4431590" y="0"/>
                </a:cubicBezTo>
                <a:cubicBezTo>
                  <a:pt x="4429092" y="0"/>
                  <a:pt x="4426696" y="992"/>
                  <a:pt x="4424930" y="2759"/>
                </a:cubicBezTo>
                <a:cubicBezTo>
                  <a:pt x="4423164" y="4525"/>
                  <a:pt x="4422172" y="6921"/>
                  <a:pt x="4422172" y="9419"/>
                </a:cubicBezTo>
                <a:cubicBezTo>
                  <a:pt x="4422172" y="11916"/>
                  <a:pt x="4423164" y="14312"/>
                  <a:pt x="4424930" y="16079"/>
                </a:cubicBezTo>
                <a:cubicBezTo>
                  <a:pt x="4426696" y="17845"/>
                  <a:pt x="4429092" y="18837"/>
                  <a:pt x="4431590" y="18837"/>
                </a:cubicBezTo>
                <a:close/>
              </a:path>
            </a:pathLst>
          </a:custGeom>
          <a:solidFill>
            <a:srgbClr val="9E9E9E">
              <a:alpha val="75000"/>
            </a:srgbClr>
          </a:solidFill>
          <a:ln>
            <a:noFill/>
          </a:ln>
        </p:spPr>
      </p:sp>
      <p:sp>
        <p:nvSpPr>
          <p:cNvPr id="1208" name="Shape 1208"/>
          <p:cNvSpPr/>
          <p:nvPr/>
        </p:nvSpPr>
        <p:spPr>
          <a:xfrm>
            <a:off x="0" y="1083431"/>
            <a:ext cx="4461697" cy="2584470"/>
          </a:xfrm>
          <a:custGeom>
            <a:avLst/>
            <a:gdLst/>
            <a:ahLst/>
            <a:cxnLst/>
            <a:rect l="0" t="0" r="r" b="b"/>
            <a:pathLst>
              <a:path w="4461697" h="2584470">
                <a:moveTo>
                  <a:pt x="4452279" y="18837"/>
                </a:moveTo>
                <a:cubicBezTo>
                  <a:pt x="4454777" y="18837"/>
                  <a:pt x="4457172" y="17845"/>
                  <a:pt x="4458939" y="16078"/>
                </a:cubicBezTo>
                <a:cubicBezTo>
                  <a:pt x="4460705" y="14312"/>
                  <a:pt x="4461697" y="11916"/>
                  <a:pt x="4461697" y="9418"/>
                </a:cubicBezTo>
                <a:cubicBezTo>
                  <a:pt x="4461697" y="6921"/>
                  <a:pt x="4460705" y="4525"/>
                  <a:pt x="4458939" y="2758"/>
                </a:cubicBezTo>
                <a:cubicBezTo>
                  <a:pt x="4457172" y="992"/>
                  <a:pt x="4454777" y="0"/>
                  <a:pt x="4452279" y="0"/>
                </a:cubicBezTo>
                <a:cubicBezTo>
                  <a:pt x="4449781" y="0"/>
                  <a:pt x="4447385" y="992"/>
                  <a:pt x="4445619" y="2758"/>
                </a:cubicBezTo>
                <a:cubicBezTo>
                  <a:pt x="4443853" y="4525"/>
                  <a:pt x="4442860" y="6921"/>
                  <a:pt x="4442860" y="9418"/>
                </a:cubicBezTo>
                <a:cubicBezTo>
                  <a:pt x="4442860" y="11916"/>
                  <a:pt x="4443853" y="14312"/>
                  <a:pt x="4445619" y="16078"/>
                </a:cubicBezTo>
                <a:cubicBezTo>
                  <a:pt x="4447385" y="17845"/>
                  <a:pt x="4449781" y="18837"/>
                  <a:pt x="4452279" y="18837"/>
                </a:cubicBezTo>
                <a:close/>
              </a:path>
            </a:pathLst>
          </a:custGeom>
          <a:solidFill>
            <a:srgbClr val="9E9E9E">
              <a:alpha val="75000"/>
            </a:srgbClr>
          </a:solidFill>
          <a:ln>
            <a:noFill/>
          </a:ln>
        </p:spPr>
      </p:sp>
      <p:sp>
        <p:nvSpPr>
          <p:cNvPr id="1209" name="Shape 1209"/>
          <p:cNvSpPr/>
          <p:nvPr/>
        </p:nvSpPr>
        <p:spPr>
          <a:xfrm>
            <a:off x="0" y="1104088"/>
            <a:ext cx="4456032" cy="2563813"/>
          </a:xfrm>
          <a:custGeom>
            <a:avLst/>
            <a:gdLst/>
            <a:ahLst/>
            <a:cxnLst/>
            <a:rect l="0" t="0" r="r" b="b"/>
            <a:pathLst>
              <a:path w="4456032" h="2563813">
                <a:moveTo>
                  <a:pt x="4446613" y="18837"/>
                </a:moveTo>
                <a:cubicBezTo>
                  <a:pt x="4449111" y="18837"/>
                  <a:pt x="4451507" y="17845"/>
                  <a:pt x="4453273" y="16079"/>
                </a:cubicBezTo>
                <a:cubicBezTo>
                  <a:pt x="4455039" y="14312"/>
                  <a:pt x="4456032" y="11916"/>
                  <a:pt x="4456032" y="9419"/>
                </a:cubicBezTo>
                <a:cubicBezTo>
                  <a:pt x="4456032" y="6921"/>
                  <a:pt x="4455039" y="4525"/>
                  <a:pt x="4453273" y="2759"/>
                </a:cubicBezTo>
                <a:cubicBezTo>
                  <a:pt x="4451507" y="992"/>
                  <a:pt x="4449111" y="0"/>
                  <a:pt x="4446613" y="0"/>
                </a:cubicBezTo>
                <a:cubicBezTo>
                  <a:pt x="4444115" y="0"/>
                  <a:pt x="4441719" y="992"/>
                  <a:pt x="4439953" y="2759"/>
                </a:cubicBezTo>
                <a:cubicBezTo>
                  <a:pt x="4438187" y="4525"/>
                  <a:pt x="4437194" y="6921"/>
                  <a:pt x="4437194" y="9419"/>
                </a:cubicBezTo>
                <a:cubicBezTo>
                  <a:pt x="4437194" y="11916"/>
                  <a:pt x="4438187" y="14312"/>
                  <a:pt x="4439953" y="16079"/>
                </a:cubicBezTo>
                <a:cubicBezTo>
                  <a:pt x="4441719" y="17845"/>
                  <a:pt x="4444115" y="18837"/>
                  <a:pt x="4446613" y="18837"/>
                </a:cubicBezTo>
                <a:close/>
              </a:path>
            </a:pathLst>
          </a:custGeom>
          <a:solidFill>
            <a:srgbClr val="9E9E9E">
              <a:alpha val="75000"/>
            </a:srgbClr>
          </a:solidFill>
          <a:ln>
            <a:noFill/>
          </a:ln>
        </p:spPr>
      </p:sp>
      <p:sp>
        <p:nvSpPr>
          <p:cNvPr id="1210" name="Shape 1210"/>
          <p:cNvSpPr/>
          <p:nvPr/>
        </p:nvSpPr>
        <p:spPr>
          <a:xfrm>
            <a:off x="0" y="1102772"/>
            <a:ext cx="4444193" cy="2565130"/>
          </a:xfrm>
          <a:custGeom>
            <a:avLst/>
            <a:gdLst/>
            <a:ahLst/>
            <a:cxnLst/>
            <a:rect l="0" t="0" r="r" b="b"/>
            <a:pathLst>
              <a:path w="4444193" h="2565130">
                <a:moveTo>
                  <a:pt x="4434774" y="18837"/>
                </a:moveTo>
                <a:cubicBezTo>
                  <a:pt x="4437272" y="18837"/>
                  <a:pt x="4439668" y="17844"/>
                  <a:pt x="4441434" y="16078"/>
                </a:cubicBezTo>
                <a:cubicBezTo>
                  <a:pt x="4443200" y="14312"/>
                  <a:pt x="4444193" y="11916"/>
                  <a:pt x="4444193" y="9418"/>
                </a:cubicBezTo>
                <a:cubicBezTo>
                  <a:pt x="4444193" y="6920"/>
                  <a:pt x="4443200" y="4525"/>
                  <a:pt x="4441434" y="2758"/>
                </a:cubicBezTo>
                <a:cubicBezTo>
                  <a:pt x="4439668" y="992"/>
                  <a:pt x="4437272" y="0"/>
                  <a:pt x="4434774" y="0"/>
                </a:cubicBezTo>
                <a:cubicBezTo>
                  <a:pt x="4432276" y="0"/>
                  <a:pt x="4429881" y="992"/>
                  <a:pt x="4428114" y="2758"/>
                </a:cubicBezTo>
                <a:cubicBezTo>
                  <a:pt x="4426348" y="4525"/>
                  <a:pt x="4425356" y="6920"/>
                  <a:pt x="4425356" y="9418"/>
                </a:cubicBezTo>
                <a:cubicBezTo>
                  <a:pt x="4425356" y="11916"/>
                  <a:pt x="4426348" y="14312"/>
                  <a:pt x="4428114" y="16078"/>
                </a:cubicBezTo>
                <a:cubicBezTo>
                  <a:pt x="4429881" y="17844"/>
                  <a:pt x="4432276" y="18837"/>
                  <a:pt x="4434774" y="18837"/>
                </a:cubicBezTo>
                <a:close/>
              </a:path>
            </a:pathLst>
          </a:custGeom>
          <a:solidFill>
            <a:srgbClr val="9E9E9E">
              <a:alpha val="75000"/>
            </a:srgbClr>
          </a:solidFill>
          <a:ln>
            <a:noFill/>
          </a:ln>
        </p:spPr>
      </p:sp>
      <p:sp>
        <p:nvSpPr>
          <p:cNvPr id="1211" name="Shape 1211"/>
          <p:cNvSpPr/>
          <p:nvPr/>
        </p:nvSpPr>
        <p:spPr>
          <a:xfrm>
            <a:off x="0" y="1122629"/>
            <a:ext cx="4480031" cy="2545272"/>
          </a:xfrm>
          <a:custGeom>
            <a:avLst/>
            <a:gdLst/>
            <a:ahLst/>
            <a:cxnLst/>
            <a:rect l="0" t="0" r="r" b="b"/>
            <a:pathLst>
              <a:path w="4480031" h="2545272">
                <a:moveTo>
                  <a:pt x="4470612" y="18838"/>
                </a:moveTo>
                <a:cubicBezTo>
                  <a:pt x="4473110" y="18838"/>
                  <a:pt x="4475506" y="17845"/>
                  <a:pt x="4477272" y="16079"/>
                </a:cubicBezTo>
                <a:cubicBezTo>
                  <a:pt x="4479038" y="14313"/>
                  <a:pt x="4480031" y="11917"/>
                  <a:pt x="4480031" y="9419"/>
                </a:cubicBezTo>
                <a:cubicBezTo>
                  <a:pt x="4480031" y="6921"/>
                  <a:pt x="4479038" y="4525"/>
                  <a:pt x="4477272" y="2759"/>
                </a:cubicBezTo>
                <a:cubicBezTo>
                  <a:pt x="4475506" y="993"/>
                  <a:pt x="4473110" y="0"/>
                  <a:pt x="4470612" y="0"/>
                </a:cubicBezTo>
                <a:cubicBezTo>
                  <a:pt x="4468114" y="0"/>
                  <a:pt x="4465719" y="993"/>
                  <a:pt x="4463952" y="2759"/>
                </a:cubicBezTo>
                <a:cubicBezTo>
                  <a:pt x="4462186" y="4525"/>
                  <a:pt x="4461194" y="6921"/>
                  <a:pt x="4461194" y="9419"/>
                </a:cubicBezTo>
                <a:cubicBezTo>
                  <a:pt x="4461194" y="11917"/>
                  <a:pt x="4462186" y="14313"/>
                  <a:pt x="4463952" y="16079"/>
                </a:cubicBezTo>
                <a:cubicBezTo>
                  <a:pt x="4465719" y="17845"/>
                  <a:pt x="4468114" y="18838"/>
                  <a:pt x="4470612" y="18838"/>
                </a:cubicBezTo>
                <a:close/>
              </a:path>
            </a:pathLst>
          </a:custGeom>
          <a:solidFill>
            <a:srgbClr val="9E9E9E">
              <a:alpha val="75000"/>
            </a:srgbClr>
          </a:solidFill>
          <a:ln>
            <a:noFill/>
          </a:ln>
        </p:spPr>
      </p:sp>
      <p:sp>
        <p:nvSpPr>
          <p:cNvPr id="1212" name="Shape 1212"/>
          <p:cNvSpPr/>
          <p:nvPr/>
        </p:nvSpPr>
        <p:spPr>
          <a:xfrm>
            <a:off x="0" y="1085418"/>
            <a:ext cx="4445330" cy="2582483"/>
          </a:xfrm>
          <a:custGeom>
            <a:avLst/>
            <a:gdLst/>
            <a:ahLst/>
            <a:cxnLst/>
            <a:rect l="0" t="0" r="r" b="b"/>
            <a:pathLst>
              <a:path w="4445330" h="2582483">
                <a:moveTo>
                  <a:pt x="4435911" y="18837"/>
                </a:moveTo>
                <a:cubicBezTo>
                  <a:pt x="4438409" y="18837"/>
                  <a:pt x="4440805" y="17845"/>
                  <a:pt x="4442571" y="16078"/>
                </a:cubicBezTo>
                <a:cubicBezTo>
                  <a:pt x="4444338" y="14312"/>
                  <a:pt x="4445330" y="11916"/>
                  <a:pt x="4445330" y="9419"/>
                </a:cubicBezTo>
                <a:cubicBezTo>
                  <a:pt x="4445330" y="6921"/>
                  <a:pt x="4444338" y="4525"/>
                  <a:pt x="4442571" y="2759"/>
                </a:cubicBezTo>
                <a:cubicBezTo>
                  <a:pt x="4440805" y="992"/>
                  <a:pt x="4438409" y="0"/>
                  <a:pt x="4435911" y="0"/>
                </a:cubicBezTo>
                <a:cubicBezTo>
                  <a:pt x="4433414" y="0"/>
                  <a:pt x="4431018" y="992"/>
                  <a:pt x="4429251" y="2759"/>
                </a:cubicBezTo>
                <a:cubicBezTo>
                  <a:pt x="4427485" y="4525"/>
                  <a:pt x="4426493" y="6921"/>
                  <a:pt x="4426493" y="9419"/>
                </a:cubicBezTo>
                <a:cubicBezTo>
                  <a:pt x="4426493" y="11916"/>
                  <a:pt x="4427485" y="14312"/>
                  <a:pt x="4429251" y="16078"/>
                </a:cubicBezTo>
                <a:cubicBezTo>
                  <a:pt x="4431018" y="17845"/>
                  <a:pt x="4433414" y="18837"/>
                  <a:pt x="4435911" y="18837"/>
                </a:cubicBezTo>
                <a:close/>
              </a:path>
            </a:pathLst>
          </a:custGeom>
          <a:solidFill>
            <a:srgbClr val="9E9E9E">
              <a:alpha val="75000"/>
            </a:srgbClr>
          </a:solidFill>
          <a:ln>
            <a:noFill/>
          </a:ln>
        </p:spPr>
      </p:sp>
      <p:sp>
        <p:nvSpPr>
          <p:cNvPr id="1213" name="Shape 1213"/>
          <p:cNvSpPr/>
          <p:nvPr/>
        </p:nvSpPr>
        <p:spPr>
          <a:xfrm>
            <a:off x="0" y="927724"/>
            <a:ext cx="4938480" cy="2741701"/>
          </a:xfrm>
          <a:custGeom>
            <a:avLst/>
            <a:gdLst/>
            <a:ahLst/>
            <a:cxnLst/>
            <a:rect l="0" t="0" r="r" b="b"/>
            <a:pathLst>
              <a:path w="4938480" h="2741701">
                <a:moveTo>
                  <a:pt x="4913601" y="49758"/>
                </a:moveTo>
                <a:cubicBezTo>
                  <a:pt x="4920199" y="49758"/>
                  <a:pt x="4926528" y="47137"/>
                  <a:pt x="4931193" y="42471"/>
                </a:cubicBezTo>
                <a:cubicBezTo>
                  <a:pt x="4935859" y="37806"/>
                  <a:pt x="4938480" y="31477"/>
                  <a:pt x="4938480" y="24879"/>
                </a:cubicBezTo>
                <a:cubicBezTo>
                  <a:pt x="4938480" y="18281"/>
                  <a:pt x="4935859" y="11953"/>
                  <a:pt x="4931193" y="7287"/>
                </a:cubicBezTo>
                <a:cubicBezTo>
                  <a:pt x="4926528" y="2622"/>
                  <a:pt x="4920199" y="0"/>
                  <a:pt x="4913601" y="0"/>
                </a:cubicBezTo>
                <a:cubicBezTo>
                  <a:pt x="4907003" y="0"/>
                  <a:pt x="4900674" y="2622"/>
                  <a:pt x="4896009" y="7287"/>
                </a:cubicBezTo>
                <a:cubicBezTo>
                  <a:pt x="4891343" y="11953"/>
                  <a:pt x="4888722" y="18281"/>
                  <a:pt x="4888722" y="24879"/>
                </a:cubicBezTo>
                <a:cubicBezTo>
                  <a:pt x="4888722" y="31477"/>
                  <a:pt x="4891343" y="37806"/>
                  <a:pt x="4896009" y="42471"/>
                </a:cubicBezTo>
                <a:cubicBezTo>
                  <a:pt x="4900674" y="47137"/>
                  <a:pt x="4907003" y="49758"/>
                  <a:pt x="4913601" y="49758"/>
                </a:cubicBezTo>
                <a:close/>
              </a:path>
            </a:pathLst>
          </a:custGeom>
          <a:solidFill>
            <a:srgbClr val="9E9E9E"/>
          </a:solidFill>
          <a:ln w="2540" cap="flat">
            <a:solidFill>
              <a:srgbClr val="FFFFFF"/>
            </a:solidFill>
            <a:miter/>
          </a:ln>
        </p:spPr>
      </p:sp>
      <p:sp>
        <p:nvSpPr>
          <p:cNvPr id="1214" name="Shape 1214"/>
          <p:cNvSpPr/>
          <p:nvPr/>
        </p:nvSpPr>
        <p:spPr>
          <a:xfrm>
            <a:off x="0" y="927724"/>
            <a:ext cx="5062875" cy="2741701"/>
          </a:xfrm>
          <a:custGeom>
            <a:avLst/>
            <a:gdLst/>
            <a:ahLst/>
            <a:cxnLst/>
            <a:rect l="0" t="0" r="r" b="b"/>
            <a:pathLst>
              <a:path w="5062875" h="2741701">
                <a:moveTo>
                  <a:pt x="5037996" y="49758"/>
                </a:moveTo>
                <a:cubicBezTo>
                  <a:pt x="5044594" y="49758"/>
                  <a:pt x="5050923" y="47137"/>
                  <a:pt x="5055588" y="42471"/>
                </a:cubicBezTo>
                <a:cubicBezTo>
                  <a:pt x="5060254" y="37806"/>
                  <a:pt x="5062875" y="31477"/>
                  <a:pt x="5062875" y="24879"/>
                </a:cubicBezTo>
                <a:cubicBezTo>
                  <a:pt x="5062875" y="18281"/>
                  <a:pt x="5060254" y="11953"/>
                  <a:pt x="5055588" y="7287"/>
                </a:cubicBezTo>
                <a:cubicBezTo>
                  <a:pt x="5050923" y="2622"/>
                  <a:pt x="5044594" y="0"/>
                  <a:pt x="5037996" y="0"/>
                </a:cubicBezTo>
                <a:cubicBezTo>
                  <a:pt x="5031398" y="0"/>
                  <a:pt x="5025069" y="2622"/>
                  <a:pt x="5020404" y="7287"/>
                </a:cubicBezTo>
                <a:cubicBezTo>
                  <a:pt x="5015738" y="11953"/>
                  <a:pt x="5013117" y="18281"/>
                  <a:pt x="5013117" y="24879"/>
                </a:cubicBezTo>
                <a:cubicBezTo>
                  <a:pt x="5013117" y="31477"/>
                  <a:pt x="5015738" y="37806"/>
                  <a:pt x="5020404" y="42471"/>
                </a:cubicBezTo>
                <a:cubicBezTo>
                  <a:pt x="5025069" y="47137"/>
                  <a:pt x="5031398" y="49758"/>
                  <a:pt x="5037996" y="49758"/>
                </a:cubicBezTo>
                <a:close/>
              </a:path>
            </a:pathLst>
          </a:custGeom>
          <a:solidFill>
            <a:srgbClr val="9E9E9E"/>
          </a:solidFill>
          <a:ln w="2540" cap="flat">
            <a:solidFill>
              <a:srgbClr val="FFFFFF"/>
            </a:solidFill>
            <a:miter/>
          </a:ln>
        </p:spPr>
      </p:sp>
      <p:sp>
        <p:nvSpPr>
          <p:cNvPr id="1215" name="Shape 1215"/>
          <p:cNvSpPr/>
          <p:nvPr/>
        </p:nvSpPr>
        <p:spPr>
          <a:xfrm>
            <a:off x="0" y="927724"/>
            <a:ext cx="5164355" cy="2741701"/>
          </a:xfrm>
          <a:custGeom>
            <a:avLst/>
            <a:gdLst/>
            <a:ahLst/>
            <a:cxnLst/>
            <a:rect l="0" t="0" r="r" b="b"/>
            <a:pathLst>
              <a:path w="5164355" h="2741701">
                <a:moveTo>
                  <a:pt x="5139476" y="49758"/>
                </a:moveTo>
                <a:cubicBezTo>
                  <a:pt x="5146074" y="49758"/>
                  <a:pt x="5152403" y="47137"/>
                  <a:pt x="5157068" y="42471"/>
                </a:cubicBezTo>
                <a:cubicBezTo>
                  <a:pt x="5161734" y="37806"/>
                  <a:pt x="5164355" y="31477"/>
                  <a:pt x="5164355" y="24879"/>
                </a:cubicBezTo>
                <a:cubicBezTo>
                  <a:pt x="5164355" y="18281"/>
                  <a:pt x="5161734" y="11953"/>
                  <a:pt x="5157068" y="7287"/>
                </a:cubicBezTo>
                <a:cubicBezTo>
                  <a:pt x="5152403" y="2622"/>
                  <a:pt x="5146074" y="0"/>
                  <a:pt x="5139476" y="0"/>
                </a:cubicBezTo>
                <a:cubicBezTo>
                  <a:pt x="5132878" y="0"/>
                  <a:pt x="5126550" y="2622"/>
                  <a:pt x="5121884" y="7287"/>
                </a:cubicBezTo>
                <a:cubicBezTo>
                  <a:pt x="5117219" y="11953"/>
                  <a:pt x="5114597" y="18281"/>
                  <a:pt x="5114597" y="24879"/>
                </a:cubicBezTo>
                <a:cubicBezTo>
                  <a:pt x="5114597" y="31477"/>
                  <a:pt x="5117219" y="37806"/>
                  <a:pt x="5121884" y="42471"/>
                </a:cubicBezTo>
                <a:cubicBezTo>
                  <a:pt x="5126550" y="47137"/>
                  <a:pt x="5132878" y="49758"/>
                  <a:pt x="5139476" y="49758"/>
                </a:cubicBezTo>
                <a:close/>
              </a:path>
            </a:pathLst>
          </a:custGeom>
          <a:solidFill>
            <a:srgbClr val="9E9E9E"/>
          </a:solidFill>
          <a:ln w="2540" cap="flat">
            <a:solidFill>
              <a:srgbClr val="FFFFFF"/>
            </a:solidFill>
            <a:miter/>
          </a:ln>
        </p:spPr>
      </p:sp>
      <p:sp>
        <p:nvSpPr>
          <p:cNvPr id="1216" name="Shape 1216"/>
          <p:cNvSpPr/>
          <p:nvPr/>
        </p:nvSpPr>
        <p:spPr>
          <a:xfrm>
            <a:off x="0" y="927724"/>
            <a:ext cx="5288750" cy="2741701"/>
          </a:xfrm>
          <a:custGeom>
            <a:avLst/>
            <a:gdLst/>
            <a:ahLst/>
            <a:cxnLst/>
            <a:rect l="0" t="0" r="r" b="b"/>
            <a:pathLst>
              <a:path w="5288750" h="2741701">
                <a:moveTo>
                  <a:pt x="5263871" y="49758"/>
                </a:moveTo>
                <a:cubicBezTo>
                  <a:pt x="5270469" y="49758"/>
                  <a:pt x="5276798" y="47137"/>
                  <a:pt x="5281463" y="42471"/>
                </a:cubicBezTo>
                <a:cubicBezTo>
                  <a:pt x="5286129" y="37806"/>
                  <a:pt x="5288750" y="31477"/>
                  <a:pt x="5288750" y="24879"/>
                </a:cubicBezTo>
                <a:cubicBezTo>
                  <a:pt x="5288750" y="18281"/>
                  <a:pt x="5286129" y="11953"/>
                  <a:pt x="5281463" y="7287"/>
                </a:cubicBezTo>
                <a:cubicBezTo>
                  <a:pt x="5276798" y="2622"/>
                  <a:pt x="5270469" y="0"/>
                  <a:pt x="5263871" y="0"/>
                </a:cubicBezTo>
                <a:cubicBezTo>
                  <a:pt x="5257273" y="0"/>
                  <a:pt x="5250944" y="2622"/>
                  <a:pt x="5246279" y="7287"/>
                </a:cubicBezTo>
                <a:cubicBezTo>
                  <a:pt x="5241614" y="11953"/>
                  <a:pt x="5238992" y="18281"/>
                  <a:pt x="5238992" y="24879"/>
                </a:cubicBezTo>
                <a:cubicBezTo>
                  <a:pt x="5238992" y="31477"/>
                  <a:pt x="5241614" y="37806"/>
                  <a:pt x="5246279" y="42471"/>
                </a:cubicBezTo>
                <a:cubicBezTo>
                  <a:pt x="5250944" y="47137"/>
                  <a:pt x="5257273" y="49758"/>
                  <a:pt x="5263871" y="49758"/>
                </a:cubicBezTo>
                <a:close/>
              </a:path>
            </a:pathLst>
          </a:custGeom>
          <a:solidFill>
            <a:srgbClr val="9E9E9E"/>
          </a:solidFill>
          <a:ln w="2540" cap="flat">
            <a:solidFill>
              <a:srgbClr val="FFFFFF"/>
            </a:solidFill>
            <a:miter/>
          </a:ln>
        </p:spPr>
      </p:sp>
      <p:sp>
        <p:nvSpPr>
          <p:cNvPr id="1217" name="Shape 1217"/>
          <p:cNvSpPr/>
          <p:nvPr/>
        </p:nvSpPr>
        <p:spPr>
          <a:xfrm>
            <a:off x="0" y="927724"/>
            <a:ext cx="5390230" cy="2741701"/>
          </a:xfrm>
          <a:custGeom>
            <a:avLst/>
            <a:gdLst/>
            <a:ahLst/>
            <a:cxnLst/>
            <a:rect l="0" t="0" r="r" b="b"/>
            <a:pathLst>
              <a:path w="5390230" h="2741701">
                <a:moveTo>
                  <a:pt x="5365351" y="49758"/>
                </a:moveTo>
                <a:cubicBezTo>
                  <a:pt x="5371949" y="49758"/>
                  <a:pt x="5378278" y="47137"/>
                  <a:pt x="5382943" y="42471"/>
                </a:cubicBezTo>
                <a:cubicBezTo>
                  <a:pt x="5387609" y="37806"/>
                  <a:pt x="5390230" y="31477"/>
                  <a:pt x="5390230" y="24879"/>
                </a:cubicBezTo>
                <a:cubicBezTo>
                  <a:pt x="5390230" y="18281"/>
                  <a:pt x="5387609" y="11953"/>
                  <a:pt x="5382943" y="7287"/>
                </a:cubicBezTo>
                <a:cubicBezTo>
                  <a:pt x="5378278" y="2622"/>
                  <a:pt x="5371949" y="0"/>
                  <a:pt x="5365351" y="0"/>
                </a:cubicBezTo>
                <a:cubicBezTo>
                  <a:pt x="5358753" y="0"/>
                  <a:pt x="5352425" y="2622"/>
                  <a:pt x="5347759" y="7287"/>
                </a:cubicBezTo>
                <a:cubicBezTo>
                  <a:pt x="5343094" y="11953"/>
                  <a:pt x="5340472" y="18281"/>
                  <a:pt x="5340472" y="24879"/>
                </a:cubicBezTo>
                <a:cubicBezTo>
                  <a:pt x="5340472" y="31477"/>
                  <a:pt x="5343094" y="37806"/>
                  <a:pt x="5347759" y="42471"/>
                </a:cubicBezTo>
                <a:cubicBezTo>
                  <a:pt x="5352425" y="47137"/>
                  <a:pt x="5358753" y="49758"/>
                  <a:pt x="5365351" y="49758"/>
                </a:cubicBezTo>
                <a:close/>
              </a:path>
            </a:pathLst>
          </a:custGeom>
          <a:solidFill>
            <a:srgbClr val="9E9E9E"/>
          </a:solidFill>
          <a:ln w="2540" cap="flat">
            <a:solidFill>
              <a:srgbClr val="FFFFFF"/>
            </a:solidFill>
            <a:miter/>
          </a:ln>
        </p:spPr>
      </p:sp>
      <p:sp>
        <p:nvSpPr>
          <p:cNvPr id="1218" name="Shape 1218"/>
          <p:cNvSpPr/>
          <p:nvPr/>
        </p:nvSpPr>
        <p:spPr>
          <a:xfrm>
            <a:off x="0" y="927724"/>
            <a:ext cx="5514625" cy="2741701"/>
          </a:xfrm>
          <a:custGeom>
            <a:avLst/>
            <a:gdLst/>
            <a:ahLst/>
            <a:cxnLst/>
            <a:rect l="0" t="0" r="r" b="b"/>
            <a:pathLst>
              <a:path w="5514625" h="2741701">
                <a:moveTo>
                  <a:pt x="5489746" y="49758"/>
                </a:moveTo>
                <a:cubicBezTo>
                  <a:pt x="5496344" y="49758"/>
                  <a:pt x="5502673" y="47137"/>
                  <a:pt x="5507338" y="42471"/>
                </a:cubicBezTo>
                <a:cubicBezTo>
                  <a:pt x="5512004" y="37806"/>
                  <a:pt x="5514625" y="31477"/>
                  <a:pt x="5514625" y="24879"/>
                </a:cubicBezTo>
                <a:cubicBezTo>
                  <a:pt x="5514625" y="18281"/>
                  <a:pt x="5512004" y="11953"/>
                  <a:pt x="5507338" y="7287"/>
                </a:cubicBezTo>
                <a:cubicBezTo>
                  <a:pt x="5502673" y="2622"/>
                  <a:pt x="5496344" y="0"/>
                  <a:pt x="5489746" y="0"/>
                </a:cubicBezTo>
                <a:cubicBezTo>
                  <a:pt x="5483148" y="0"/>
                  <a:pt x="5476820" y="2622"/>
                  <a:pt x="5472154" y="7287"/>
                </a:cubicBezTo>
                <a:cubicBezTo>
                  <a:pt x="5467489" y="11953"/>
                  <a:pt x="5464867" y="18281"/>
                  <a:pt x="5464867" y="24879"/>
                </a:cubicBezTo>
                <a:cubicBezTo>
                  <a:pt x="5464867" y="31477"/>
                  <a:pt x="5467489" y="37806"/>
                  <a:pt x="5472154" y="42471"/>
                </a:cubicBezTo>
                <a:cubicBezTo>
                  <a:pt x="5476820" y="47137"/>
                  <a:pt x="5483148" y="49758"/>
                  <a:pt x="5489746" y="49758"/>
                </a:cubicBezTo>
                <a:close/>
              </a:path>
            </a:pathLst>
          </a:custGeom>
          <a:solidFill>
            <a:srgbClr val="9E9E9E"/>
          </a:solidFill>
          <a:ln w="2540" cap="flat">
            <a:solidFill>
              <a:srgbClr val="FFFFFF"/>
            </a:solidFill>
            <a:miter/>
          </a:ln>
        </p:spPr>
      </p:sp>
      <p:sp>
        <p:nvSpPr>
          <p:cNvPr id="1219" name="Shape 1219"/>
          <p:cNvSpPr/>
          <p:nvPr/>
        </p:nvSpPr>
        <p:spPr>
          <a:xfrm>
            <a:off x="0" y="927724"/>
            <a:ext cx="5616105" cy="2741701"/>
          </a:xfrm>
          <a:custGeom>
            <a:avLst/>
            <a:gdLst/>
            <a:ahLst/>
            <a:cxnLst/>
            <a:rect l="0" t="0" r="r" b="b"/>
            <a:pathLst>
              <a:path w="5616105" h="2741701">
                <a:moveTo>
                  <a:pt x="5591226" y="49758"/>
                </a:moveTo>
                <a:cubicBezTo>
                  <a:pt x="5597824" y="49758"/>
                  <a:pt x="5604153" y="47137"/>
                  <a:pt x="5608818" y="42471"/>
                </a:cubicBezTo>
                <a:cubicBezTo>
                  <a:pt x="5613484" y="37806"/>
                  <a:pt x="5616105" y="31477"/>
                  <a:pt x="5616105" y="24879"/>
                </a:cubicBezTo>
                <a:cubicBezTo>
                  <a:pt x="5616105" y="18281"/>
                  <a:pt x="5613484" y="11953"/>
                  <a:pt x="5608818" y="7287"/>
                </a:cubicBezTo>
                <a:cubicBezTo>
                  <a:pt x="5604153" y="2622"/>
                  <a:pt x="5597824" y="0"/>
                  <a:pt x="5591226" y="0"/>
                </a:cubicBezTo>
                <a:cubicBezTo>
                  <a:pt x="5584628" y="0"/>
                  <a:pt x="5578300" y="2622"/>
                  <a:pt x="5573634" y="7287"/>
                </a:cubicBezTo>
                <a:cubicBezTo>
                  <a:pt x="5568969" y="11953"/>
                  <a:pt x="5566347" y="18281"/>
                  <a:pt x="5566347" y="24879"/>
                </a:cubicBezTo>
                <a:cubicBezTo>
                  <a:pt x="5566347" y="31477"/>
                  <a:pt x="5568969" y="37806"/>
                  <a:pt x="5573634" y="42471"/>
                </a:cubicBezTo>
                <a:cubicBezTo>
                  <a:pt x="5578300" y="47137"/>
                  <a:pt x="5584628" y="49758"/>
                  <a:pt x="5591226" y="49758"/>
                </a:cubicBezTo>
                <a:close/>
              </a:path>
            </a:pathLst>
          </a:custGeom>
          <a:solidFill>
            <a:srgbClr val="9E9E9E"/>
          </a:solidFill>
          <a:ln w="2540" cap="flat">
            <a:solidFill>
              <a:srgbClr val="FFFFFF"/>
            </a:solidFill>
            <a:miter/>
          </a:ln>
        </p:spPr>
      </p:sp>
      <p:sp>
        <p:nvSpPr>
          <p:cNvPr id="1220" name="Shape 1220"/>
          <p:cNvSpPr/>
          <p:nvPr/>
        </p:nvSpPr>
        <p:spPr>
          <a:xfrm>
            <a:off x="0" y="927724"/>
            <a:ext cx="5740500" cy="2741701"/>
          </a:xfrm>
          <a:custGeom>
            <a:avLst/>
            <a:gdLst/>
            <a:ahLst/>
            <a:cxnLst/>
            <a:rect l="0" t="0" r="r" b="b"/>
            <a:pathLst>
              <a:path w="5740500" h="2741701">
                <a:moveTo>
                  <a:pt x="5715621" y="49758"/>
                </a:moveTo>
                <a:cubicBezTo>
                  <a:pt x="5722219" y="49758"/>
                  <a:pt x="5728548" y="47137"/>
                  <a:pt x="5733213" y="42471"/>
                </a:cubicBezTo>
                <a:cubicBezTo>
                  <a:pt x="5737879" y="37806"/>
                  <a:pt x="5740500" y="31477"/>
                  <a:pt x="5740500" y="24879"/>
                </a:cubicBezTo>
                <a:cubicBezTo>
                  <a:pt x="5740500" y="18281"/>
                  <a:pt x="5737879" y="11953"/>
                  <a:pt x="5733213" y="7287"/>
                </a:cubicBezTo>
                <a:cubicBezTo>
                  <a:pt x="5728548" y="2622"/>
                  <a:pt x="5722219" y="0"/>
                  <a:pt x="5715621" y="0"/>
                </a:cubicBezTo>
                <a:cubicBezTo>
                  <a:pt x="5709023" y="0"/>
                  <a:pt x="5702695" y="2622"/>
                  <a:pt x="5698029" y="7287"/>
                </a:cubicBezTo>
                <a:cubicBezTo>
                  <a:pt x="5693364" y="11953"/>
                  <a:pt x="5690742" y="18281"/>
                  <a:pt x="5690742" y="24879"/>
                </a:cubicBezTo>
                <a:cubicBezTo>
                  <a:pt x="5690742" y="31477"/>
                  <a:pt x="5693364" y="37806"/>
                  <a:pt x="5698029" y="42471"/>
                </a:cubicBezTo>
                <a:cubicBezTo>
                  <a:pt x="5702695" y="47137"/>
                  <a:pt x="5709023" y="49758"/>
                  <a:pt x="5715621" y="49758"/>
                </a:cubicBezTo>
                <a:close/>
              </a:path>
            </a:pathLst>
          </a:custGeom>
          <a:solidFill>
            <a:srgbClr val="9E9E9E"/>
          </a:solidFill>
          <a:ln w="2540" cap="flat">
            <a:solidFill>
              <a:srgbClr val="FFFFFF"/>
            </a:solidFill>
            <a:miter/>
          </a:ln>
        </p:spPr>
      </p:sp>
      <p:sp>
        <p:nvSpPr>
          <p:cNvPr id="1221" name="Shape 1221"/>
          <p:cNvSpPr/>
          <p:nvPr/>
        </p:nvSpPr>
        <p:spPr>
          <a:xfrm>
            <a:off x="0" y="927724"/>
            <a:ext cx="5841980" cy="2741701"/>
          </a:xfrm>
          <a:custGeom>
            <a:avLst/>
            <a:gdLst/>
            <a:ahLst/>
            <a:cxnLst/>
            <a:rect l="0" t="0" r="r" b="b"/>
            <a:pathLst>
              <a:path w="5841980" h="2741701">
                <a:moveTo>
                  <a:pt x="5817101" y="49758"/>
                </a:moveTo>
                <a:cubicBezTo>
                  <a:pt x="5823699" y="49758"/>
                  <a:pt x="5830028" y="47137"/>
                  <a:pt x="5834694" y="42471"/>
                </a:cubicBezTo>
                <a:cubicBezTo>
                  <a:pt x="5839359" y="37806"/>
                  <a:pt x="5841980" y="31477"/>
                  <a:pt x="5841980" y="24879"/>
                </a:cubicBezTo>
                <a:cubicBezTo>
                  <a:pt x="5841980" y="18281"/>
                  <a:pt x="5839359" y="11953"/>
                  <a:pt x="5834694" y="7287"/>
                </a:cubicBezTo>
                <a:cubicBezTo>
                  <a:pt x="5830028" y="2622"/>
                  <a:pt x="5823699" y="0"/>
                  <a:pt x="5817101" y="0"/>
                </a:cubicBezTo>
                <a:cubicBezTo>
                  <a:pt x="5810503" y="0"/>
                  <a:pt x="5804175" y="2622"/>
                  <a:pt x="5799509" y="7287"/>
                </a:cubicBezTo>
                <a:cubicBezTo>
                  <a:pt x="5794844" y="11953"/>
                  <a:pt x="5792222" y="18281"/>
                  <a:pt x="5792222" y="24879"/>
                </a:cubicBezTo>
                <a:cubicBezTo>
                  <a:pt x="5792222" y="31477"/>
                  <a:pt x="5794844" y="37806"/>
                  <a:pt x="5799509" y="42471"/>
                </a:cubicBezTo>
                <a:cubicBezTo>
                  <a:pt x="5804175" y="47137"/>
                  <a:pt x="5810503" y="49758"/>
                  <a:pt x="5817101" y="49758"/>
                </a:cubicBezTo>
                <a:close/>
              </a:path>
            </a:pathLst>
          </a:custGeom>
          <a:solidFill>
            <a:srgbClr val="9E9E9E"/>
          </a:solidFill>
          <a:ln w="2540" cap="flat">
            <a:solidFill>
              <a:srgbClr val="FFFFFF"/>
            </a:solidFill>
            <a:miter/>
          </a:ln>
        </p:spPr>
      </p:sp>
      <p:sp>
        <p:nvSpPr>
          <p:cNvPr id="1222" name="Shape 1222"/>
          <p:cNvSpPr/>
          <p:nvPr/>
        </p:nvSpPr>
        <p:spPr>
          <a:xfrm>
            <a:off x="0" y="927724"/>
            <a:ext cx="5966375" cy="2741701"/>
          </a:xfrm>
          <a:custGeom>
            <a:avLst/>
            <a:gdLst/>
            <a:ahLst/>
            <a:cxnLst/>
            <a:rect l="0" t="0" r="r" b="b"/>
            <a:pathLst>
              <a:path w="5966375" h="2741701">
                <a:moveTo>
                  <a:pt x="5941496" y="49758"/>
                </a:moveTo>
                <a:cubicBezTo>
                  <a:pt x="5948094" y="49758"/>
                  <a:pt x="5954423" y="47137"/>
                  <a:pt x="5959088" y="42471"/>
                </a:cubicBezTo>
                <a:cubicBezTo>
                  <a:pt x="5963754" y="37806"/>
                  <a:pt x="5966375" y="31477"/>
                  <a:pt x="5966375" y="24879"/>
                </a:cubicBezTo>
                <a:cubicBezTo>
                  <a:pt x="5966375" y="18281"/>
                  <a:pt x="5963754" y="11953"/>
                  <a:pt x="5959088" y="7287"/>
                </a:cubicBezTo>
                <a:cubicBezTo>
                  <a:pt x="5954423" y="2622"/>
                  <a:pt x="5948094" y="0"/>
                  <a:pt x="5941496" y="0"/>
                </a:cubicBezTo>
                <a:cubicBezTo>
                  <a:pt x="5934898" y="0"/>
                  <a:pt x="5928570" y="2622"/>
                  <a:pt x="5923904" y="7287"/>
                </a:cubicBezTo>
                <a:cubicBezTo>
                  <a:pt x="5919239" y="11953"/>
                  <a:pt x="5916617" y="18281"/>
                  <a:pt x="5916617" y="24879"/>
                </a:cubicBezTo>
                <a:cubicBezTo>
                  <a:pt x="5916617" y="31477"/>
                  <a:pt x="5919239" y="37806"/>
                  <a:pt x="5923904" y="42471"/>
                </a:cubicBezTo>
                <a:cubicBezTo>
                  <a:pt x="5928570" y="47137"/>
                  <a:pt x="5934898" y="49758"/>
                  <a:pt x="5941496" y="49758"/>
                </a:cubicBezTo>
                <a:close/>
              </a:path>
            </a:pathLst>
          </a:custGeom>
          <a:solidFill>
            <a:srgbClr val="9E9E9E"/>
          </a:solidFill>
          <a:ln w="2540" cap="flat">
            <a:solidFill>
              <a:srgbClr val="FFFFFF"/>
            </a:solidFill>
            <a:miter/>
          </a:ln>
        </p:spPr>
      </p:sp>
      <p:sp>
        <p:nvSpPr>
          <p:cNvPr id="1223" name="Shape 1223"/>
          <p:cNvSpPr/>
          <p:nvPr/>
        </p:nvSpPr>
        <p:spPr>
          <a:xfrm>
            <a:off x="0" y="927724"/>
            <a:ext cx="6067855" cy="2741701"/>
          </a:xfrm>
          <a:custGeom>
            <a:avLst/>
            <a:gdLst/>
            <a:ahLst/>
            <a:cxnLst/>
            <a:rect l="0" t="0" r="r" b="b"/>
            <a:pathLst>
              <a:path w="6067855" h="2741701">
                <a:moveTo>
                  <a:pt x="6042976" y="49758"/>
                </a:moveTo>
                <a:cubicBezTo>
                  <a:pt x="6049574" y="49758"/>
                  <a:pt x="6055903" y="47137"/>
                  <a:pt x="6060569" y="42471"/>
                </a:cubicBezTo>
                <a:cubicBezTo>
                  <a:pt x="6065234" y="37806"/>
                  <a:pt x="6067855" y="31477"/>
                  <a:pt x="6067855" y="24879"/>
                </a:cubicBezTo>
                <a:cubicBezTo>
                  <a:pt x="6067855" y="18281"/>
                  <a:pt x="6065234" y="11953"/>
                  <a:pt x="6060569" y="7287"/>
                </a:cubicBezTo>
                <a:cubicBezTo>
                  <a:pt x="6055903" y="2622"/>
                  <a:pt x="6049574" y="0"/>
                  <a:pt x="6042976" y="0"/>
                </a:cubicBezTo>
                <a:cubicBezTo>
                  <a:pt x="6036379" y="0"/>
                  <a:pt x="6030050" y="2622"/>
                  <a:pt x="6025384" y="7287"/>
                </a:cubicBezTo>
                <a:cubicBezTo>
                  <a:pt x="6020719" y="11953"/>
                  <a:pt x="6018097" y="18281"/>
                  <a:pt x="6018097" y="24879"/>
                </a:cubicBezTo>
                <a:cubicBezTo>
                  <a:pt x="6018097" y="31477"/>
                  <a:pt x="6020719" y="37806"/>
                  <a:pt x="6025384" y="42471"/>
                </a:cubicBezTo>
                <a:cubicBezTo>
                  <a:pt x="6030050" y="47137"/>
                  <a:pt x="6036379" y="49758"/>
                  <a:pt x="6042976" y="49758"/>
                </a:cubicBezTo>
                <a:close/>
              </a:path>
            </a:pathLst>
          </a:custGeom>
          <a:solidFill>
            <a:srgbClr val="9E9E9E"/>
          </a:solidFill>
          <a:ln w="2540" cap="flat">
            <a:solidFill>
              <a:srgbClr val="FFFFFF"/>
            </a:solidFill>
            <a:miter/>
          </a:ln>
        </p:spPr>
      </p:sp>
      <p:sp>
        <p:nvSpPr>
          <p:cNvPr id="1224" name="Shape 1224"/>
          <p:cNvSpPr/>
          <p:nvPr/>
        </p:nvSpPr>
        <p:spPr>
          <a:xfrm>
            <a:off x="0" y="927724"/>
            <a:ext cx="6192250" cy="2741701"/>
          </a:xfrm>
          <a:custGeom>
            <a:avLst/>
            <a:gdLst/>
            <a:ahLst/>
            <a:cxnLst/>
            <a:rect l="0" t="0" r="r" b="b"/>
            <a:pathLst>
              <a:path w="6192250" h="2741701">
                <a:moveTo>
                  <a:pt x="6167371" y="49758"/>
                </a:moveTo>
                <a:cubicBezTo>
                  <a:pt x="6173969" y="49758"/>
                  <a:pt x="6180298" y="47137"/>
                  <a:pt x="6184964" y="42471"/>
                </a:cubicBezTo>
                <a:cubicBezTo>
                  <a:pt x="6189629" y="37806"/>
                  <a:pt x="6192250" y="31477"/>
                  <a:pt x="6192250" y="24879"/>
                </a:cubicBezTo>
                <a:cubicBezTo>
                  <a:pt x="6192250" y="18281"/>
                  <a:pt x="6189629" y="11953"/>
                  <a:pt x="6184964" y="7287"/>
                </a:cubicBezTo>
                <a:cubicBezTo>
                  <a:pt x="6180298" y="2622"/>
                  <a:pt x="6173969" y="0"/>
                  <a:pt x="6167371" y="0"/>
                </a:cubicBezTo>
                <a:cubicBezTo>
                  <a:pt x="6160773" y="0"/>
                  <a:pt x="6154445" y="2622"/>
                  <a:pt x="6149779" y="7287"/>
                </a:cubicBezTo>
                <a:cubicBezTo>
                  <a:pt x="6145114" y="11953"/>
                  <a:pt x="6142492" y="18281"/>
                  <a:pt x="6142492" y="24879"/>
                </a:cubicBezTo>
                <a:cubicBezTo>
                  <a:pt x="6142492" y="31477"/>
                  <a:pt x="6145114" y="37806"/>
                  <a:pt x="6149779" y="42471"/>
                </a:cubicBezTo>
                <a:cubicBezTo>
                  <a:pt x="6154445" y="47137"/>
                  <a:pt x="6160773" y="49758"/>
                  <a:pt x="6167371" y="49758"/>
                </a:cubicBezTo>
                <a:close/>
              </a:path>
            </a:pathLst>
          </a:custGeom>
          <a:solidFill>
            <a:srgbClr val="9E9E9E"/>
          </a:solidFill>
          <a:ln w="2540" cap="flat">
            <a:solidFill>
              <a:srgbClr val="FFFFFF"/>
            </a:solidFill>
            <a:miter/>
          </a:ln>
        </p:spPr>
      </p:sp>
      <p:sp>
        <p:nvSpPr>
          <p:cNvPr id="1225" name="Shape 1225"/>
          <p:cNvSpPr/>
          <p:nvPr/>
        </p:nvSpPr>
        <p:spPr>
          <a:xfrm>
            <a:off x="0" y="927724"/>
            <a:ext cx="6293731" cy="2741701"/>
          </a:xfrm>
          <a:custGeom>
            <a:avLst/>
            <a:gdLst/>
            <a:ahLst/>
            <a:cxnLst/>
            <a:rect l="0" t="0" r="r" b="b"/>
            <a:pathLst>
              <a:path w="6293731" h="2741701">
                <a:moveTo>
                  <a:pt x="6268852" y="49758"/>
                </a:moveTo>
                <a:cubicBezTo>
                  <a:pt x="6275450" y="49758"/>
                  <a:pt x="6281778" y="47137"/>
                  <a:pt x="6286444" y="42471"/>
                </a:cubicBezTo>
                <a:cubicBezTo>
                  <a:pt x="6291109" y="37806"/>
                  <a:pt x="6293731" y="31477"/>
                  <a:pt x="6293731" y="24879"/>
                </a:cubicBezTo>
                <a:cubicBezTo>
                  <a:pt x="6293731" y="18281"/>
                  <a:pt x="6291109" y="11953"/>
                  <a:pt x="6286444" y="7287"/>
                </a:cubicBezTo>
                <a:cubicBezTo>
                  <a:pt x="6281778" y="2622"/>
                  <a:pt x="6275450" y="0"/>
                  <a:pt x="6268852" y="0"/>
                </a:cubicBezTo>
                <a:cubicBezTo>
                  <a:pt x="6262254" y="0"/>
                  <a:pt x="6255925" y="2622"/>
                  <a:pt x="6251259" y="7287"/>
                </a:cubicBezTo>
                <a:cubicBezTo>
                  <a:pt x="6246594" y="11953"/>
                  <a:pt x="6243973" y="18281"/>
                  <a:pt x="6243973" y="24879"/>
                </a:cubicBezTo>
                <a:cubicBezTo>
                  <a:pt x="6243973" y="31477"/>
                  <a:pt x="6246594" y="37806"/>
                  <a:pt x="6251259" y="42471"/>
                </a:cubicBezTo>
                <a:cubicBezTo>
                  <a:pt x="6255925" y="47137"/>
                  <a:pt x="6262254" y="49758"/>
                  <a:pt x="6268852" y="49758"/>
                </a:cubicBezTo>
                <a:close/>
              </a:path>
            </a:pathLst>
          </a:custGeom>
          <a:solidFill>
            <a:srgbClr val="9E9E9E"/>
          </a:solidFill>
          <a:ln w="2540" cap="flat">
            <a:solidFill>
              <a:srgbClr val="FFFFFF"/>
            </a:solidFill>
            <a:miter/>
          </a:ln>
        </p:spPr>
      </p:sp>
      <p:sp>
        <p:nvSpPr>
          <p:cNvPr id="1226" name="Shape 1226"/>
          <p:cNvSpPr/>
          <p:nvPr/>
        </p:nvSpPr>
        <p:spPr>
          <a:xfrm>
            <a:off x="0" y="927724"/>
            <a:ext cx="6418126" cy="2741701"/>
          </a:xfrm>
          <a:custGeom>
            <a:avLst/>
            <a:gdLst/>
            <a:ahLst/>
            <a:cxnLst/>
            <a:rect l="0" t="0" r="r" b="b"/>
            <a:pathLst>
              <a:path w="6418126" h="2741701">
                <a:moveTo>
                  <a:pt x="6393247" y="49758"/>
                </a:moveTo>
                <a:cubicBezTo>
                  <a:pt x="6399845" y="49758"/>
                  <a:pt x="6406173" y="47137"/>
                  <a:pt x="6410839" y="42471"/>
                </a:cubicBezTo>
                <a:cubicBezTo>
                  <a:pt x="6415504" y="37806"/>
                  <a:pt x="6418126" y="31477"/>
                  <a:pt x="6418126" y="24879"/>
                </a:cubicBezTo>
                <a:cubicBezTo>
                  <a:pt x="6418126" y="18281"/>
                  <a:pt x="6415504" y="11953"/>
                  <a:pt x="6410839" y="7287"/>
                </a:cubicBezTo>
                <a:cubicBezTo>
                  <a:pt x="6406173" y="2622"/>
                  <a:pt x="6399845" y="0"/>
                  <a:pt x="6393247" y="0"/>
                </a:cubicBezTo>
                <a:cubicBezTo>
                  <a:pt x="6386649" y="0"/>
                  <a:pt x="6380320" y="2622"/>
                  <a:pt x="6375654" y="7287"/>
                </a:cubicBezTo>
                <a:cubicBezTo>
                  <a:pt x="6370989" y="11953"/>
                  <a:pt x="6368368" y="18281"/>
                  <a:pt x="6368368" y="24879"/>
                </a:cubicBezTo>
                <a:cubicBezTo>
                  <a:pt x="6368368" y="31477"/>
                  <a:pt x="6370989" y="37806"/>
                  <a:pt x="6375654" y="42471"/>
                </a:cubicBezTo>
                <a:cubicBezTo>
                  <a:pt x="6380320" y="47137"/>
                  <a:pt x="6386649" y="49758"/>
                  <a:pt x="6393247" y="49758"/>
                </a:cubicBezTo>
                <a:close/>
              </a:path>
            </a:pathLst>
          </a:custGeom>
          <a:solidFill>
            <a:srgbClr val="9E9E9E"/>
          </a:solidFill>
          <a:ln w="2540" cap="flat">
            <a:solidFill>
              <a:srgbClr val="FFFFFF"/>
            </a:solidFill>
            <a:miter/>
          </a:ln>
        </p:spPr>
      </p:sp>
      <p:sp>
        <p:nvSpPr>
          <p:cNvPr id="1227" name="Shape 1227"/>
          <p:cNvSpPr/>
          <p:nvPr/>
        </p:nvSpPr>
        <p:spPr>
          <a:xfrm>
            <a:off x="0" y="714943"/>
            <a:ext cx="4895924" cy="2954482"/>
          </a:xfrm>
          <a:custGeom>
            <a:avLst/>
            <a:gdLst/>
            <a:ahLst/>
            <a:cxnLst/>
            <a:rect l="0" t="0" r="r" b="b"/>
            <a:pathLst>
              <a:path w="4895924" h="2954482">
                <a:moveTo>
                  <a:pt x="4871045" y="49758"/>
                </a:moveTo>
                <a:cubicBezTo>
                  <a:pt x="4877643" y="49758"/>
                  <a:pt x="4883972" y="47137"/>
                  <a:pt x="4888637" y="42471"/>
                </a:cubicBezTo>
                <a:cubicBezTo>
                  <a:pt x="4893302" y="37806"/>
                  <a:pt x="4895924" y="31477"/>
                  <a:pt x="4895924" y="24879"/>
                </a:cubicBezTo>
                <a:cubicBezTo>
                  <a:pt x="4895924" y="18281"/>
                  <a:pt x="4893302" y="11953"/>
                  <a:pt x="4888637" y="7287"/>
                </a:cubicBezTo>
                <a:cubicBezTo>
                  <a:pt x="4883972" y="2622"/>
                  <a:pt x="4877643" y="0"/>
                  <a:pt x="4871045" y="0"/>
                </a:cubicBezTo>
                <a:cubicBezTo>
                  <a:pt x="4864447" y="0"/>
                  <a:pt x="4858118" y="2622"/>
                  <a:pt x="4853453" y="7287"/>
                </a:cubicBezTo>
                <a:cubicBezTo>
                  <a:pt x="4848787" y="11953"/>
                  <a:pt x="4846166" y="18281"/>
                  <a:pt x="4846166" y="24879"/>
                </a:cubicBezTo>
                <a:cubicBezTo>
                  <a:pt x="4846166" y="31477"/>
                  <a:pt x="4848787" y="37806"/>
                  <a:pt x="4853453" y="42471"/>
                </a:cubicBezTo>
                <a:cubicBezTo>
                  <a:pt x="4858118" y="47137"/>
                  <a:pt x="4864447" y="49758"/>
                  <a:pt x="4871045" y="49758"/>
                </a:cubicBezTo>
                <a:close/>
              </a:path>
            </a:pathLst>
          </a:custGeom>
          <a:solidFill>
            <a:srgbClr val="9E9E9E"/>
          </a:solidFill>
          <a:ln w="2540" cap="flat">
            <a:solidFill>
              <a:srgbClr val="FFFFFF"/>
            </a:solidFill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1228" name="Shape 1228"/>
          <p:cNvSpPr/>
          <p:nvPr/>
        </p:nvSpPr>
        <p:spPr>
          <a:xfrm>
            <a:off x="0" y="714943"/>
            <a:ext cx="6460682" cy="2954482"/>
          </a:xfrm>
          <a:custGeom>
            <a:avLst/>
            <a:gdLst/>
            <a:ahLst/>
            <a:cxnLst/>
            <a:rect l="0" t="0" r="r" b="b"/>
            <a:pathLst>
              <a:path w="6460682" h="2954482">
                <a:moveTo>
                  <a:pt x="6435803" y="49758"/>
                </a:moveTo>
                <a:cubicBezTo>
                  <a:pt x="6442401" y="49758"/>
                  <a:pt x="6448729" y="47137"/>
                  <a:pt x="6453395" y="42471"/>
                </a:cubicBezTo>
                <a:cubicBezTo>
                  <a:pt x="6458060" y="37806"/>
                  <a:pt x="6460682" y="31477"/>
                  <a:pt x="6460682" y="24879"/>
                </a:cubicBezTo>
                <a:cubicBezTo>
                  <a:pt x="6460682" y="18281"/>
                  <a:pt x="6458060" y="11953"/>
                  <a:pt x="6453395" y="7287"/>
                </a:cubicBezTo>
                <a:cubicBezTo>
                  <a:pt x="6448729" y="2622"/>
                  <a:pt x="6442401" y="0"/>
                  <a:pt x="6435803" y="0"/>
                </a:cubicBezTo>
                <a:cubicBezTo>
                  <a:pt x="6429205" y="0"/>
                  <a:pt x="6422876" y="2622"/>
                  <a:pt x="6418211" y="7287"/>
                </a:cubicBezTo>
                <a:cubicBezTo>
                  <a:pt x="6413545" y="11953"/>
                  <a:pt x="6410924" y="18281"/>
                  <a:pt x="6410924" y="24879"/>
                </a:cubicBezTo>
                <a:cubicBezTo>
                  <a:pt x="6410924" y="31477"/>
                  <a:pt x="6413545" y="37806"/>
                  <a:pt x="6418211" y="42471"/>
                </a:cubicBezTo>
                <a:cubicBezTo>
                  <a:pt x="6422876" y="47137"/>
                  <a:pt x="6429205" y="49758"/>
                  <a:pt x="6435803" y="49758"/>
                </a:cubicBezTo>
                <a:close/>
              </a:path>
            </a:pathLst>
          </a:custGeom>
          <a:solidFill>
            <a:srgbClr val="9E9E9E"/>
          </a:solidFill>
          <a:ln w="2540" cap="flat">
            <a:solidFill>
              <a:srgbClr val="FFFFFF"/>
            </a:solidFill>
            <a:miter/>
          </a:ln>
        </p:spPr>
      </p:sp>
      <p:sp>
        <p:nvSpPr>
          <p:cNvPr id="1229" name="Shape 1229"/>
          <p:cNvSpPr/>
          <p:nvPr/>
        </p:nvSpPr>
        <p:spPr>
          <a:xfrm>
            <a:off x="0" y="688755"/>
            <a:ext cx="5619379" cy="2980670"/>
          </a:xfrm>
          <a:custGeom>
            <a:avLst/>
            <a:gdLst/>
            <a:ahLst/>
            <a:cxnLst/>
            <a:rect l="0" t="0" r="r" b="b"/>
            <a:pathLst>
              <a:path w="5619379" h="2980670">
                <a:moveTo>
                  <a:pt x="5594500" y="49758"/>
                </a:moveTo>
                <a:cubicBezTo>
                  <a:pt x="5601098" y="49758"/>
                  <a:pt x="5607426" y="47136"/>
                  <a:pt x="5612092" y="42471"/>
                </a:cubicBezTo>
                <a:cubicBezTo>
                  <a:pt x="5616757" y="37805"/>
                  <a:pt x="5619379" y="31477"/>
                  <a:pt x="5619379" y="24879"/>
                </a:cubicBezTo>
                <a:cubicBezTo>
                  <a:pt x="5619379" y="18281"/>
                  <a:pt x="5616757" y="11952"/>
                  <a:pt x="5612092" y="7287"/>
                </a:cubicBezTo>
                <a:cubicBezTo>
                  <a:pt x="5607426" y="2621"/>
                  <a:pt x="5601098" y="0"/>
                  <a:pt x="5594500" y="0"/>
                </a:cubicBezTo>
                <a:cubicBezTo>
                  <a:pt x="5587902" y="0"/>
                  <a:pt x="5581573" y="2621"/>
                  <a:pt x="5576908" y="7287"/>
                </a:cubicBezTo>
                <a:cubicBezTo>
                  <a:pt x="5572242" y="11952"/>
                  <a:pt x="5569621" y="18281"/>
                  <a:pt x="5569621" y="24879"/>
                </a:cubicBezTo>
                <a:cubicBezTo>
                  <a:pt x="5569621" y="31477"/>
                  <a:pt x="5572242" y="37805"/>
                  <a:pt x="5576908" y="42471"/>
                </a:cubicBezTo>
                <a:cubicBezTo>
                  <a:pt x="5581573" y="47136"/>
                  <a:pt x="5587902" y="49758"/>
                  <a:pt x="5594500" y="49758"/>
                </a:cubicBezTo>
                <a:close/>
              </a:path>
            </a:pathLst>
          </a:custGeom>
          <a:solidFill>
            <a:srgbClr val="9E9E9E"/>
          </a:solidFill>
          <a:ln w="2540" cap="flat">
            <a:solidFill>
              <a:srgbClr val="FFFFFF"/>
            </a:solidFill>
            <a:miter/>
          </a:ln>
        </p:spPr>
      </p:sp>
      <p:sp>
        <p:nvSpPr>
          <p:cNvPr id="1230" name="Shape 1230"/>
          <p:cNvSpPr/>
          <p:nvPr/>
        </p:nvSpPr>
        <p:spPr>
          <a:xfrm>
            <a:off x="0" y="688755"/>
            <a:ext cx="5737227" cy="2980670"/>
          </a:xfrm>
          <a:custGeom>
            <a:avLst/>
            <a:gdLst/>
            <a:ahLst/>
            <a:cxnLst/>
            <a:rect l="0" t="0" r="r" b="b"/>
            <a:pathLst>
              <a:path w="5737227" h="2980670">
                <a:moveTo>
                  <a:pt x="5712348" y="49758"/>
                </a:moveTo>
                <a:cubicBezTo>
                  <a:pt x="5718946" y="49758"/>
                  <a:pt x="5725274" y="47136"/>
                  <a:pt x="5729940" y="42471"/>
                </a:cubicBezTo>
                <a:cubicBezTo>
                  <a:pt x="5734605" y="37805"/>
                  <a:pt x="5737227" y="31477"/>
                  <a:pt x="5737227" y="24879"/>
                </a:cubicBezTo>
                <a:cubicBezTo>
                  <a:pt x="5737227" y="18281"/>
                  <a:pt x="5734605" y="11952"/>
                  <a:pt x="5729940" y="7287"/>
                </a:cubicBezTo>
                <a:cubicBezTo>
                  <a:pt x="5725274" y="2621"/>
                  <a:pt x="5718946" y="0"/>
                  <a:pt x="5712348" y="0"/>
                </a:cubicBezTo>
                <a:cubicBezTo>
                  <a:pt x="5705750" y="0"/>
                  <a:pt x="5699421" y="2621"/>
                  <a:pt x="5694756" y="7287"/>
                </a:cubicBezTo>
                <a:cubicBezTo>
                  <a:pt x="5690090" y="11952"/>
                  <a:pt x="5687469" y="18281"/>
                  <a:pt x="5687469" y="24879"/>
                </a:cubicBezTo>
                <a:cubicBezTo>
                  <a:pt x="5687469" y="31477"/>
                  <a:pt x="5690090" y="37805"/>
                  <a:pt x="5694756" y="42471"/>
                </a:cubicBezTo>
                <a:cubicBezTo>
                  <a:pt x="5699421" y="47136"/>
                  <a:pt x="5705750" y="49758"/>
                  <a:pt x="5712348" y="49758"/>
                </a:cubicBezTo>
                <a:close/>
              </a:path>
            </a:pathLst>
          </a:custGeom>
          <a:solidFill>
            <a:srgbClr val="9E9E9E"/>
          </a:solidFill>
          <a:ln w="2540" cap="flat">
            <a:solidFill>
              <a:srgbClr val="FFFFFF"/>
            </a:solidFill>
            <a:miter/>
          </a:ln>
        </p:spPr>
      </p:sp>
      <p:sp>
        <p:nvSpPr>
          <p:cNvPr id="1231" name="Shape 1231"/>
          <p:cNvSpPr/>
          <p:nvPr/>
        </p:nvSpPr>
        <p:spPr>
          <a:xfrm>
            <a:off x="0" y="504127"/>
            <a:ext cx="5132929" cy="3165299"/>
          </a:xfrm>
          <a:custGeom>
            <a:avLst/>
            <a:gdLst/>
            <a:ahLst/>
            <a:cxnLst/>
            <a:rect l="0" t="0" r="r" b="b"/>
            <a:pathLst>
              <a:path w="5132929" h="3165299">
                <a:moveTo>
                  <a:pt x="5087099" y="91659"/>
                </a:moveTo>
                <a:cubicBezTo>
                  <a:pt x="5099253" y="91659"/>
                  <a:pt x="5110912" y="86830"/>
                  <a:pt x="5119506" y="78236"/>
                </a:cubicBezTo>
                <a:cubicBezTo>
                  <a:pt x="5128100" y="69641"/>
                  <a:pt x="5132929" y="57983"/>
                  <a:pt x="5132929" y="45829"/>
                </a:cubicBezTo>
                <a:cubicBezTo>
                  <a:pt x="5132929" y="33675"/>
                  <a:pt x="5128100" y="22017"/>
                  <a:pt x="5119506" y="13423"/>
                </a:cubicBezTo>
                <a:cubicBezTo>
                  <a:pt x="5110912" y="4828"/>
                  <a:pt x="5099253" y="0"/>
                  <a:pt x="5087099" y="0"/>
                </a:cubicBezTo>
                <a:cubicBezTo>
                  <a:pt x="5074945" y="0"/>
                  <a:pt x="5063287" y="4828"/>
                  <a:pt x="5054693" y="13423"/>
                </a:cubicBezTo>
                <a:cubicBezTo>
                  <a:pt x="5046098" y="22017"/>
                  <a:pt x="5041270" y="33675"/>
                  <a:pt x="5041270" y="45829"/>
                </a:cubicBezTo>
                <a:cubicBezTo>
                  <a:pt x="5041270" y="57983"/>
                  <a:pt x="5046098" y="69641"/>
                  <a:pt x="5054693" y="78236"/>
                </a:cubicBezTo>
                <a:cubicBezTo>
                  <a:pt x="5063287" y="86830"/>
                  <a:pt x="5074945" y="91659"/>
                  <a:pt x="5087099" y="91659"/>
                </a:cubicBezTo>
                <a:close/>
              </a:path>
            </a:pathLst>
          </a:custGeom>
          <a:solidFill>
            <a:srgbClr val="42949E"/>
          </a:solidFill>
          <a:ln w="5080" cap="flat">
            <a:solidFill>
              <a:srgbClr val="FFFFFF"/>
            </a:solidFill>
            <a:miter/>
          </a:ln>
        </p:spPr>
      </p:sp>
      <p:sp>
        <p:nvSpPr>
          <p:cNvPr id="1232" name="Shape 1232"/>
          <p:cNvSpPr/>
          <p:nvPr/>
        </p:nvSpPr>
        <p:spPr>
          <a:xfrm>
            <a:off x="0" y="504127"/>
            <a:ext cx="5473378" cy="3165299"/>
          </a:xfrm>
          <a:custGeom>
            <a:avLst/>
            <a:gdLst/>
            <a:ahLst/>
            <a:cxnLst/>
            <a:rect l="0" t="0" r="r" b="b"/>
            <a:pathLst>
              <a:path w="5473378" h="3165299">
                <a:moveTo>
                  <a:pt x="5427549" y="91659"/>
                </a:moveTo>
                <a:cubicBezTo>
                  <a:pt x="5439703" y="91659"/>
                  <a:pt x="5451361" y="86830"/>
                  <a:pt x="5459955" y="78236"/>
                </a:cubicBezTo>
                <a:cubicBezTo>
                  <a:pt x="5468550" y="69641"/>
                  <a:pt x="5473378" y="57983"/>
                  <a:pt x="5473378" y="45829"/>
                </a:cubicBezTo>
                <a:cubicBezTo>
                  <a:pt x="5473378" y="33675"/>
                  <a:pt x="5468550" y="22017"/>
                  <a:pt x="5459955" y="13423"/>
                </a:cubicBezTo>
                <a:cubicBezTo>
                  <a:pt x="5451361" y="4828"/>
                  <a:pt x="5439703" y="0"/>
                  <a:pt x="5427549" y="0"/>
                </a:cubicBezTo>
                <a:cubicBezTo>
                  <a:pt x="5415395" y="0"/>
                  <a:pt x="5403737" y="4828"/>
                  <a:pt x="5395142" y="13423"/>
                </a:cubicBezTo>
                <a:cubicBezTo>
                  <a:pt x="5386548" y="22017"/>
                  <a:pt x="5381719" y="33675"/>
                  <a:pt x="5381719" y="45829"/>
                </a:cubicBezTo>
                <a:cubicBezTo>
                  <a:pt x="5381719" y="57983"/>
                  <a:pt x="5386548" y="69641"/>
                  <a:pt x="5395142" y="78236"/>
                </a:cubicBezTo>
                <a:cubicBezTo>
                  <a:pt x="5403737" y="86830"/>
                  <a:pt x="5415395" y="91659"/>
                  <a:pt x="5427549" y="91659"/>
                </a:cubicBezTo>
                <a:close/>
              </a:path>
            </a:pathLst>
          </a:custGeom>
          <a:solidFill>
            <a:srgbClr val="42949E"/>
          </a:solidFill>
          <a:ln w="5080" cap="flat">
            <a:solidFill>
              <a:srgbClr val="FFFFFF"/>
            </a:solidFill>
            <a:miter/>
          </a:ln>
        </p:spPr>
      </p:sp>
      <p:sp>
        <p:nvSpPr>
          <p:cNvPr id="1233" name="Shape 1233"/>
          <p:cNvSpPr/>
          <p:nvPr/>
        </p:nvSpPr>
        <p:spPr>
          <a:xfrm>
            <a:off x="0" y="504127"/>
            <a:ext cx="5813828" cy="3165299"/>
          </a:xfrm>
          <a:custGeom>
            <a:avLst/>
            <a:gdLst/>
            <a:ahLst/>
            <a:cxnLst/>
            <a:rect l="0" t="0" r="r" b="b"/>
            <a:pathLst>
              <a:path w="5813828" h="3165299">
                <a:moveTo>
                  <a:pt x="5767998" y="91659"/>
                </a:moveTo>
                <a:cubicBezTo>
                  <a:pt x="5780152" y="91659"/>
                  <a:pt x="5791810" y="86830"/>
                  <a:pt x="5800405" y="78236"/>
                </a:cubicBezTo>
                <a:cubicBezTo>
                  <a:pt x="5808999" y="69641"/>
                  <a:pt x="5813828" y="57983"/>
                  <a:pt x="5813828" y="45829"/>
                </a:cubicBezTo>
                <a:cubicBezTo>
                  <a:pt x="5813828" y="33675"/>
                  <a:pt x="5808999" y="22017"/>
                  <a:pt x="5800405" y="13423"/>
                </a:cubicBezTo>
                <a:cubicBezTo>
                  <a:pt x="5791810" y="4828"/>
                  <a:pt x="5780152" y="0"/>
                  <a:pt x="5767998" y="0"/>
                </a:cubicBezTo>
                <a:cubicBezTo>
                  <a:pt x="5755844" y="0"/>
                  <a:pt x="5744186" y="4828"/>
                  <a:pt x="5735592" y="13423"/>
                </a:cubicBezTo>
                <a:cubicBezTo>
                  <a:pt x="5726997" y="22017"/>
                  <a:pt x="5722168" y="33675"/>
                  <a:pt x="5722168" y="45829"/>
                </a:cubicBezTo>
                <a:cubicBezTo>
                  <a:pt x="5722168" y="57983"/>
                  <a:pt x="5726997" y="69641"/>
                  <a:pt x="5735592" y="78236"/>
                </a:cubicBezTo>
                <a:cubicBezTo>
                  <a:pt x="5744186" y="86830"/>
                  <a:pt x="5755844" y="91659"/>
                  <a:pt x="5767998" y="91659"/>
                </a:cubicBezTo>
                <a:close/>
              </a:path>
            </a:pathLst>
          </a:custGeom>
          <a:solidFill>
            <a:srgbClr val="42949E"/>
          </a:solidFill>
          <a:ln w="5080" cap="flat">
            <a:solidFill>
              <a:srgbClr val="FFFFFF"/>
            </a:solidFill>
            <a:miter/>
          </a:ln>
        </p:spPr>
      </p:sp>
      <p:sp>
        <p:nvSpPr>
          <p:cNvPr id="1234" name="Shape 1234"/>
          <p:cNvSpPr/>
          <p:nvPr/>
        </p:nvSpPr>
        <p:spPr>
          <a:xfrm>
            <a:off x="0" y="504127"/>
            <a:ext cx="6154277" cy="3165299"/>
          </a:xfrm>
          <a:custGeom>
            <a:avLst/>
            <a:gdLst/>
            <a:ahLst/>
            <a:cxnLst/>
            <a:rect l="0" t="0" r="r" b="b"/>
            <a:pathLst>
              <a:path w="6154277" h="3165299">
                <a:moveTo>
                  <a:pt x="6108448" y="91659"/>
                </a:moveTo>
                <a:cubicBezTo>
                  <a:pt x="6120602" y="91659"/>
                  <a:pt x="6132260" y="86830"/>
                  <a:pt x="6140854" y="78236"/>
                </a:cubicBezTo>
                <a:cubicBezTo>
                  <a:pt x="6149448" y="69641"/>
                  <a:pt x="6154277" y="57983"/>
                  <a:pt x="6154277" y="45829"/>
                </a:cubicBezTo>
                <a:cubicBezTo>
                  <a:pt x="6154277" y="33675"/>
                  <a:pt x="6149448" y="22017"/>
                  <a:pt x="6140854" y="13423"/>
                </a:cubicBezTo>
                <a:cubicBezTo>
                  <a:pt x="6132260" y="4828"/>
                  <a:pt x="6120602" y="0"/>
                  <a:pt x="6108448" y="0"/>
                </a:cubicBezTo>
                <a:cubicBezTo>
                  <a:pt x="6096293" y="0"/>
                  <a:pt x="6084635" y="4828"/>
                  <a:pt x="6076041" y="13423"/>
                </a:cubicBezTo>
                <a:cubicBezTo>
                  <a:pt x="6067447" y="22017"/>
                  <a:pt x="6062618" y="33675"/>
                  <a:pt x="6062618" y="45829"/>
                </a:cubicBezTo>
                <a:cubicBezTo>
                  <a:pt x="6062618" y="57983"/>
                  <a:pt x="6067447" y="69641"/>
                  <a:pt x="6076041" y="78236"/>
                </a:cubicBezTo>
                <a:cubicBezTo>
                  <a:pt x="6084635" y="86830"/>
                  <a:pt x="6096293" y="91659"/>
                  <a:pt x="6108448" y="91659"/>
                </a:cubicBezTo>
                <a:close/>
              </a:path>
            </a:pathLst>
          </a:custGeom>
          <a:solidFill>
            <a:srgbClr val="42949E"/>
          </a:solidFill>
          <a:ln w="5080" cap="flat">
            <a:solidFill>
              <a:srgbClr val="FFFFFF"/>
            </a:solidFill>
            <a:miter/>
          </a:ln>
        </p:spPr>
      </p:sp>
      <p:sp>
        <p:nvSpPr>
          <p:cNvPr id="1235" name="Shape 1235"/>
          <p:cNvSpPr/>
          <p:nvPr/>
        </p:nvSpPr>
        <p:spPr>
          <a:xfrm>
            <a:off x="0" y="1093366"/>
            <a:ext cx="5132929" cy="2576059"/>
          </a:xfrm>
          <a:custGeom>
            <a:avLst/>
            <a:gdLst/>
            <a:ahLst/>
            <a:cxnLst/>
            <a:rect l="0" t="0" r="r" b="b"/>
            <a:pathLst>
              <a:path w="5132929" h="2576059">
                <a:moveTo>
                  <a:pt x="5087099" y="91659"/>
                </a:moveTo>
                <a:cubicBezTo>
                  <a:pt x="5099253" y="91659"/>
                  <a:pt x="5110912" y="86830"/>
                  <a:pt x="5119506" y="78236"/>
                </a:cubicBezTo>
                <a:cubicBezTo>
                  <a:pt x="5128100" y="69642"/>
                  <a:pt x="5132929" y="57984"/>
                  <a:pt x="5132929" y="45830"/>
                </a:cubicBezTo>
                <a:cubicBezTo>
                  <a:pt x="5132929" y="33675"/>
                  <a:pt x="5128100" y="22017"/>
                  <a:pt x="5119506" y="13423"/>
                </a:cubicBezTo>
                <a:cubicBezTo>
                  <a:pt x="5110912" y="4829"/>
                  <a:pt x="5099253" y="0"/>
                  <a:pt x="5087099" y="0"/>
                </a:cubicBezTo>
                <a:cubicBezTo>
                  <a:pt x="5074945" y="0"/>
                  <a:pt x="5063287" y="4829"/>
                  <a:pt x="5054693" y="13423"/>
                </a:cubicBezTo>
                <a:cubicBezTo>
                  <a:pt x="5046098" y="22017"/>
                  <a:pt x="5041270" y="33675"/>
                  <a:pt x="5041270" y="45830"/>
                </a:cubicBezTo>
                <a:cubicBezTo>
                  <a:pt x="5041270" y="57984"/>
                  <a:pt x="5046098" y="69642"/>
                  <a:pt x="5054693" y="78236"/>
                </a:cubicBezTo>
                <a:cubicBezTo>
                  <a:pt x="5063287" y="86830"/>
                  <a:pt x="5074945" y="91659"/>
                  <a:pt x="5087099" y="91659"/>
                </a:cubicBezTo>
                <a:close/>
              </a:path>
            </a:pathLst>
          </a:custGeom>
          <a:solidFill>
            <a:srgbClr val="9A4D8E"/>
          </a:solidFill>
          <a:ln w="5080" cap="flat">
            <a:solidFill>
              <a:srgbClr val="FFFFFF"/>
            </a:solidFill>
            <a:miter/>
          </a:ln>
        </p:spPr>
      </p:sp>
      <p:sp>
        <p:nvSpPr>
          <p:cNvPr id="1236" name="Shape 1236"/>
          <p:cNvSpPr/>
          <p:nvPr/>
        </p:nvSpPr>
        <p:spPr>
          <a:xfrm>
            <a:off x="0" y="1093366"/>
            <a:ext cx="5473378" cy="2576059"/>
          </a:xfrm>
          <a:custGeom>
            <a:avLst/>
            <a:gdLst/>
            <a:ahLst/>
            <a:cxnLst/>
            <a:rect l="0" t="0" r="r" b="b"/>
            <a:pathLst>
              <a:path w="5473378" h="2576059">
                <a:moveTo>
                  <a:pt x="5427549" y="91659"/>
                </a:moveTo>
                <a:cubicBezTo>
                  <a:pt x="5439703" y="91659"/>
                  <a:pt x="5451361" y="86830"/>
                  <a:pt x="5459955" y="78236"/>
                </a:cubicBezTo>
                <a:cubicBezTo>
                  <a:pt x="5468550" y="69642"/>
                  <a:pt x="5473378" y="57984"/>
                  <a:pt x="5473378" y="45830"/>
                </a:cubicBezTo>
                <a:cubicBezTo>
                  <a:pt x="5473378" y="33675"/>
                  <a:pt x="5468550" y="22017"/>
                  <a:pt x="5459955" y="13423"/>
                </a:cubicBezTo>
                <a:cubicBezTo>
                  <a:pt x="5451361" y="4829"/>
                  <a:pt x="5439703" y="0"/>
                  <a:pt x="5427549" y="0"/>
                </a:cubicBezTo>
                <a:cubicBezTo>
                  <a:pt x="5415395" y="0"/>
                  <a:pt x="5403737" y="4829"/>
                  <a:pt x="5395142" y="13423"/>
                </a:cubicBezTo>
                <a:cubicBezTo>
                  <a:pt x="5386548" y="22017"/>
                  <a:pt x="5381719" y="33675"/>
                  <a:pt x="5381719" y="45830"/>
                </a:cubicBezTo>
                <a:cubicBezTo>
                  <a:pt x="5381719" y="57984"/>
                  <a:pt x="5386548" y="69642"/>
                  <a:pt x="5395142" y="78236"/>
                </a:cubicBezTo>
                <a:cubicBezTo>
                  <a:pt x="5403737" y="86830"/>
                  <a:pt x="5415395" y="91659"/>
                  <a:pt x="5427549" y="91659"/>
                </a:cubicBezTo>
                <a:close/>
              </a:path>
            </a:pathLst>
          </a:custGeom>
          <a:solidFill>
            <a:srgbClr val="9A4D8E"/>
          </a:solidFill>
          <a:ln w="5080" cap="flat">
            <a:solidFill>
              <a:srgbClr val="FFFFFF"/>
            </a:solidFill>
            <a:miter/>
          </a:ln>
        </p:spPr>
      </p:sp>
      <p:sp>
        <p:nvSpPr>
          <p:cNvPr id="1237" name="Shape 1237"/>
          <p:cNvSpPr/>
          <p:nvPr/>
        </p:nvSpPr>
        <p:spPr>
          <a:xfrm>
            <a:off x="0" y="1093366"/>
            <a:ext cx="5813828" cy="2576059"/>
          </a:xfrm>
          <a:custGeom>
            <a:avLst/>
            <a:gdLst/>
            <a:ahLst/>
            <a:cxnLst/>
            <a:rect l="0" t="0" r="r" b="b"/>
            <a:pathLst>
              <a:path w="5813828" h="2576059">
                <a:moveTo>
                  <a:pt x="5767998" y="91659"/>
                </a:moveTo>
                <a:cubicBezTo>
                  <a:pt x="5780152" y="91659"/>
                  <a:pt x="5791810" y="86830"/>
                  <a:pt x="5800405" y="78236"/>
                </a:cubicBezTo>
                <a:cubicBezTo>
                  <a:pt x="5808999" y="69642"/>
                  <a:pt x="5813828" y="57984"/>
                  <a:pt x="5813828" y="45830"/>
                </a:cubicBezTo>
                <a:cubicBezTo>
                  <a:pt x="5813828" y="33675"/>
                  <a:pt x="5808999" y="22017"/>
                  <a:pt x="5800405" y="13423"/>
                </a:cubicBezTo>
                <a:cubicBezTo>
                  <a:pt x="5791810" y="4829"/>
                  <a:pt x="5780152" y="0"/>
                  <a:pt x="5767998" y="0"/>
                </a:cubicBezTo>
                <a:cubicBezTo>
                  <a:pt x="5755844" y="0"/>
                  <a:pt x="5744186" y="4829"/>
                  <a:pt x="5735592" y="13423"/>
                </a:cubicBezTo>
                <a:cubicBezTo>
                  <a:pt x="5726997" y="22017"/>
                  <a:pt x="5722168" y="33675"/>
                  <a:pt x="5722168" y="45830"/>
                </a:cubicBezTo>
                <a:cubicBezTo>
                  <a:pt x="5722168" y="57984"/>
                  <a:pt x="5726997" y="69642"/>
                  <a:pt x="5735592" y="78236"/>
                </a:cubicBezTo>
                <a:cubicBezTo>
                  <a:pt x="5744186" y="86830"/>
                  <a:pt x="5755844" y="91659"/>
                  <a:pt x="5767998" y="91659"/>
                </a:cubicBezTo>
                <a:close/>
              </a:path>
            </a:pathLst>
          </a:custGeom>
          <a:solidFill>
            <a:srgbClr val="9A4D8E"/>
          </a:solidFill>
          <a:ln w="5080" cap="flat">
            <a:solidFill>
              <a:srgbClr val="FFFFFF"/>
            </a:solidFill>
            <a:miter/>
          </a:ln>
        </p:spPr>
      </p:sp>
      <p:sp>
        <p:nvSpPr>
          <p:cNvPr id="1238" name="Shape 1238"/>
          <p:cNvSpPr/>
          <p:nvPr/>
        </p:nvSpPr>
        <p:spPr>
          <a:xfrm>
            <a:off x="0" y="1093366"/>
            <a:ext cx="6154277" cy="2576059"/>
          </a:xfrm>
          <a:custGeom>
            <a:avLst/>
            <a:gdLst/>
            <a:ahLst/>
            <a:cxnLst/>
            <a:rect l="0" t="0" r="r" b="b"/>
            <a:pathLst>
              <a:path w="6154277" h="2576059">
                <a:moveTo>
                  <a:pt x="6108448" y="91659"/>
                </a:moveTo>
                <a:cubicBezTo>
                  <a:pt x="6120602" y="91659"/>
                  <a:pt x="6132260" y="86830"/>
                  <a:pt x="6140854" y="78236"/>
                </a:cubicBezTo>
                <a:cubicBezTo>
                  <a:pt x="6149448" y="69642"/>
                  <a:pt x="6154277" y="57984"/>
                  <a:pt x="6154277" y="45830"/>
                </a:cubicBezTo>
                <a:cubicBezTo>
                  <a:pt x="6154277" y="33675"/>
                  <a:pt x="6149448" y="22017"/>
                  <a:pt x="6140854" y="13423"/>
                </a:cubicBezTo>
                <a:cubicBezTo>
                  <a:pt x="6132260" y="4829"/>
                  <a:pt x="6120602" y="0"/>
                  <a:pt x="6108448" y="0"/>
                </a:cubicBezTo>
                <a:cubicBezTo>
                  <a:pt x="6096293" y="0"/>
                  <a:pt x="6084635" y="4829"/>
                  <a:pt x="6076041" y="13423"/>
                </a:cubicBezTo>
                <a:cubicBezTo>
                  <a:pt x="6067447" y="22017"/>
                  <a:pt x="6062618" y="33675"/>
                  <a:pt x="6062618" y="45830"/>
                </a:cubicBezTo>
                <a:cubicBezTo>
                  <a:pt x="6062618" y="57984"/>
                  <a:pt x="6067447" y="69642"/>
                  <a:pt x="6076041" y="78236"/>
                </a:cubicBezTo>
                <a:cubicBezTo>
                  <a:pt x="6084635" y="86830"/>
                  <a:pt x="6096293" y="91659"/>
                  <a:pt x="6108448" y="91659"/>
                </a:cubicBezTo>
                <a:close/>
              </a:path>
            </a:pathLst>
          </a:custGeom>
          <a:solidFill>
            <a:srgbClr val="9A4D8E"/>
          </a:solidFill>
          <a:ln w="5080" cap="flat">
            <a:solidFill>
              <a:srgbClr val="FFFFFF"/>
            </a:solidFill>
            <a:miter/>
          </a:ln>
        </p:spPr>
      </p:sp>
      <p:sp>
        <p:nvSpPr>
          <p:cNvPr id="1239" name="Shape 1239"/>
          <p:cNvSpPr/>
          <p:nvPr/>
        </p:nvSpPr>
        <p:spPr>
          <a:xfrm>
            <a:off x="0" y="291346"/>
            <a:ext cx="5051090" cy="3375032"/>
          </a:xfrm>
          <a:custGeom>
            <a:avLst/>
            <a:gdLst/>
            <a:ahLst/>
            <a:cxnLst/>
            <a:rect l="0" t="0" r="r" b="b"/>
            <a:pathLst>
              <a:path w="5051090" h="3375032">
                <a:moveTo>
                  <a:pt x="4979072" y="72018"/>
                </a:moveTo>
                <a:lnTo>
                  <a:pt x="5051090" y="72018"/>
                </a:lnTo>
                <a:lnTo>
                  <a:pt x="5051090" y="0"/>
                </a:lnTo>
                <a:lnTo>
                  <a:pt x="4979072" y="0"/>
                </a:lnTo>
                <a:close/>
              </a:path>
            </a:pathLst>
          </a:custGeom>
          <a:solidFill>
            <a:srgbClr val="C98B2B"/>
          </a:solidFill>
          <a:ln w="3810" cap="flat">
            <a:solidFill>
              <a:srgbClr val="FFFFFF"/>
            </a:solidFill>
            <a:miter/>
          </a:ln>
        </p:spPr>
      </p:sp>
      <p:sp>
        <p:nvSpPr>
          <p:cNvPr id="1240" name="Shape 1240"/>
          <p:cNvSpPr/>
          <p:nvPr/>
        </p:nvSpPr>
        <p:spPr>
          <a:xfrm>
            <a:off x="0" y="291346"/>
            <a:ext cx="5195127" cy="3375032"/>
          </a:xfrm>
          <a:custGeom>
            <a:avLst/>
            <a:gdLst/>
            <a:ahLst/>
            <a:cxnLst/>
            <a:rect l="0" t="0" r="r" b="b"/>
            <a:pathLst>
              <a:path w="5195127" h="3375032">
                <a:moveTo>
                  <a:pt x="5123108" y="72018"/>
                </a:moveTo>
                <a:lnTo>
                  <a:pt x="5195127" y="72018"/>
                </a:lnTo>
                <a:lnTo>
                  <a:pt x="5195127" y="0"/>
                </a:lnTo>
                <a:lnTo>
                  <a:pt x="5123108" y="0"/>
                </a:lnTo>
                <a:close/>
              </a:path>
            </a:pathLst>
          </a:custGeom>
          <a:solidFill>
            <a:srgbClr val="C98B2B"/>
          </a:solidFill>
          <a:ln w="3810" cap="flat">
            <a:solidFill>
              <a:srgbClr val="FFFFFF"/>
            </a:solidFill>
            <a:miter/>
          </a:ln>
        </p:spPr>
      </p:sp>
      <p:sp>
        <p:nvSpPr>
          <p:cNvPr id="1241" name="Shape 1241"/>
          <p:cNvSpPr/>
          <p:nvPr/>
        </p:nvSpPr>
        <p:spPr>
          <a:xfrm>
            <a:off x="0" y="291346"/>
            <a:ext cx="5339163" cy="3375032"/>
          </a:xfrm>
          <a:custGeom>
            <a:avLst/>
            <a:gdLst/>
            <a:ahLst/>
            <a:cxnLst/>
            <a:rect l="0" t="0" r="r" b="b"/>
            <a:pathLst>
              <a:path w="5339163" h="3375032">
                <a:moveTo>
                  <a:pt x="5267145" y="72018"/>
                </a:moveTo>
                <a:lnTo>
                  <a:pt x="5339163" y="72018"/>
                </a:lnTo>
                <a:lnTo>
                  <a:pt x="5339163" y="0"/>
                </a:lnTo>
                <a:lnTo>
                  <a:pt x="5267145" y="0"/>
                </a:lnTo>
                <a:close/>
              </a:path>
            </a:pathLst>
          </a:custGeom>
          <a:solidFill>
            <a:srgbClr val="C98B2B"/>
          </a:solidFill>
          <a:ln w="3810" cap="flat">
            <a:solidFill>
              <a:srgbClr val="FFFFFF"/>
            </a:solidFill>
            <a:miter/>
          </a:ln>
        </p:spPr>
      </p:sp>
      <p:sp>
        <p:nvSpPr>
          <p:cNvPr id="1242" name="Shape 1242"/>
          <p:cNvSpPr/>
          <p:nvPr/>
        </p:nvSpPr>
        <p:spPr>
          <a:xfrm>
            <a:off x="0" y="291346"/>
            <a:ext cx="5483199" cy="3375032"/>
          </a:xfrm>
          <a:custGeom>
            <a:avLst/>
            <a:gdLst/>
            <a:ahLst/>
            <a:cxnLst/>
            <a:rect l="0" t="0" r="r" b="b"/>
            <a:pathLst>
              <a:path w="5483199" h="3375032">
                <a:moveTo>
                  <a:pt x="5411181" y="72018"/>
                </a:moveTo>
                <a:lnTo>
                  <a:pt x="5483199" y="72018"/>
                </a:lnTo>
                <a:lnTo>
                  <a:pt x="5483199" y="0"/>
                </a:lnTo>
                <a:lnTo>
                  <a:pt x="5411181" y="0"/>
                </a:lnTo>
                <a:close/>
              </a:path>
            </a:pathLst>
          </a:custGeom>
          <a:solidFill>
            <a:srgbClr val="C98B2B"/>
          </a:solidFill>
          <a:ln w="3810" cap="flat">
            <a:solidFill>
              <a:srgbClr val="FFFFFF"/>
            </a:solidFill>
            <a:miter/>
          </a:ln>
        </p:spPr>
      </p:sp>
      <p:sp>
        <p:nvSpPr>
          <p:cNvPr id="1243" name="Shape 1243"/>
          <p:cNvSpPr/>
          <p:nvPr/>
        </p:nvSpPr>
        <p:spPr>
          <a:xfrm>
            <a:off x="0" y="291346"/>
            <a:ext cx="5627235" cy="3375032"/>
          </a:xfrm>
          <a:custGeom>
            <a:avLst/>
            <a:gdLst/>
            <a:ahLst/>
            <a:cxnLst/>
            <a:rect l="0" t="0" r="r" b="b"/>
            <a:pathLst>
              <a:path w="5627235" h="3375032">
                <a:moveTo>
                  <a:pt x="5555217" y="72018"/>
                </a:moveTo>
                <a:lnTo>
                  <a:pt x="5627235" y="72018"/>
                </a:lnTo>
                <a:lnTo>
                  <a:pt x="5627235" y="0"/>
                </a:lnTo>
                <a:lnTo>
                  <a:pt x="5555217" y="0"/>
                </a:lnTo>
                <a:close/>
              </a:path>
            </a:pathLst>
          </a:custGeom>
          <a:solidFill>
            <a:srgbClr val="C98B2B"/>
          </a:solidFill>
          <a:ln w="3810" cap="flat">
            <a:solidFill>
              <a:srgbClr val="FFFFFF"/>
            </a:solidFill>
            <a:miter/>
          </a:ln>
        </p:spPr>
      </p:sp>
      <p:sp>
        <p:nvSpPr>
          <p:cNvPr id="1244" name="Shape 1244"/>
          <p:cNvSpPr/>
          <p:nvPr/>
        </p:nvSpPr>
        <p:spPr>
          <a:xfrm>
            <a:off x="4871045" y="1374891"/>
            <a:ext cx="104753" cy="1"/>
          </a:xfrm>
          <a:custGeom>
            <a:avLst/>
            <a:gdLst/>
            <a:ahLst/>
            <a:cxnLst/>
            <a:rect l="0" t="0" r="r" b="b"/>
            <a:pathLst>
              <a:path w="104753" h="1" fill="none">
                <a:moveTo>
                  <a:pt x="0" y="0"/>
                </a:moveTo>
                <a:lnTo>
                  <a:pt x="104754" y="0"/>
                </a:lnTo>
              </a:path>
            </a:pathLst>
          </a:custGeom>
          <a:noFill/>
          <a:ln w="12700" cap="sq">
            <a:solidFill>
              <a:srgbClr val="272727"/>
            </a:solidFill>
            <a:round/>
          </a:ln>
        </p:spPr>
      </p:sp>
      <p:sp>
        <p:nvSpPr>
          <p:cNvPr id="1245" name="Shape 1245"/>
          <p:cNvSpPr/>
          <p:nvPr/>
        </p:nvSpPr>
        <p:spPr>
          <a:xfrm>
            <a:off x="5276965" y="1374891"/>
            <a:ext cx="104753" cy="1"/>
          </a:xfrm>
          <a:custGeom>
            <a:avLst/>
            <a:gdLst/>
            <a:ahLst/>
            <a:cxnLst/>
            <a:rect l="0" t="0" r="r" b="b"/>
            <a:pathLst>
              <a:path w="104753" h="1" fill="none">
                <a:moveTo>
                  <a:pt x="0" y="0"/>
                </a:moveTo>
                <a:lnTo>
                  <a:pt x="104754" y="0"/>
                </a:lnTo>
              </a:path>
            </a:pathLst>
          </a:custGeom>
          <a:noFill/>
          <a:ln w="10160" cap="sq">
            <a:solidFill>
              <a:srgbClr val="B0B0B0"/>
            </a:solidFill>
            <a:round/>
          </a:ln>
        </p:spPr>
      </p:sp>
      <p:sp>
        <p:nvSpPr>
          <p:cNvPr id="1246" name="Shape 1246"/>
          <p:cNvSpPr/>
          <p:nvPr/>
        </p:nvSpPr>
        <p:spPr>
          <a:xfrm>
            <a:off x="5682886" y="1374891"/>
            <a:ext cx="104753" cy="1"/>
          </a:xfrm>
          <a:custGeom>
            <a:avLst/>
            <a:gdLst/>
            <a:ahLst/>
            <a:cxnLst/>
            <a:rect l="0" t="0" r="r" b="b"/>
            <a:pathLst>
              <a:path w="104753" h="1" fill="none">
                <a:moveTo>
                  <a:pt x="0" y="0"/>
                </a:moveTo>
                <a:lnTo>
                  <a:pt x="104753" y="0"/>
                </a:lnTo>
              </a:path>
            </a:pathLst>
          </a:custGeom>
          <a:noFill/>
          <a:ln w="8890" cap="flat">
            <a:solidFill>
              <a:srgbClr val="4D4D4D"/>
            </a:solidFill>
            <a:custDash>
              <a:ds d="220000" sp="120000"/>
            </a:custDash>
            <a:round/>
          </a:ln>
        </p:spPr>
      </p:sp>
      <p:sp>
        <p:nvSpPr>
          <p:cNvPr id="1247" name="Shape 1247"/>
          <p:cNvSpPr/>
          <p:nvPr/>
        </p:nvSpPr>
        <p:spPr>
          <a:xfrm>
            <a:off x="6088806" y="1374891"/>
            <a:ext cx="104753" cy="1"/>
          </a:xfrm>
          <a:custGeom>
            <a:avLst/>
            <a:gdLst/>
            <a:ahLst/>
            <a:cxnLst/>
            <a:rect l="0" t="0" r="r" b="b"/>
            <a:pathLst>
              <a:path w="104753" h="1" fill="none">
                <a:moveTo>
                  <a:pt x="0" y="0"/>
                </a:moveTo>
                <a:lnTo>
                  <a:pt x="104754" y="0"/>
                </a:lnTo>
              </a:path>
            </a:pathLst>
          </a:custGeom>
          <a:noFill/>
          <a:ln w="8890" cap="flat">
            <a:solidFill>
              <a:srgbClr val="4D4D4D"/>
            </a:solidFill>
            <a:custDash>
              <a:ds d="60000" sp="100000"/>
            </a:custDash>
            <a:round/>
          </a:ln>
        </p:spPr>
      </p:sp>
      <p:sp>
        <p:nvSpPr>
          <p:cNvPr id="1248" name="Shape 1248"/>
          <p:cNvSpPr/>
          <p:nvPr/>
        </p:nvSpPr>
        <p:spPr>
          <a:xfrm>
            <a:off x="0" y="2651577"/>
            <a:ext cx="6291766" cy="1017849"/>
          </a:xfrm>
          <a:custGeom>
            <a:avLst/>
            <a:gdLst/>
            <a:ahLst/>
            <a:cxnLst/>
            <a:rect l="0" t="0" r="r" b="b"/>
            <a:pathLst>
              <a:path w="6291766" h="1017849">
                <a:moveTo>
                  <a:pt x="6219748" y="144036"/>
                </a:moveTo>
                <a:cubicBezTo>
                  <a:pt x="6238848" y="144036"/>
                  <a:pt x="6257167" y="136448"/>
                  <a:pt x="6270673" y="122942"/>
                </a:cubicBezTo>
                <a:cubicBezTo>
                  <a:pt x="6284178" y="109437"/>
                  <a:pt x="6291766" y="91117"/>
                  <a:pt x="6291766" y="72018"/>
                </a:cubicBezTo>
                <a:cubicBezTo>
                  <a:pt x="6291766" y="52918"/>
                  <a:pt x="6284178" y="34599"/>
                  <a:pt x="6270673" y="21093"/>
                </a:cubicBezTo>
                <a:cubicBezTo>
                  <a:pt x="6257167" y="7588"/>
                  <a:pt x="6238848" y="0"/>
                  <a:pt x="6219748" y="0"/>
                </a:cubicBezTo>
                <a:cubicBezTo>
                  <a:pt x="6200649" y="0"/>
                  <a:pt x="6182329" y="7588"/>
                  <a:pt x="6168824" y="21093"/>
                </a:cubicBezTo>
                <a:cubicBezTo>
                  <a:pt x="6155318" y="34599"/>
                  <a:pt x="6147730" y="52918"/>
                  <a:pt x="6147730" y="72018"/>
                </a:cubicBezTo>
                <a:cubicBezTo>
                  <a:pt x="6147730" y="91117"/>
                  <a:pt x="6155318" y="109437"/>
                  <a:pt x="6168824" y="122942"/>
                </a:cubicBezTo>
                <a:cubicBezTo>
                  <a:pt x="6182329" y="136448"/>
                  <a:pt x="6200649" y="144036"/>
                  <a:pt x="6219748" y="144036"/>
                </a:cubicBezTo>
                <a:close/>
              </a:path>
            </a:pathLst>
          </a:custGeom>
          <a:solidFill>
            <a:srgbClr val="FFFFFF"/>
          </a:solidFill>
          <a:ln w="8890" cap="flat">
            <a:solidFill>
              <a:srgbClr val="3775BA"/>
            </a:solidFill>
            <a:miter/>
          </a:ln>
        </p:spPr>
      </p:sp>
      <p:sp>
        <p:nvSpPr>
          <p:cNvPr id="1249" name="Shape 1249"/>
          <p:cNvSpPr/>
          <p:nvPr/>
        </p:nvSpPr>
        <p:spPr>
          <a:xfrm>
            <a:off x="0" y="2239109"/>
            <a:ext cx="3650010" cy="1427268"/>
          </a:xfrm>
          <a:custGeom>
            <a:avLst/>
            <a:gdLst/>
            <a:ahLst/>
            <a:cxnLst/>
            <a:rect l="0" t="0" r="r" b="b"/>
            <a:pathLst>
              <a:path w="3650010" h="1427268">
                <a:moveTo>
                  <a:pt x="3604180" y="235696"/>
                </a:moveTo>
                <a:lnTo>
                  <a:pt x="3650010" y="235696"/>
                </a:lnTo>
                <a:lnTo>
                  <a:pt x="3650010" y="0"/>
                </a:lnTo>
                <a:lnTo>
                  <a:pt x="3604180" y="0"/>
                </a:lnTo>
                <a:close/>
              </a:path>
            </a:pathLst>
          </a:custGeom>
          <a:solidFill>
            <a:srgbClr val="C9A400"/>
          </a:solidFill>
          <a:ln>
            <a:noFill/>
          </a:ln>
        </p:spPr>
      </p:sp>
      <p:sp>
        <p:nvSpPr>
          <p:cNvPr id="1250" name="Shape 1250"/>
          <p:cNvSpPr/>
          <p:nvPr/>
        </p:nvSpPr>
        <p:spPr>
          <a:xfrm>
            <a:off x="0" y="2553370"/>
            <a:ext cx="3650010" cy="1113007"/>
          </a:xfrm>
          <a:custGeom>
            <a:avLst/>
            <a:gdLst/>
            <a:ahLst/>
            <a:cxnLst/>
            <a:rect l="0" t="0" r="r" b="b"/>
            <a:pathLst>
              <a:path w="3650010" h="1113007">
                <a:moveTo>
                  <a:pt x="3604180" y="235696"/>
                </a:moveTo>
                <a:lnTo>
                  <a:pt x="3650010" y="235696"/>
                </a:lnTo>
                <a:lnTo>
                  <a:pt x="3650010" y="0"/>
                </a:lnTo>
                <a:lnTo>
                  <a:pt x="3604180" y="0"/>
                </a:lnTo>
                <a:close/>
              </a:path>
            </a:pathLst>
          </a:custGeom>
          <a:solidFill>
            <a:srgbClr val="42949E"/>
          </a:solidFill>
          <a:ln>
            <a:noFill/>
          </a:ln>
        </p:spPr>
      </p:sp>
      <p:sp>
        <p:nvSpPr>
          <p:cNvPr id="1251" name="Shape 1251"/>
          <p:cNvSpPr/>
          <p:nvPr/>
        </p:nvSpPr>
        <p:spPr>
          <a:xfrm>
            <a:off x="0" y="2867631"/>
            <a:ext cx="3650010" cy="798746"/>
          </a:xfrm>
          <a:custGeom>
            <a:avLst/>
            <a:gdLst/>
            <a:ahLst/>
            <a:cxnLst/>
            <a:rect l="0" t="0" r="r" b="b"/>
            <a:pathLst>
              <a:path w="3650010" h="798746">
                <a:moveTo>
                  <a:pt x="3604180" y="235696"/>
                </a:moveTo>
                <a:lnTo>
                  <a:pt x="3650010" y="235696"/>
                </a:lnTo>
                <a:lnTo>
                  <a:pt x="3650010" y="0"/>
                </a:lnTo>
                <a:lnTo>
                  <a:pt x="3604180" y="0"/>
                </a:lnTo>
                <a:close/>
              </a:path>
            </a:pathLst>
          </a:custGeom>
          <a:solidFill>
            <a:srgbClr val="3775BA"/>
          </a:solidFill>
          <a:ln>
            <a:noFill/>
          </a:ln>
        </p:spPr>
      </p:sp>
      <p:sp>
        <p:nvSpPr>
          <p:cNvPr id="1252" name="Shape 1252"/>
          <p:cNvSpPr/>
          <p:nvPr/>
        </p:nvSpPr>
        <p:spPr>
          <a:xfrm>
            <a:off x="0" y="3181892"/>
            <a:ext cx="3650010" cy="484485"/>
          </a:xfrm>
          <a:custGeom>
            <a:avLst/>
            <a:gdLst/>
            <a:ahLst/>
            <a:cxnLst/>
            <a:rect l="0" t="0" r="r" b="b"/>
            <a:pathLst>
              <a:path w="3650010" h="484485">
                <a:moveTo>
                  <a:pt x="3604180" y="235696"/>
                </a:moveTo>
                <a:lnTo>
                  <a:pt x="3650010" y="235696"/>
                </a:lnTo>
                <a:lnTo>
                  <a:pt x="3650010" y="0"/>
                </a:lnTo>
                <a:lnTo>
                  <a:pt x="3604180" y="0"/>
                </a:lnTo>
                <a:close/>
              </a:path>
            </a:pathLst>
          </a:custGeom>
          <a:solidFill>
            <a:srgbClr val="9A4D8E"/>
          </a:solidFill>
          <a:ln>
            <a:noFill/>
          </a:ln>
        </p:spPr>
      </p:sp>
      <p:sp>
        <p:nvSpPr>
          <p:cNvPr id="1253" name="Shape 1253"/>
          <p:cNvSpPr/>
          <p:nvPr/>
        </p:nvSpPr>
        <p:spPr>
          <a:xfrm>
            <a:off x="0" y="2212921"/>
            <a:ext cx="764919" cy="1453457"/>
          </a:xfrm>
          <a:custGeom>
            <a:avLst/>
            <a:gdLst/>
            <a:ahLst/>
            <a:cxnLst/>
            <a:rect l="0" t="0" r="r" b="b"/>
            <a:pathLst>
              <a:path w="764919" h="1453457">
                <a:moveTo>
                  <a:pt x="565233" y="78565"/>
                </a:moveTo>
                <a:lnTo>
                  <a:pt x="764919" y="78565"/>
                </a:lnTo>
                <a:lnTo>
                  <a:pt x="764919" y="0"/>
                </a:lnTo>
                <a:lnTo>
                  <a:pt x="565233" y="0"/>
                </a:lnTo>
                <a:close/>
              </a:path>
            </a:pathLst>
          </a:custGeom>
          <a:solidFill>
            <a:srgbClr val="B64342"/>
          </a:solidFill>
          <a:ln w="6350" cap="flat">
            <a:solidFill>
              <a:srgbClr val="B64342"/>
            </a:solidFill>
            <a:miter/>
          </a:ln>
        </p:spPr>
      </p:sp>
      <p:sp>
        <p:nvSpPr>
          <p:cNvPr id="1254" name="Shape 1254"/>
          <p:cNvSpPr/>
          <p:nvPr/>
        </p:nvSpPr>
        <p:spPr>
          <a:xfrm>
            <a:off x="0" y="2356957"/>
            <a:ext cx="1064449" cy="1309420"/>
          </a:xfrm>
          <a:custGeom>
            <a:avLst/>
            <a:gdLst/>
            <a:ahLst/>
            <a:cxnLst/>
            <a:rect l="0" t="0" r="r" b="b"/>
            <a:pathLst>
              <a:path w="1064449" h="1309420">
                <a:moveTo>
                  <a:pt x="798201" y="78565"/>
                </a:moveTo>
                <a:lnTo>
                  <a:pt x="1064449" y="78565"/>
                </a:lnTo>
                <a:lnTo>
                  <a:pt x="1064449" y="0"/>
                </a:lnTo>
                <a:lnTo>
                  <a:pt x="798201" y="0"/>
                </a:lnTo>
                <a:close/>
              </a:path>
            </a:pathLst>
          </a:custGeom>
          <a:solidFill>
            <a:srgbClr val="E9A6A1"/>
          </a:solidFill>
          <a:ln w="6350" cap="flat">
            <a:solidFill>
              <a:srgbClr val="B64342"/>
            </a:solidFill>
            <a:miter/>
          </a:ln>
        </p:spPr>
      </p:sp>
      <p:sp>
        <p:nvSpPr>
          <p:cNvPr id="1255" name="Shape 1255"/>
          <p:cNvSpPr/>
          <p:nvPr/>
        </p:nvSpPr>
        <p:spPr>
          <a:xfrm>
            <a:off x="0" y="2874178"/>
            <a:ext cx="618570" cy="792199"/>
          </a:xfrm>
          <a:custGeom>
            <a:avLst/>
            <a:gdLst/>
            <a:ahLst/>
            <a:cxnLst/>
            <a:rect l="0" t="0" r="r" b="b"/>
            <a:pathLst>
              <a:path w="618570" h="792199">
                <a:moveTo>
                  <a:pt x="536862" y="65471"/>
                </a:moveTo>
                <a:lnTo>
                  <a:pt x="618570" y="65471"/>
                </a:lnTo>
                <a:lnTo>
                  <a:pt x="618570" y="0"/>
                </a:lnTo>
                <a:lnTo>
                  <a:pt x="536862" y="0"/>
                </a:lnTo>
                <a:close/>
              </a:path>
            </a:pathLst>
          </a:custGeom>
          <a:solidFill>
            <a:srgbClr val="F6CFCB"/>
          </a:solidFill>
          <a:ln>
            <a:noFill/>
          </a:ln>
        </p:spPr>
      </p:sp>
      <p:sp>
        <p:nvSpPr>
          <p:cNvPr id="1256" name="Shape 1256"/>
          <p:cNvSpPr/>
          <p:nvPr/>
        </p:nvSpPr>
        <p:spPr>
          <a:xfrm>
            <a:off x="0" y="2975658"/>
            <a:ext cx="584525" cy="690719"/>
          </a:xfrm>
          <a:custGeom>
            <a:avLst/>
            <a:gdLst/>
            <a:ahLst/>
            <a:cxnLst/>
            <a:rect l="0" t="0" r="r" b="b"/>
            <a:pathLst>
              <a:path w="584525" h="690719">
                <a:moveTo>
                  <a:pt x="536862" y="65471"/>
                </a:moveTo>
                <a:lnTo>
                  <a:pt x="584525" y="65471"/>
                </a:lnTo>
                <a:lnTo>
                  <a:pt x="584525" y="0"/>
                </a:lnTo>
                <a:lnTo>
                  <a:pt x="536862" y="0"/>
                </a:lnTo>
                <a:close/>
              </a:path>
            </a:pathLst>
          </a:custGeom>
          <a:solidFill>
            <a:srgbClr val="F6CFCB"/>
          </a:solidFill>
          <a:ln>
            <a:noFill/>
          </a:ln>
        </p:spPr>
      </p:sp>
      <p:sp>
        <p:nvSpPr>
          <p:cNvPr id="1257" name="Shape 1257"/>
          <p:cNvSpPr/>
          <p:nvPr/>
        </p:nvSpPr>
        <p:spPr>
          <a:xfrm>
            <a:off x="0" y="3077138"/>
            <a:ext cx="598143" cy="589239"/>
          </a:xfrm>
          <a:custGeom>
            <a:avLst/>
            <a:gdLst/>
            <a:ahLst/>
            <a:cxnLst/>
            <a:rect l="0" t="0" r="r" b="b"/>
            <a:pathLst>
              <a:path w="598143" h="589239">
                <a:moveTo>
                  <a:pt x="536862" y="65471"/>
                </a:moveTo>
                <a:lnTo>
                  <a:pt x="598143" y="65471"/>
                </a:lnTo>
                <a:lnTo>
                  <a:pt x="598143" y="0"/>
                </a:lnTo>
                <a:lnTo>
                  <a:pt x="536862" y="0"/>
                </a:lnTo>
                <a:close/>
              </a:path>
            </a:pathLst>
          </a:custGeom>
          <a:solidFill>
            <a:srgbClr val="F6CFCB"/>
          </a:solidFill>
          <a:ln>
            <a:noFill/>
          </a:ln>
        </p:spPr>
      </p:sp>
      <p:sp>
        <p:nvSpPr>
          <p:cNvPr id="1258" name="Shape 1258"/>
          <p:cNvSpPr/>
          <p:nvPr/>
        </p:nvSpPr>
        <p:spPr>
          <a:xfrm>
            <a:off x="0" y="3178618"/>
            <a:ext cx="1027109" cy="487759"/>
          </a:xfrm>
          <a:custGeom>
            <a:avLst/>
            <a:gdLst/>
            <a:ahLst/>
            <a:cxnLst/>
            <a:rect l="0" t="0" r="r" b="b"/>
            <a:pathLst>
              <a:path w="1027109" h="487759">
                <a:moveTo>
                  <a:pt x="536862" y="65472"/>
                </a:moveTo>
                <a:lnTo>
                  <a:pt x="1027109" y="65472"/>
                </a:lnTo>
                <a:lnTo>
                  <a:pt x="1027109" y="0"/>
                </a:lnTo>
                <a:lnTo>
                  <a:pt x="536862" y="0"/>
                </a:lnTo>
                <a:close/>
              </a:path>
            </a:pathLst>
          </a:custGeom>
          <a:solidFill>
            <a:srgbClr val="B64342"/>
          </a:solidFill>
          <a:ln>
            <a:noFill/>
          </a:ln>
        </p:spPr>
      </p:sp>
      <p:sp>
        <p:nvSpPr>
          <p:cNvPr id="1259" name="Shape 1259"/>
          <p:cNvSpPr/>
          <p:nvPr/>
        </p:nvSpPr>
        <p:spPr>
          <a:xfrm>
            <a:off x="0" y="3437229"/>
            <a:ext cx="804770" cy="229148"/>
          </a:xfrm>
          <a:custGeom>
            <a:avLst/>
            <a:gdLst/>
            <a:ahLst/>
            <a:cxnLst/>
            <a:rect l="0" t="0" r="r" b="b"/>
            <a:pathLst>
              <a:path w="804770" h="229148">
                <a:moveTo>
                  <a:pt x="130942" y="72018"/>
                </a:moveTo>
                <a:lnTo>
                  <a:pt x="804770" y="72018"/>
                </a:lnTo>
                <a:lnTo>
                  <a:pt x="804770" y="0"/>
                </a:lnTo>
                <a:lnTo>
                  <a:pt x="130942" y="0"/>
                </a:lnTo>
                <a:close/>
              </a:path>
            </a:pathLst>
          </a:custGeom>
          <a:solidFill>
            <a:srgbClr val="E9A6A1"/>
          </a:solidFill>
          <a:ln>
            <a:noFill/>
          </a:ln>
        </p:spPr>
      </p:sp>
      <p:sp>
        <p:nvSpPr>
          <p:cNvPr id="1260" name="Shape 1260"/>
          <p:cNvSpPr/>
          <p:nvPr/>
        </p:nvSpPr>
        <p:spPr>
          <a:xfrm>
            <a:off x="0" y="549956"/>
            <a:ext cx="2330769" cy="3116421"/>
          </a:xfrm>
          <a:custGeom>
            <a:avLst/>
            <a:gdLst/>
            <a:ahLst/>
            <a:cxnLst/>
            <a:rect l="0" t="0" r="r" b="b"/>
            <a:pathLst>
              <a:path w="2330769" h="3116421" fill="none">
                <a:moveTo>
                  <a:pt x="1676058" y="824935"/>
                </a:moveTo>
                <a:lnTo>
                  <a:pt x="2330769" y="824935"/>
                </a:lnTo>
                <a:lnTo>
                  <a:pt x="2330769" y="0"/>
                </a:lnTo>
                <a:lnTo>
                  <a:pt x="1676058" y="0"/>
                </a:lnTo>
                <a:close/>
              </a:path>
            </a:pathLst>
          </a:custGeom>
          <a:noFill/>
          <a:ln w="6350" cap="flat">
            <a:solidFill>
              <a:srgbClr val="4D4D4D"/>
            </a:solidFill>
            <a:miter/>
          </a:ln>
        </p:spPr>
      </p:sp>
      <p:sp>
        <p:nvSpPr>
          <p:cNvPr id="1261" name="Shape 1261"/>
          <p:cNvSpPr/>
          <p:nvPr/>
        </p:nvSpPr>
        <p:spPr>
          <a:xfrm>
            <a:off x="0" y="549956"/>
            <a:ext cx="1659690" cy="3116421"/>
          </a:xfrm>
          <a:custGeom>
            <a:avLst/>
            <a:gdLst/>
            <a:ahLst/>
            <a:cxnLst/>
            <a:rect l="0" t="0" r="r" b="b"/>
            <a:pathLst>
              <a:path w="1659690" h="3116421">
                <a:moveTo>
                  <a:pt x="1610587" y="151962"/>
                </a:moveTo>
                <a:lnTo>
                  <a:pt x="1659690" y="151962"/>
                </a:lnTo>
                <a:lnTo>
                  <a:pt x="1659690" y="0"/>
                </a:lnTo>
                <a:lnTo>
                  <a:pt x="1610587" y="0"/>
                </a:lnTo>
                <a:close/>
              </a:path>
            </a:pathLst>
          </a:custGeom>
          <a:solidFill>
            <a:srgbClr val="0F4D92"/>
          </a:solidFill>
          <a:ln w="3810" cap="flat">
            <a:solidFill>
              <a:srgbClr val="FFFFFF"/>
            </a:solidFill>
            <a:miter/>
          </a:ln>
        </p:spPr>
      </p:sp>
      <p:sp>
        <p:nvSpPr>
          <p:cNvPr id="1262" name="Shape 1262"/>
          <p:cNvSpPr/>
          <p:nvPr/>
        </p:nvSpPr>
        <p:spPr>
          <a:xfrm>
            <a:off x="0" y="701918"/>
            <a:ext cx="1659690" cy="2964459"/>
          </a:xfrm>
          <a:custGeom>
            <a:avLst/>
            <a:gdLst/>
            <a:ahLst/>
            <a:cxnLst/>
            <a:rect l="0" t="0" r="r" b="b"/>
            <a:pathLst>
              <a:path w="1659690" h="2964459">
                <a:moveTo>
                  <a:pt x="1610587" y="86835"/>
                </a:moveTo>
                <a:lnTo>
                  <a:pt x="1659690" y="86835"/>
                </a:lnTo>
                <a:lnTo>
                  <a:pt x="1659690" y="0"/>
                </a:lnTo>
                <a:lnTo>
                  <a:pt x="1610587" y="0"/>
                </a:lnTo>
                <a:close/>
              </a:path>
            </a:pathLst>
          </a:custGeom>
          <a:solidFill>
            <a:srgbClr val="42949E"/>
          </a:solidFill>
          <a:ln w="3810" cap="flat">
            <a:solidFill>
              <a:srgbClr val="FFFFFF"/>
            </a:solidFill>
            <a:miter/>
          </a:ln>
        </p:spPr>
      </p:sp>
      <p:sp>
        <p:nvSpPr>
          <p:cNvPr id="1263" name="Shape 1263"/>
          <p:cNvSpPr/>
          <p:nvPr/>
        </p:nvSpPr>
        <p:spPr>
          <a:xfrm>
            <a:off x="0" y="788753"/>
            <a:ext cx="1659690" cy="2877624"/>
          </a:xfrm>
          <a:custGeom>
            <a:avLst/>
            <a:gdLst/>
            <a:ahLst/>
            <a:cxnLst/>
            <a:rect l="0" t="0" r="r" b="b"/>
            <a:pathLst>
              <a:path w="1659690" h="2877624">
                <a:moveTo>
                  <a:pt x="1610587" y="86836"/>
                </a:moveTo>
                <a:lnTo>
                  <a:pt x="1659690" y="86836"/>
                </a:lnTo>
                <a:lnTo>
                  <a:pt x="1659690" y="0"/>
                </a:lnTo>
                <a:lnTo>
                  <a:pt x="1610587" y="0"/>
                </a:lnTo>
                <a:close/>
              </a:path>
            </a:pathLst>
          </a:custGeom>
          <a:solidFill>
            <a:srgbClr val="9A4D8E"/>
          </a:solidFill>
          <a:ln w="3810" cap="flat">
            <a:solidFill>
              <a:srgbClr val="FFFFFF"/>
            </a:solidFill>
            <a:miter/>
          </a:ln>
        </p:spPr>
      </p:sp>
      <p:sp>
        <p:nvSpPr>
          <p:cNvPr id="1264" name="Shape 1264"/>
          <p:cNvSpPr/>
          <p:nvPr/>
        </p:nvSpPr>
        <p:spPr>
          <a:xfrm>
            <a:off x="0" y="875589"/>
            <a:ext cx="1659690" cy="2790789"/>
          </a:xfrm>
          <a:custGeom>
            <a:avLst/>
            <a:gdLst/>
            <a:ahLst/>
            <a:cxnLst/>
            <a:rect l="0" t="0" r="r" b="b"/>
            <a:pathLst>
              <a:path w="1659690" h="2790789">
                <a:moveTo>
                  <a:pt x="1610587" y="108544"/>
                </a:moveTo>
                <a:lnTo>
                  <a:pt x="1659690" y="108544"/>
                </a:lnTo>
                <a:lnTo>
                  <a:pt x="1659690" y="0"/>
                </a:lnTo>
                <a:lnTo>
                  <a:pt x="1610587" y="0"/>
                </a:lnTo>
                <a:close/>
              </a:path>
            </a:pathLst>
          </a:custGeom>
          <a:solidFill>
            <a:srgbClr val="C98B2B"/>
          </a:solidFill>
          <a:ln w="3810" cap="flat">
            <a:solidFill>
              <a:srgbClr val="FFFFFF"/>
            </a:solidFill>
            <a:miter/>
          </a:ln>
        </p:spPr>
      </p:sp>
      <p:sp>
        <p:nvSpPr>
          <p:cNvPr id="1265" name="Shape 1265"/>
          <p:cNvSpPr/>
          <p:nvPr/>
        </p:nvSpPr>
        <p:spPr>
          <a:xfrm>
            <a:off x="0" y="984133"/>
            <a:ext cx="1659690" cy="2682245"/>
          </a:xfrm>
          <a:custGeom>
            <a:avLst/>
            <a:gdLst/>
            <a:ahLst/>
            <a:cxnLst/>
            <a:rect l="0" t="0" r="r" b="b"/>
            <a:pathLst>
              <a:path w="1659690" h="2682245">
                <a:moveTo>
                  <a:pt x="1610587" y="390758"/>
                </a:moveTo>
                <a:lnTo>
                  <a:pt x="1659690" y="390758"/>
                </a:lnTo>
                <a:lnTo>
                  <a:pt x="1659690" y="0"/>
                </a:lnTo>
                <a:lnTo>
                  <a:pt x="1610587" y="0"/>
                </a:lnTo>
                <a:close/>
              </a:path>
            </a:pathLst>
          </a:custGeom>
          <a:solidFill>
            <a:srgbClr val="9E9E9E"/>
          </a:solidFill>
          <a:ln w="3810" cap="flat">
            <a:solidFill>
              <a:srgbClr val="FFFFFF"/>
            </a:solidFill>
            <a:miter/>
          </a:ln>
        </p:spPr>
      </p:sp>
      <p:sp>
        <p:nvSpPr>
          <p:cNvPr id="1266" name="Shape 1266"/>
          <p:cNvSpPr/>
          <p:nvPr/>
        </p:nvSpPr>
        <p:spPr>
          <a:xfrm>
            <a:off x="0" y="585965"/>
            <a:ext cx="2556644" cy="3083460"/>
          </a:xfrm>
          <a:custGeom>
            <a:avLst/>
            <a:gdLst/>
            <a:ahLst/>
            <a:cxnLst/>
            <a:rect l="0" t="0" r="r" b="b"/>
            <a:pathLst>
              <a:path w="2556644" h="3083460">
                <a:moveTo>
                  <a:pt x="2527182" y="58924"/>
                </a:moveTo>
                <a:cubicBezTo>
                  <a:pt x="2534995" y="58924"/>
                  <a:pt x="2542489" y="55820"/>
                  <a:pt x="2548014" y="50295"/>
                </a:cubicBezTo>
                <a:cubicBezTo>
                  <a:pt x="2553539" y="44770"/>
                  <a:pt x="2556644" y="37276"/>
                  <a:pt x="2556644" y="29462"/>
                </a:cubicBezTo>
                <a:cubicBezTo>
                  <a:pt x="2556644" y="21649"/>
                  <a:pt x="2553539" y="14154"/>
                  <a:pt x="2548014" y="8630"/>
                </a:cubicBezTo>
                <a:cubicBezTo>
                  <a:pt x="2542489" y="3105"/>
                  <a:pt x="2534995" y="0"/>
                  <a:pt x="2527182" y="0"/>
                </a:cubicBezTo>
                <a:cubicBezTo>
                  <a:pt x="2519368" y="0"/>
                  <a:pt x="2511874" y="3105"/>
                  <a:pt x="2506349" y="8630"/>
                </a:cubicBezTo>
                <a:cubicBezTo>
                  <a:pt x="2500824" y="14154"/>
                  <a:pt x="2497720" y="21649"/>
                  <a:pt x="2497720" y="29462"/>
                </a:cubicBezTo>
                <a:cubicBezTo>
                  <a:pt x="2497720" y="37276"/>
                  <a:pt x="2500824" y="44770"/>
                  <a:pt x="2506349" y="50295"/>
                </a:cubicBezTo>
                <a:cubicBezTo>
                  <a:pt x="2511874" y="55820"/>
                  <a:pt x="2519368" y="58924"/>
                  <a:pt x="2527182" y="58924"/>
                </a:cubicBezTo>
                <a:close/>
              </a:path>
            </a:pathLst>
          </a:custGeom>
          <a:solidFill>
            <a:srgbClr val="0F4D92"/>
          </a:solidFill>
          <a:ln>
            <a:noFill/>
          </a:ln>
        </p:spPr>
      </p:sp>
      <p:sp>
        <p:nvSpPr>
          <p:cNvPr id="1267" name="Shape 1267"/>
          <p:cNvSpPr/>
          <p:nvPr/>
        </p:nvSpPr>
        <p:spPr>
          <a:xfrm>
            <a:off x="0" y="697266"/>
            <a:ext cx="2556644" cy="2972159"/>
          </a:xfrm>
          <a:custGeom>
            <a:avLst/>
            <a:gdLst/>
            <a:ahLst/>
            <a:cxnLst/>
            <a:rect l="0" t="0" r="r" b="b"/>
            <a:pathLst>
              <a:path w="2556644" h="2972159">
                <a:moveTo>
                  <a:pt x="2527182" y="58924"/>
                </a:moveTo>
                <a:cubicBezTo>
                  <a:pt x="2534995" y="58924"/>
                  <a:pt x="2542489" y="55820"/>
                  <a:pt x="2548014" y="50295"/>
                </a:cubicBezTo>
                <a:cubicBezTo>
                  <a:pt x="2553539" y="44770"/>
                  <a:pt x="2556644" y="37275"/>
                  <a:pt x="2556644" y="29462"/>
                </a:cubicBezTo>
                <a:cubicBezTo>
                  <a:pt x="2556644" y="21649"/>
                  <a:pt x="2553539" y="14154"/>
                  <a:pt x="2548014" y="8629"/>
                </a:cubicBezTo>
                <a:cubicBezTo>
                  <a:pt x="2542489" y="3104"/>
                  <a:pt x="2534995" y="0"/>
                  <a:pt x="2527182" y="0"/>
                </a:cubicBezTo>
                <a:cubicBezTo>
                  <a:pt x="2519368" y="0"/>
                  <a:pt x="2511874" y="3104"/>
                  <a:pt x="2506349" y="8629"/>
                </a:cubicBezTo>
                <a:cubicBezTo>
                  <a:pt x="2500824" y="14154"/>
                  <a:pt x="2497720" y="21649"/>
                  <a:pt x="2497720" y="29462"/>
                </a:cubicBezTo>
                <a:cubicBezTo>
                  <a:pt x="2497720" y="37275"/>
                  <a:pt x="2500824" y="44770"/>
                  <a:pt x="2506349" y="50295"/>
                </a:cubicBezTo>
                <a:cubicBezTo>
                  <a:pt x="2511874" y="55820"/>
                  <a:pt x="2519368" y="58924"/>
                  <a:pt x="2527182" y="58924"/>
                </a:cubicBezTo>
                <a:close/>
              </a:path>
            </a:pathLst>
          </a:custGeom>
          <a:solidFill>
            <a:srgbClr val="42949E"/>
          </a:solidFill>
          <a:ln>
            <a:noFill/>
          </a:ln>
        </p:spPr>
      </p:sp>
      <p:sp>
        <p:nvSpPr>
          <p:cNvPr id="1268" name="Shape 1268"/>
          <p:cNvSpPr/>
          <p:nvPr/>
        </p:nvSpPr>
        <p:spPr>
          <a:xfrm>
            <a:off x="0" y="808567"/>
            <a:ext cx="2556644" cy="2860858"/>
          </a:xfrm>
          <a:custGeom>
            <a:avLst/>
            <a:gdLst/>
            <a:ahLst/>
            <a:cxnLst/>
            <a:rect l="0" t="0" r="r" b="b"/>
            <a:pathLst>
              <a:path w="2556644" h="2860858">
                <a:moveTo>
                  <a:pt x="2527182" y="58924"/>
                </a:moveTo>
                <a:cubicBezTo>
                  <a:pt x="2534995" y="58924"/>
                  <a:pt x="2542489" y="55819"/>
                  <a:pt x="2548014" y="50295"/>
                </a:cubicBezTo>
                <a:cubicBezTo>
                  <a:pt x="2553539" y="44770"/>
                  <a:pt x="2556644" y="37275"/>
                  <a:pt x="2556644" y="29462"/>
                </a:cubicBezTo>
                <a:cubicBezTo>
                  <a:pt x="2556644" y="21648"/>
                  <a:pt x="2553539" y="14154"/>
                  <a:pt x="2548014" y="8629"/>
                </a:cubicBezTo>
                <a:cubicBezTo>
                  <a:pt x="2542489" y="3104"/>
                  <a:pt x="2534995" y="0"/>
                  <a:pt x="2527182" y="0"/>
                </a:cubicBezTo>
                <a:cubicBezTo>
                  <a:pt x="2519368" y="0"/>
                  <a:pt x="2511874" y="3104"/>
                  <a:pt x="2506349" y="8629"/>
                </a:cubicBezTo>
                <a:cubicBezTo>
                  <a:pt x="2500824" y="14154"/>
                  <a:pt x="2497720" y="21648"/>
                  <a:pt x="2497720" y="29462"/>
                </a:cubicBezTo>
                <a:cubicBezTo>
                  <a:pt x="2497720" y="37275"/>
                  <a:pt x="2500824" y="44770"/>
                  <a:pt x="2506349" y="50295"/>
                </a:cubicBezTo>
                <a:cubicBezTo>
                  <a:pt x="2511874" y="55819"/>
                  <a:pt x="2519368" y="58924"/>
                  <a:pt x="2527182" y="58924"/>
                </a:cubicBezTo>
                <a:close/>
              </a:path>
            </a:pathLst>
          </a:custGeom>
          <a:solidFill>
            <a:srgbClr val="9A4D8E"/>
          </a:solidFill>
          <a:ln>
            <a:noFill/>
          </a:ln>
        </p:spPr>
      </p:sp>
      <p:sp>
        <p:nvSpPr>
          <p:cNvPr id="1269" name="Shape 1269"/>
          <p:cNvSpPr/>
          <p:nvPr/>
        </p:nvSpPr>
        <p:spPr>
          <a:xfrm>
            <a:off x="0" y="919868"/>
            <a:ext cx="2556644" cy="2749558"/>
          </a:xfrm>
          <a:custGeom>
            <a:avLst/>
            <a:gdLst/>
            <a:ahLst/>
            <a:cxnLst/>
            <a:rect l="0" t="0" r="r" b="b"/>
            <a:pathLst>
              <a:path w="2556644" h="2749558">
                <a:moveTo>
                  <a:pt x="2527182" y="58924"/>
                </a:moveTo>
                <a:cubicBezTo>
                  <a:pt x="2534995" y="58924"/>
                  <a:pt x="2542489" y="55819"/>
                  <a:pt x="2548014" y="50294"/>
                </a:cubicBezTo>
                <a:cubicBezTo>
                  <a:pt x="2553539" y="44769"/>
                  <a:pt x="2556644" y="37275"/>
                  <a:pt x="2556644" y="29462"/>
                </a:cubicBezTo>
                <a:cubicBezTo>
                  <a:pt x="2556644" y="21648"/>
                  <a:pt x="2553539" y="14154"/>
                  <a:pt x="2548014" y="8629"/>
                </a:cubicBezTo>
                <a:cubicBezTo>
                  <a:pt x="2542489" y="3104"/>
                  <a:pt x="2534995" y="0"/>
                  <a:pt x="2527182" y="0"/>
                </a:cubicBezTo>
                <a:cubicBezTo>
                  <a:pt x="2519368" y="0"/>
                  <a:pt x="2511874" y="3104"/>
                  <a:pt x="2506349" y="8629"/>
                </a:cubicBezTo>
                <a:cubicBezTo>
                  <a:pt x="2500824" y="14154"/>
                  <a:pt x="2497720" y="21648"/>
                  <a:pt x="2497720" y="29462"/>
                </a:cubicBezTo>
                <a:cubicBezTo>
                  <a:pt x="2497720" y="37275"/>
                  <a:pt x="2500824" y="44769"/>
                  <a:pt x="2506349" y="50294"/>
                </a:cubicBezTo>
                <a:cubicBezTo>
                  <a:pt x="2511874" y="55819"/>
                  <a:pt x="2519368" y="58924"/>
                  <a:pt x="2527182" y="58924"/>
                </a:cubicBezTo>
                <a:close/>
              </a:path>
            </a:pathLst>
          </a:custGeom>
          <a:solidFill>
            <a:srgbClr val="C98B2B"/>
          </a:solidFill>
          <a:ln>
            <a:noFill/>
          </a:ln>
        </p:spPr>
      </p:sp>
      <p:sp>
        <p:nvSpPr>
          <p:cNvPr id="1270" name="Shape 1270"/>
          <p:cNvSpPr/>
          <p:nvPr/>
        </p:nvSpPr>
        <p:spPr>
          <a:xfrm>
            <a:off x="0" y="1031168"/>
            <a:ext cx="2556644" cy="2638257"/>
          </a:xfrm>
          <a:custGeom>
            <a:avLst/>
            <a:gdLst/>
            <a:ahLst/>
            <a:cxnLst/>
            <a:rect l="0" t="0" r="r" b="b"/>
            <a:pathLst>
              <a:path w="2556644" h="2638257">
                <a:moveTo>
                  <a:pt x="2527182" y="58924"/>
                </a:moveTo>
                <a:cubicBezTo>
                  <a:pt x="2534995" y="58924"/>
                  <a:pt x="2542489" y="55820"/>
                  <a:pt x="2548014" y="50295"/>
                </a:cubicBezTo>
                <a:cubicBezTo>
                  <a:pt x="2553539" y="44770"/>
                  <a:pt x="2556644" y="37276"/>
                  <a:pt x="2556644" y="29462"/>
                </a:cubicBezTo>
                <a:cubicBezTo>
                  <a:pt x="2556644" y="21649"/>
                  <a:pt x="2553539" y="14155"/>
                  <a:pt x="2548014" y="8630"/>
                </a:cubicBezTo>
                <a:cubicBezTo>
                  <a:pt x="2542489" y="3105"/>
                  <a:pt x="2534995" y="0"/>
                  <a:pt x="2527182" y="0"/>
                </a:cubicBezTo>
                <a:cubicBezTo>
                  <a:pt x="2519368" y="0"/>
                  <a:pt x="2511874" y="3105"/>
                  <a:pt x="2506349" y="8630"/>
                </a:cubicBezTo>
                <a:cubicBezTo>
                  <a:pt x="2500824" y="14155"/>
                  <a:pt x="2497720" y="21649"/>
                  <a:pt x="2497720" y="29462"/>
                </a:cubicBezTo>
                <a:cubicBezTo>
                  <a:pt x="2497720" y="37276"/>
                  <a:pt x="2500824" y="44770"/>
                  <a:pt x="2506349" y="50295"/>
                </a:cubicBezTo>
                <a:cubicBezTo>
                  <a:pt x="2511874" y="55820"/>
                  <a:pt x="2519368" y="58924"/>
                  <a:pt x="2527182" y="58924"/>
                </a:cubicBezTo>
                <a:close/>
              </a:path>
            </a:pathLst>
          </a:custGeom>
          <a:solidFill>
            <a:srgbClr val="9E9E9E"/>
          </a:solidFill>
          <a:ln>
            <a:noFill/>
          </a:ln>
        </p:spPr>
      </p:sp>
      <p:sp>
        <p:nvSpPr>
          <p:cNvPr id="1271" name="Shape 1271"/>
          <p:cNvSpPr/>
          <p:nvPr/>
        </p:nvSpPr>
        <p:spPr>
          <a:xfrm>
            <a:off x="3226412" y="962424"/>
            <a:ext cx="1" cy="157130"/>
          </a:xfrm>
          <a:custGeom>
            <a:avLst/>
            <a:gdLst/>
            <a:ahLst/>
            <a:cxnLst/>
            <a:rect l="0" t="0" r="r" b="b"/>
            <a:pathLst>
              <a:path w="1" h="157130" fill="none">
                <a:moveTo>
                  <a:pt x="0" y="157130"/>
                </a:moveTo>
                <a:lnTo>
                  <a:pt x="0" y="0"/>
                </a:lnTo>
              </a:path>
            </a:pathLst>
          </a:custGeom>
          <a:noFill/>
          <a:ln w="10160" cap="sq">
            <a:solidFill>
              <a:srgbClr val="272727"/>
            </a:solidFill>
            <a:round/>
          </a:ln>
        </p:spPr>
      </p:sp>
      <p:sp>
        <p:nvSpPr>
          <p:cNvPr id="1272" name="Shape 1272"/>
          <p:cNvSpPr/>
          <p:nvPr/>
        </p:nvSpPr>
        <p:spPr>
          <a:xfrm>
            <a:off x="3226412" y="1119554"/>
            <a:ext cx="178081" cy="26188"/>
          </a:xfrm>
          <a:custGeom>
            <a:avLst/>
            <a:gdLst/>
            <a:ahLst/>
            <a:cxnLst/>
            <a:rect l="0" t="0" r="r" b="b"/>
            <a:pathLst>
              <a:path w="178081" h="26188" fill="none">
                <a:moveTo>
                  <a:pt x="0" y="0"/>
                </a:moveTo>
                <a:lnTo>
                  <a:pt x="0" y="26189"/>
                </a:lnTo>
                <a:lnTo>
                  <a:pt x="178082" y="26189"/>
                </a:lnTo>
                <a:lnTo>
                  <a:pt x="178082" y="0"/>
                </a:lnTo>
              </a:path>
            </a:pathLst>
          </a:custGeom>
          <a:noFill/>
          <a:ln w="7620" cap="sq">
            <a:solidFill>
              <a:srgbClr val="B64342"/>
            </a:solidFill>
            <a:round/>
          </a:ln>
        </p:spPr>
      </p:sp>
      <p:sp>
        <p:nvSpPr>
          <p:cNvPr id="1273" name="Shape 1273"/>
          <p:cNvSpPr/>
          <p:nvPr/>
        </p:nvSpPr>
        <p:spPr>
          <a:xfrm>
            <a:off x="3404494" y="1119554"/>
            <a:ext cx="400682" cy="26188"/>
          </a:xfrm>
          <a:custGeom>
            <a:avLst/>
            <a:gdLst/>
            <a:ahLst/>
            <a:cxnLst/>
            <a:rect l="0" t="0" r="r" b="b"/>
            <a:pathLst>
              <a:path w="400682" h="26188" fill="none">
                <a:moveTo>
                  <a:pt x="0" y="0"/>
                </a:moveTo>
                <a:lnTo>
                  <a:pt x="0" y="26189"/>
                </a:lnTo>
                <a:lnTo>
                  <a:pt x="400682" y="26189"/>
                </a:lnTo>
                <a:lnTo>
                  <a:pt x="400682" y="0"/>
                </a:lnTo>
              </a:path>
            </a:pathLst>
          </a:custGeom>
          <a:noFill/>
          <a:ln w="7620" cap="sq">
            <a:solidFill>
              <a:srgbClr val="B64342"/>
            </a:solidFill>
            <a:round/>
          </a:ln>
        </p:spPr>
      </p:sp>
      <p:sp>
        <p:nvSpPr>
          <p:cNvPr id="1274" name="Shape 1274"/>
          <p:cNvSpPr/>
          <p:nvPr/>
        </p:nvSpPr>
        <p:spPr>
          <a:xfrm>
            <a:off x="0" y="694781"/>
            <a:ext cx="4122643" cy="2970072"/>
          </a:xfrm>
          <a:custGeom>
            <a:avLst/>
            <a:gdLst/>
            <a:ahLst/>
            <a:cxnLst/>
            <a:rect l="0" t="0" r="r" b="b"/>
            <a:pathLst>
              <a:path w="4122643" h="2970072">
                <a:moveTo>
                  <a:pt x="4098487" y="0"/>
                </a:moveTo>
                <a:lnTo>
                  <a:pt x="4092784" y="17551"/>
                </a:lnTo>
                <a:lnTo>
                  <a:pt x="4074330" y="17551"/>
                </a:lnTo>
                <a:lnTo>
                  <a:pt x="4089260" y="28398"/>
                </a:lnTo>
                <a:lnTo>
                  <a:pt x="4083557" y="45949"/>
                </a:lnTo>
                <a:lnTo>
                  <a:pt x="4098487" y="35102"/>
                </a:lnTo>
                <a:lnTo>
                  <a:pt x="4113416" y="45949"/>
                </a:lnTo>
                <a:lnTo>
                  <a:pt x="4107714" y="28398"/>
                </a:lnTo>
                <a:lnTo>
                  <a:pt x="4122643" y="17551"/>
                </a:lnTo>
                <a:lnTo>
                  <a:pt x="4104189" y="17551"/>
                </a:lnTo>
                <a:close/>
              </a:path>
            </a:pathLst>
          </a:custGeom>
          <a:solidFill>
            <a:srgbClr val="3775BA"/>
          </a:solidFill>
          <a:ln w="4445" cap="flat">
            <a:solidFill>
              <a:srgbClr val="272727"/>
            </a:solidFill>
            <a:round/>
          </a:ln>
        </p:spPr>
      </p:sp>
      <p:sp>
        <p:nvSpPr>
          <p:cNvPr id="1275" name="Shape 1275"/>
          <p:cNvSpPr/>
          <p:nvPr/>
        </p:nvSpPr>
        <p:spPr>
          <a:xfrm>
            <a:off x="0" y="655498"/>
            <a:ext cx="4449999" cy="3009355"/>
          </a:xfrm>
          <a:custGeom>
            <a:avLst/>
            <a:gdLst/>
            <a:ahLst/>
            <a:cxnLst/>
            <a:rect l="0" t="0" r="r" b="b"/>
            <a:pathLst>
              <a:path w="4449999" h="3009355">
                <a:moveTo>
                  <a:pt x="4425842" y="0"/>
                </a:moveTo>
                <a:lnTo>
                  <a:pt x="4420139" y="17551"/>
                </a:lnTo>
                <a:lnTo>
                  <a:pt x="4401685" y="17551"/>
                </a:lnTo>
                <a:lnTo>
                  <a:pt x="4416615" y="28398"/>
                </a:lnTo>
                <a:lnTo>
                  <a:pt x="4410912" y="45949"/>
                </a:lnTo>
                <a:lnTo>
                  <a:pt x="4425842" y="35102"/>
                </a:lnTo>
                <a:lnTo>
                  <a:pt x="4440772" y="45949"/>
                </a:lnTo>
                <a:lnTo>
                  <a:pt x="4435069" y="28398"/>
                </a:lnTo>
                <a:lnTo>
                  <a:pt x="4449999" y="17551"/>
                </a:lnTo>
                <a:lnTo>
                  <a:pt x="4431544" y="17551"/>
                </a:lnTo>
                <a:close/>
              </a:path>
            </a:pathLst>
          </a:custGeom>
          <a:solidFill>
            <a:srgbClr val="42949E"/>
          </a:solidFill>
          <a:ln w="4445" cap="flat">
            <a:solidFill>
              <a:srgbClr val="272727"/>
            </a:solidFill>
            <a:round/>
          </a:ln>
        </p:spPr>
      </p:sp>
      <p:sp>
        <p:nvSpPr>
          <p:cNvPr id="1276" name="Shape 1276"/>
          <p:cNvSpPr/>
          <p:nvPr/>
        </p:nvSpPr>
        <p:spPr>
          <a:xfrm>
            <a:off x="0" y="1113796"/>
            <a:ext cx="4175020" cy="2551058"/>
          </a:xfrm>
          <a:custGeom>
            <a:avLst/>
            <a:gdLst/>
            <a:ahLst/>
            <a:cxnLst/>
            <a:rect l="0" t="0" r="r" b="b"/>
            <a:pathLst>
              <a:path w="4175020" h="2551058">
                <a:moveTo>
                  <a:pt x="4150863" y="0"/>
                </a:moveTo>
                <a:lnTo>
                  <a:pt x="4145161" y="17551"/>
                </a:lnTo>
                <a:lnTo>
                  <a:pt x="4126707" y="17551"/>
                </a:lnTo>
                <a:lnTo>
                  <a:pt x="4141636" y="28398"/>
                </a:lnTo>
                <a:lnTo>
                  <a:pt x="4135934" y="45949"/>
                </a:lnTo>
                <a:lnTo>
                  <a:pt x="4150863" y="35102"/>
                </a:lnTo>
                <a:lnTo>
                  <a:pt x="4165793" y="45949"/>
                </a:lnTo>
                <a:lnTo>
                  <a:pt x="4160091" y="28398"/>
                </a:lnTo>
                <a:lnTo>
                  <a:pt x="4175020" y="17551"/>
                </a:lnTo>
                <a:lnTo>
                  <a:pt x="4156566" y="17551"/>
                </a:lnTo>
                <a:close/>
              </a:path>
            </a:pathLst>
          </a:custGeom>
          <a:solidFill>
            <a:srgbClr val="9A4D8E"/>
          </a:solidFill>
          <a:ln w="4445" cap="flat">
            <a:solidFill>
              <a:srgbClr val="272727"/>
            </a:solidFill>
            <a:round/>
          </a:ln>
        </p:spPr>
      </p:sp>
      <p:sp>
        <p:nvSpPr>
          <p:cNvPr id="1277" name="Shape 1277"/>
          <p:cNvSpPr/>
          <p:nvPr/>
        </p:nvSpPr>
        <p:spPr>
          <a:xfrm>
            <a:off x="0" y="1061419"/>
            <a:ext cx="4476187" cy="2603434"/>
          </a:xfrm>
          <a:custGeom>
            <a:avLst/>
            <a:gdLst/>
            <a:ahLst/>
            <a:cxnLst/>
            <a:rect l="0" t="0" r="r" b="b"/>
            <a:pathLst>
              <a:path w="4476187" h="2603434">
                <a:moveTo>
                  <a:pt x="4452030" y="0"/>
                </a:moveTo>
                <a:lnTo>
                  <a:pt x="4446328" y="17551"/>
                </a:lnTo>
                <a:lnTo>
                  <a:pt x="4427873" y="17551"/>
                </a:lnTo>
                <a:lnTo>
                  <a:pt x="4442803" y="28398"/>
                </a:lnTo>
                <a:lnTo>
                  <a:pt x="4437100" y="45949"/>
                </a:lnTo>
                <a:lnTo>
                  <a:pt x="4452030" y="35102"/>
                </a:lnTo>
                <a:lnTo>
                  <a:pt x="4466960" y="45949"/>
                </a:lnTo>
                <a:lnTo>
                  <a:pt x="4461257" y="28398"/>
                </a:lnTo>
                <a:lnTo>
                  <a:pt x="4476187" y="17551"/>
                </a:lnTo>
                <a:lnTo>
                  <a:pt x="4457733" y="17551"/>
                </a:lnTo>
                <a:close/>
              </a:path>
            </a:pathLst>
          </a:custGeom>
          <a:solidFill>
            <a:srgbClr val="9E9E9E"/>
          </a:solidFill>
          <a:ln w="4445" cap="flat">
            <a:solidFill>
              <a:srgbClr val="272727"/>
            </a:solidFill>
            <a:round/>
          </a:ln>
        </p:spPr>
      </p:sp>
      <p:sp>
        <p:nvSpPr>
          <p:cNvPr id="1278" name="Shape 1278"/>
          <p:cNvSpPr/>
          <p:nvPr/>
        </p:nvSpPr>
        <p:spPr>
          <a:xfrm>
            <a:off x="0" y="769284"/>
            <a:ext cx="5044543" cy="2900141"/>
          </a:xfrm>
          <a:custGeom>
            <a:avLst/>
            <a:gdLst/>
            <a:ahLst/>
            <a:cxnLst/>
            <a:rect l="0" t="0" r="r" b="b"/>
            <a:pathLst>
              <a:path w="5044543" h="2900141">
                <a:moveTo>
                  <a:pt x="4975799" y="137489"/>
                </a:moveTo>
                <a:cubicBezTo>
                  <a:pt x="4994030" y="137489"/>
                  <a:pt x="5011517" y="130246"/>
                  <a:pt x="5024408" y="117355"/>
                </a:cubicBezTo>
                <a:cubicBezTo>
                  <a:pt x="5037300" y="104463"/>
                  <a:pt x="5044543" y="86976"/>
                  <a:pt x="5044543" y="68745"/>
                </a:cubicBezTo>
                <a:cubicBezTo>
                  <a:pt x="5044543" y="50514"/>
                  <a:pt x="5037300" y="33027"/>
                  <a:pt x="5024408" y="20135"/>
                </a:cubicBezTo>
                <a:cubicBezTo>
                  <a:pt x="5011517" y="7244"/>
                  <a:pt x="4994030" y="0"/>
                  <a:pt x="4975799" y="0"/>
                </a:cubicBezTo>
                <a:cubicBezTo>
                  <a:pt x="4957567" y="0"/>
                  <a:pt x="4940080" y="7244"/>
                  <a:pt x="4927189" y="20135"/>
                </a:cubicBezTo>
                <a:cubicBezTo>
                  <a:pt x="4914297" y="33027"/>
                  <a:pt x="4907054" y="50514"/>
                  <a:pt x="4907054" y="68745"/>
                </a:cubicBezTo>
                <a:cubicBezTo>
                  <a:pt x="4907054" y="86976"/>
                  <a:pt x="4914297" y="104463"/>
                  <a:pt x="4927189" y="117355"/>
                </a:cubicBezTo>
                <a:cubicBezTo>
                  <a:pt x="4940080" y="130246"/>
                  <a:pt x="4957567" y="137489"/>
                  <a:pt x="4975799" y="137489"/>
                </a:cubicBezTo>
                <a:close/>
              </a:path>
            </a:pathLst>
          </a:custGeom>
          <a:solidFill>
            <a:srgbClr val="0F4D92"/>
          </a:solidFill>
          <a:ln w="6350" cap="flat">
            <a:solidFill>
              <a:srgbClr val="FFFFFF"/>
            </a:solidFill>
            <a:miter/>
          </a:ln>
        </p:spPr>
      </p:sp>
      <p:sp>
        <p:nvSpPr>
          <p:cNvPr id="1279" name="Shape 1279"/>
          <p:cNvSpPr/>
          <p:nvPr/>
        </p:nvSpPr>
        <p:spPr>
          <a:xfrm>
            <a:off x="0" y="769284"/>
            <a:ext cx="5270418" cy="2900141"/>
          </a:xfrm>
          <a:custGeom>
            <a:avLst/>
            <a:gdLst/>
            <a:ahLst/>
            <a:cxnLst/>
            <a:rect l="0" t="0" r="r" b="b"/>
            <a:pathLst>
              <a:path w="5270418" h="2900141">
                <a:moveTo>
                  <a:pt x="5201674" y="137489"/>
                </a:moveTo>
                <a:cubicBezTo>
                  <a:pt x="5219905" y="137489"/>
                  <a:pt x="5237392" y="130246"/>
                  <a:pt x="5250283" y="117355"/>
                </a:cubicBezTo>
                <a:cubicBezTo>
                  <a:pt x="5263175" y="104463"/>
                  <a:pt x="5270418" y="86976"/>
                  <a:pt x="5270418" y="68745"/>
                </a:cubicBezTo>
                <a:cubicBezTo>
                  <a:pt x="5270418" y="50514"/>
                  <a:pt x="5263175" y="33027"/>
                  <a:pt x="5250283" y="20135"/>
                </a:cubicBezTo>
                <a:cubicBezTo>
                  <a:pt x="5237392" y="7244"/>
                  <a:pt x="5219905" y="0"/>
                  <a:pt x="5201674" y="0"/>
                </a:cubicBezTo>
                <a:cubicBezTo>
                  <a:pt x="5183442" y="0"/>
                  <a:pt x="5165955" y="7244"/>
                  <a:pt x="5153064" y="20135"/>
                </a:cubicBezTo>
                <a:cubicBezTo>
                  <a:pt x="5140172" y="33027"/>
                  <a:pt x="5132929" y="50514"/>
                  <a:pt x="5132929" y="68745"/>
                </a:cubicBezTo>
                <a:cubicBezTo>
                  <a:pt x="5132929" y="86976"/>
                  <a:pt x="5140172" y="104463"/>
                  <a:pt x="5153064" y="117355"/>
                </a:cubicBezTo>
                <a:cubicBezTo>
                  <a:pt x="5165955" y="130246"/>
                  <a:pt x="5183442" y="137489"/>
                  <a:pt x="5201674" y="137489"/>
                </a:cubicBezTo>
                <a:close/>
              </a:path>
            </a:pathLst>
          </a:custGeom>
          <a:solidFill>
            <a:srgbClr val="0F4D92"/>
          </a:solidFill>
          <a:ln w="6350" cap="flat">
            <a:solidFill>
              <a:srgbClr val="FFFFFF"/>
            </a:solidFill>
            <a:miter/>
          </a:ln>
        </p:spPr>
      </p:sp>
      <p:sp>
        <p:nvSpPr>
          <p:cNvPr id="1280" name="Shape 1280"/>
          <p:cNvSpPr/>
          <p:nvPr/>
        </p:nvSpPr>
        <p:spPr>
          <a:xfrm>
            <a:off x="0" y="769284"/>
            <a:ext cx="5496293" cy="2900141"/>
          </a:xfrm>
          <a:custGeom>
            <a:avLst/>
            <a:gdLst/>
            <a:ahLst/>
            <a:cxnLst/>
            <a:rect l="0" t="0" r="r" b="b"/>
            <a:pathLst>
              <a:path w="5496293" h="2900141">
                <a:moveTo>
                  <a:pt x="5427549" y="137489"/>
                </a:moveTo>
                <a:cubicBezTo>
                  <a:pt x="5445780" y="137489"/>
                  <a:pt x="5463267" y="130246"/>
                  <a:pt x="5476158" y="117355"/>
                </a:cubicBezTo>
                <a:cubicBezTo>
                  <a:pt x="5489050" y="104463"/>
                  <a:pt x="5496293" y="86976"/>
                  <a:pt x="5496293" y="68745"/>
                </a:cubicBezTo>
                <a:cubicBezTo>
                  <a:pt x="5496293" y="50514"/>
                  <a:pt x="5489050" y="33027"/>
                  <a:pt x="5476158" y="20135"/>
                </a:cubicBezTo>
                <a:cubicBezTo>
                  <a:pt x="5463267" y="7244"/>
                  <a:pt x="5445780" y="0"/>
                  <a:pt x="5427549" y="0"/>
                </a:cubicBezTo>
                <a:cubicBezTo>
                  <a:pt x="5409317" y="0"/>
                  <a:pt x="5391830" y="7244"/>
                  <a:pt x="5378939" y="20135"/>
                </a:cubicBezTo>
                <a:cubicBezTo>
                  <a:pt x="5366047" y="33027"/>
                  <a:pt x="5358804" y="50514"/>
                  <a:pt x="5358804" y="68745"/>
                </a:cubicBezTo>
                <a:cubicBezTo>
                  <a:pt x="5358804" y="86976"/>
                  <a:pt x="5366047" y="104463"/>
                  <a:pt x="5378939" y="117355"/>
                </a:cubicBezTo>
                <a:cubicBezTo>
                  <a:pt x="5391830" y="130246"/>
                  <a:pt x="5409317" y="137489"/>
                  <a:pt x="5427549" y="137489"/>
                </a:cubicBezTo>
                <a:close/>
              </a:path>
            </a:pathLst>
          </a:custGeom>
          <a:solidFill>
            <a:srgbClr val="0F4D92"/>
          </a:solidFill>
          <a:ln w="6350" cap="flat">
            <a:solidFill>
              <a:srgbClr val="FFFFFF"/>
            </a:solidFill>
            <a:miter/>
          </a:ln>
        </p:spPr>
      </p:sp>
      <p:sp>
        <p:nvSpPr>
          <p:cNvPr id="1281" name="Shape 1281"/>
          <p:cNvSpPr/>
          <p:nvPr/>
        </p:nvSpPr>
        <p:spPr>
          <a:xfrm>
            <a:off x="0" y="769284"/>
            <a:ext cx="5722168" cy="2900141"/>
          </a:xfrm>
          <a:custGeom>
            <a:avLst/>
            <a:gdLst/>
            <a:ahLst/>
            <a:cxnLst/>
            <a:rect l="0" t="0" r="r" b="b"/>
            <a:pathLst>
              <a:path w="5722168" h="2900141">
                <a:moveTo>
                  <a:pt x="5653424" y="137489"/>
                </a:moveTo>
                <a:cubicBezTo>
                  <a:pt x="5671655" y="137489"/>
                  <a:pt x="5689142" y="130246"/>
                  <a:pt x="5702034" y="117355"/>
                </a:cubicBezTo>
                <a:cubicBezTo>
                  <a:pt x="5714925" y="104463"/>
                  <a:pt x="5722168" y="86976"/>
                  <a:pt x="5722168" y="68745"/>
                </a:cubicBezTo>
                <a:cubicBezTo>
                  <a:pt x="5722168" y="50514"/>
                  <a:pt x="5714925" y="33027"/>
                  <a:pt x="5702034" y="20135"/>
                </a:cubicBezTo>
                <a:cubicBezTo>
                  <a:pt x="5689142" y="7244"/>
                  <a:pt x="5671655" y="0"/>
                  <a:pt x="5653424" y="0"/>
                </a:cubicBezTo>
                <a:cubicBezTo>
                  <a:pt x="5635193" y="0"/>
                  <a:pt x="5617705" y="7244"/>
                  <a:pt x="5604814" y="20135"/>
                </a:cubicBezTo>
                <a:cubicBezTo>
                  <a:pt x="5591923" y="33027"/>
                  <a:pt x="5584679" y="50514"/>
                  <a:pt x="5584679" y="68745"/>
                </a:cubicBezTo>
                <a:cubicBezTo>
                  <a:pt x="5584679" y="86976"/>
                  <a:pt x="5591923" y="104463"/>
                  <a:pt x="5604814" y="117355"/>
                </a:cubicBezTo>
                <a:cubicBezTo>
                  <a:pt x="5617705" y="130246"/>
                  <a:pt x="5635193" y="137489"/>
                  <a:pt x="5653424" y="137489"/>
                </a:cubicBezTo>
                <a:close/>
              </a:path>
            </a:pathLst>
          </a:custGeom>
          <a:solidFill>
            <a:srgbClr val="0F4D92"/>
          </a:solidFill>
          <a:ln w="6350" cap="flat">
            <a:solidFill>
              <a:srgbClr val="FFFFFF"/>
            </a:solidFill>
            <a:miter/>
          </a:ln>
        </p:spPr>
      </p:sp>
      <p:sp>
        <p:nvSpPr>
          <p:cNvPr id="1282" name="Shape 1282"/>
          <p:cNvSpPr/>
          <p:nvPr/>
        </p:nvSpPr>
        <p:spPr>
          <a:xfrm>
            <a:off x="0" y="769284"/>
            <a:ext cx="5948043" cy="2900141"/>
          </a:xfrm>
          <a:custGeom>
            <a:avLst/>
            <a:gdLst/>
            <a:ahLst/>
            <a:cxnLst/>
            <a:rect l="0" t="0" r="r" b="b"/>
            <a:pathLst>
              <a:path w="5948043" h="2900141">
                <a:moveTo>
                  <a:pt x="5879299" y="137489"/>
                </a:moveTo>
                <a:cubicBezTo>
                  <a:pt x="5897530" y="137489"/>
                  <a:pt x="5915017" y="130246"/>
                  <a:pt x="5927909" y="117355"/>
                </a:cubicBezTo>
                <a:cubicBezTo>
                  <a:pt x="5940800" y="104463"/>
                  <a:pt x="5948043" y="86976"/>
                  <a:pt x="5948043" y="68745"/>
                </a:cubicBezTo>
                <a:cubicBezTo>
                  <a:pt x="5948043" y="50514"/>
                  <a:pt x="5940800" y="33027"/>
                  <a:pt x="5927909" y="20135"/>
                </a:cubicBezTo>
                <a:cubicBezTo>
                  <a:pt x="5915017" y="7244"/>
                  <a:pt x="5897530" y="0"/>
                  <a:pt x="5879299" y="0"/>
                </a:cubicBezTo>
                <a:cubicBezTo>
                  <a:pt x="5861068" y="0"/>
                  <a:pt x="5843581" y="7244"/>
                  <a:pt x="5830689" y="20135"/>
                </a:cubicBezTo>
                <a:cubicBezTo>
                  <a:pt x="5817798" y="33027"/>
                  <a:pt x="5810554" y="50514"/>
                  <a:pt x="5810554" y="68745"/>
                </a:cubicBezTo>
                <a:cubicBezTo>
                  <a:pt x="5810554" y="86976"/>
                  <a:pt x="5817798" y="104463"/>
                  <a:pt x="5830689" y="117355"/>
                </a:cubicBezTo>
                <a:cubicBezTo>
                  <a:pt x="5843581" y="130246"/>
                  <a:pt x="5861068" y="137489"/>
                  <a:pt x="5879299" y="137489"/>
                </a:cubicBezTo>
                <a:close/>
              </a:path>
            </a:pathLst>
          </a:custGeom>
          <a:solidFill>
            <a:srgbClr val="0F4D92"/>
          </a:solidFill>
          <a:ln w="6350" cap="flat">
            <a:solidFill>
              <a:srgbClr val="FFFFFF"/>
            </a:solidFill>
            <a:miter/>
          </a:ln>
        </p:spPr>
      </p:sp>
      <p:sp>
        <p:nvSpPr>
          <p:cNvPr id="1283" name="Shape 1283"/>
          <p:cNvSpPr/>
          <p:nvPr/>
        </p:nvSpPr>
        <p:spPr>
          <a:xfrm>
            <a:off x="0" y="769284"/>
            <a:ext cx="6173919" cy="2900141"/>
          </a:xfrm>
          <a:custGeom>
            <a:avLst/>
            <a:gdLst/>
            <a:ahLst/>
            <a:cxnLst/>
            <a:rect l="0" t="0" r="r" b="b"/>
            <a:pathLst>
              <a:path w="6173919" h="2900141">
                <a:moveTo>
                  <a:pt x="6105174" y="137489"/>
                </a:moveTo>
                <a:cubicBezTo>
                  <a:pt x="6123405" y="137489"/>
                  <a:pt x="6140892" y="130246"/>
                  <a:pt x="6153784" y="117355"/>
                </a:cubicBezTo>
                <a:cubicBezTo>
                  <a:pt x="6166675" y="104463"/>
                  <a:pt x="6173919" y="86976"/>
                  <a:pt x="6173919" y="68745"/>
                </a:cubicBezTo>
                <a:cubicBezTo>
                  <a:pt x="6173919" y="50514"/>
                  <a:pt x="6166675" y="33027"/>
                  <a:pt x="6153784" y="20135"/>
                </a:cubicBezTo>
                <a:cubicBezTo>
                  <a:pt x="6140892" y="7244"/>
                  <a:pt x="6123405" y="0"/>
                  <a:pt x="6105174" y="0"/>
                </a:cubicBezTo>
                <a:cubicBezTo>
                  <a:pt x="6086943" y="0"/>
                  <a:pt x="6069456" y="7244"/>
                  <a:pt x="6056564" y="20135"/>
                </a:cubicBezTo>
                <a:cubicBezTo>
                  <a:pt x="6043673" y="33027"/>
                  <a:pt x="6036429" y="50514"/>
                  <a:pt x="6036429" y="68745"/>
                </a:cubicBezTo>
                <a:cubicBezTo>
                  <a:pt x="6036429" y="86976"/>
                  <a:pt x="6043673" y="104463"/>
                  <a:pt x="6056564" y="117355"/>
                </a:cubicBezTo>
                <a:cubicBezTo>
                  <a:pt x="6069456" y="130246"/>
                  <a:pt x="6086943" y="137489"/>
                  <a:pt x="6105174" y="137489"/>
                </a:cubicBezTo>
                <a:close/>
              </a:path>
            </a:pathLst>
          </a:custGeom>
          <a:solidFill>
            <a:srgbClr val="0F4D92"/>
          </a:solidFill>
          <a:ln w="6350" cap="flat">
            <a:solidFill>
              <a:srgbClr val="FFFFFF"/>
            </a:solidFill>
            <a:miter/>
          </a:ln>
        </p:spPr>
      </p:sp>
      <p:sp>
        <p:nvSpPr>
          <p:cNvPr id="1284" name="Shape 1284"/>
          <p:cNvSpPr/>
          <p:nvPr/>
        </p:nvSpPr>
        <p:spPr>
          <a:xfrm>
            <a:off x="0" y="769284"/>
            <a:ext cx="6399794" cy="2900141"/>
          </a:xfrm>
          <a:custGeom>
            <a:avLst/>
            <a:gdLst/>
            <a:ahLst/>
            <a:cxnLst/>
            <a:rect l="0" t="0" r="r" b="b"/>
            <a:pathLst>
              <a:path w="6399794" h="2900141">
                <a:moveTo>
                  <a:pt x="6331049" y="137489"/>
                </a:moveTo>
                <a:cubicBezTo>
                  <a:pt x="6349280" y="137489"/>
                  <a:pt x="6366767" y="130246"/>
                  <a:pt x="6379659" y="117355"/>
                </a:cubicBezTo>
                <a:cubicBezTo>
                  <a:pt x="6392550" y="104463"/>
                  <a:pt x="6399794" y="86976"/>
                  <a:pt x="6399794" y="68745"/>
                </a:cubicBezTo>
                <a:cubicBezTo>
                  <a:pt x="6399794" y="50514"/>
                  <a:pt x="6392550" y="33027"/>
                  <a:pt x="6379659" y="20135"/>
                </a:cubicBezTo>
                <a:cubicBezTo>
                  <a:pt x="6366767" y="7244"/>
                  <a:pt x="6349280" y="0"/>
                  <a:pt x="6331049" y="0"/>
                </a:cubicBezTo>
                <a:cubicBezTo>
                  <a:pt x="6312818" y="0"/>
                  <a:pt x="6295331" y="7244"/>
                  <a:pt x="6282439" y="20135"/>
                </a:cubicBezTo>
                <a:cubicBezTo>
                  <a:pt x="6269548" y="33027"/>
                  <a:pt x="6262304" y="50514"/>
                  <a:pt x="6262304" y="68745"/>
                </a:cubicBezTo>
                <a:cubicBezTo>
                  <a:pt x="6262304" y="86976"/>
                  <a:pt x="6269548" y="104463"/>
                  <a:pt x="6282439" y="117355"/>
                </a:cubicBezTo>
                <a:cubicBezTo>
                  <a:pt x="6295331" y="130246"/>
                  <a:pt x="6312818" y="137489"/>
                  <a:pt x="6331049" y="137489"/>
                </a:cubicBezTo>
                <a:close/>
              </a:path>
            </a:pathLst>
          </a:custGeom>
          <a:solidFill>
            <a:srgbClr val="0F4D92"/>
          </a:solidFill>
          <a:ln w="6350" cap="flat">
            <a:solidFill>
              <a:srgbClr val="FFFFFF"/>
            </a:solidFill>
            <a:miter/>
          </a:ln>
        </p:spPr>
      </p:sp>
      <p:sp>
        <p:nvSpPr>
          <p:cNvPr id="1285" name="Shape 1285"/>
          <p:cNvSpPr/>
          <p:nvPr/>
        </p:nvSpPr>
        <p:spPr>
          <a:xfrm>
            <a:off x="565233" y="2173638"/>
            <a:ext cx="1" cy="451750"/>
          </a:xfrm>
          <a:custGeom>
            <a:avLst/>
            <a:gdLst/>
            <a:ahLst/>
            <a:cxnLst/>
            <a:rect l="0" t="0" r="r" b="b"/>
            <a:pathLst>
              <a:path w="1" h="451750" fill="none">
                <a:moveTo>
                  <a:pt x="0" y="451750"/>
                </a:moveTo>
                <a:lnTo>
                  <a:pt x="0" y="0"/>
                </a:lnTo>
              </a:path>
            </a:pathLst>
          </a:custGeom>
          <a:noFill/>
          <a:ln w="10160" cap="sq">
            <a:solidFill>
              <a:srgbClr val="272727"/>
            </a:solidFill>
            <a:round/>
          </a:ln>
        </p:spPr>
      </p:sp>
      <p:sp>
        <p:nvSpPr>
          <p:cNvPr id="1286" name="Shape 1286"/>
          <p:cNvSpPr/>
          <p:nvPr/>
        </p:nvSpPr>
        <p:spPr>
          <a:xfrm>
            <a:off x="565233" y="2464984"/>
            <a:ext cx="232967" cy="22914"/>
          </a:xfrm>
          <a:custGeom>
            <a:avLst/>
            <a:gdLst/>
            <a:ahLst/>
            <a:cxnLst/>
            <a:rect l="0" t="0" r="r" b="b"/>
            <a:pathLst>
              <a:path w="232967" h="22914" fill="none">
                <a:moveTo>
                  <a:pt x="0" y="0"/>
                </a:moveTo>
                <a:lnTo>
                  <a:pt x="0" y="22915"/>
                </a:lnTo>
                <a:lnTo>
                  <a:pt x="232968" y="22915"/>
                </a:lnTo>
                <a:lnTo>
                  <a:pt x="232968" y="0"/>
                </a:lnTo>
              </a:path>
            </a:pathLst>
          </a:custGeom>
          <a:noFill/>
          <a:ln w="6985" cap="sq">
            <a:solidFill>
              <a:srgbClr val="B64342"/>
            </a:solidFill>
            <a:round/>
          </a:ln>
        </p:spPr>
      </p:sp>
      <p:sp>
        <p:nvSpPr>
          <p:cNvPr id="1287" name="Shape 1287"/>
          <p:cNvSpPr/>
          <p:nvPr/>
        </p:nvSpPr>
        <p:spPr>
          <a:xfrm>
            <a:off x="798201" y="2464984"/>
            <a:ext cx="266248" cy="22914"/>
          </a:xfrm>
          <a:custGeom>
            <a:avLst/>
            <a:gdLst/>
            <a:ahLst/>
            <a:cxnLst/>
            <a:rect l="0" t="0" r="r" b="b"/>
            <a:pathLst>
              <a:path w="266248" h="22914" fill="none">
                <a:moveTo>
                  <a:pt x="0" y="0"/>
                </a:moveTo>
                <a:lnTo>
                  <a:pt x="0" y="22915"/>
                </a:lnTo>
                <a:lnTo>
                  <a:pt x="266248" y="22915"/>
                </a:lnTo>
                <a:lnTo>
                  <a:pt x="266248" y="0"/>
                </a:lnTo>
              </a:path>
            </a:pathLst>
          </a:custGeom>
          <a:noFill/>
          <a:ln w="6985" cap="sq">
            <a:solidFill>
              <a:srgbClr val="B64342"/>
            </a:solidFill>
            <a:round/>
          </a:ln>
        </p:spPr>
      </p:sp>
      <p:sp>
        <p:nvSpPr>
          <p:cNvPr id="1288" name="Shape 1288"/>
          <p:cNvSpPr/>
          <p:nvPr/>
        </p:nvSpPr>
        <p:spPr>
          <a:xfrm>
            <a:off x="3404494" y="569598"/>
            <a:ext cx="1" cy="80300"/>
          </a:xfrm>
          <a:custGeom>
            <a:avLst/>
            <a:gdLst/>
            <a:ahLst/>
            <a:cxnLst/>
            <a:rect l="0" t="0" r="r" b="b"/>
            <a:pathLst>
              <a:path w="1" h="80300" fill="none">
                <a:moveTo>
                  <a:pt x="0" y="0"/>
                </a:moveTo>
                <a:quadBezTo>
                  <a:pt x="0" y="45829"/>
                  <a:pt x="0" y="80300"/>
                </a:quadBezTo>
              </a:path>
            </a:pathLst>
          </a:custGeom>
          <a:noFill/>
          <a:ln w="10160" cap="rnd">
            <a:solidFill>
              <a:srgbClr val="4D4D4D"/>
            </a:solidFill>
            <a:round/>
          </a:ln>
        </p:spPr>
      </p:sp>
      <p:sp>
        <p:nvSpPr>
          <p:cNvPr id="1289" name="Shape 1289"/>
          <p:cNvSpPr/>
          <p:nvPr/>
        </p:nvSpPr>
        <p:spPr>
          <a:xfrm>
            <a:off x="0" y="619418"/>
            <a:ext cx="3419734" cy="3046959"/>
          </a:xfrm>
          <a:custGeom>
            <a:avLst/>
            <a:gdLst/>
            <a:ahLst/>
            <a:cxnLst/>
            <a:rect l="0" t="0" r="r" b="b"/>
            <a:pathLst>
              <a:path w="3419734" h="3046959">
                <a:moveTo>
                  <a:pt x="3419734" y="0"/>
                </a:moveTo>
                <a:lnTo>
                  <a:pt x="3404494" y="30480"/>
                </a:lnTo>
                <a:lnTo>
                  <a:pt x="3389254" y="0"/>
                </a:lnTo>
                <a:close/>
              </a:path>
            </a:pathLst>
          </a:custGeom>
          <a:solidFill>
            <a:srgbClr val="4D4D4D"/>
          </a:solidFill>
          <a:ln w="10160" cap="rnd">
            <a:solidFill>
              <a:srgbClr val="4D4D4D"/>
            </a:solidFill>
            <a:round/>
          </a:ln>
        </p:spPr>
      </p:sp>
      <p:sp>
        <p:nvSpPr>
          <p:cNvPr id="1290" name="TextBox 1289"/>
          <p:cNvSpPr txBox="1"/>
          <p:nvPr/>
        </p:nvSpPr>
        <p:spPr>
          <a:xfrm>
            <a:off x="4940604" y="808759"/>
            <a:ext cx="97124" cy="60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00" b="1" i="0">
                <a:solidFill>
                  <a:srgbClr val="FFFFFF"/>
                </a:solidFill>
                <a:latin typeface="Arial" panose="020B0604020202020204"/>
              </a:rPr>
              <a:t>M1</a:t>
            </a:r>
            <a:endParaRPr sz="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91" name="TextBox 1290"/>
          <p:cNvSpPr txBox="1"/>
          <p:nvPr/>
        </p:nvSpPr>
        <p:spPr>
          <a:xfrm>
            <a:off x="5166479" y="808759"/>
            <a:ext cx="97124" cy="60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00" b="1" i="0">
                <a:solidFill>
                  <a:srgbClr val="FFFFFF"/>
                </a:solidFill>
                <a:latin typeface="Arial" panose="020B0604020202020204"/>
              </a:rPr>
              <a:t>M2</a:t>
            </a:r>
            <a:endParaRPr sz="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92" name="TextBox 1291"/>
          <p:cNvSpPr txBox="1"/>
          <p:nvPr/>
        </p:nvSpPr>
        <p:spPr>
          <a:xfrm>
            <a:off x="5392354" y="808759"/>
            <a:ext cx="97124" cy="60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00" b="1" i="0">
                <a:solidFill>
                  <a:srgbClr val="FFFFFF"/>
                </a:solidFill>
                <a:latin typeface="Arial" panose="020B0604020202020204"/>
              </a:rPr>
              <a:t>M3</a:t>
            </a:r>
            <a:endParaRPr sz="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93" name="TextBox 1292"/>
          <p:cNvSpPr txBox="1"/>
          <p:nvPr/>
        </p:nvSpPr>
        <p:spPr>
          <a:xfrm>
            <a:off x="5618229" y="808759"/>
            <a:ext cx="97124" cy="60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00" b="1" i="0">
                <a:solidFill>
                  <a:srgbClr val="FFFFFF"/>
                </a:solidFill>
                <a:latin typeface="Arial" panose="020B0604020202020204"/>
              </a:rPr>
              <a:t>M4</a:t>
            </a:r>
            <a:endParaRPr sz="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94" name="TextBox 1293"/>
          <p:cNvSpPr txBox="1"/>
          <p:nvPr/>
        </p:nvSpPr>
        <p:spPr>
          <a:xfrm>
            <a:off x="5844104" y="808759"/>
            <a:ext cx="97124" cy="60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00" b="1" i="0">
                <a:solidFill>
                  <a:srgbClr val="FFFFFF"/>
                </a:solidFill>
                <a:latin typeface="Arial" panose="020B0604020202020204"/>
              </a:rPr>
              <a:t>M5</a:t>
            </a:r>
            <a:endParaRPr sz="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95" name="TextBox 1294"/>
          <p:cNvSpPr txBox="1"/>
          <p:nvPr/>
        </p:nvSpPr>
        <p:spPr>
          <a:xfrm>
            <a:off x="6069979" y="808759"/>
            <a:ext cx="97124" cy="60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00" b="1" i="0">
                <a:solidFill>
                  <a:srgbClr val="FFFFFF"/>
                </a:solidFill>
                <a:latin typeface="Arial" panose="020B0604020202020204"/>
              </a:rPr>
              <a:t>M6</a:t>
            </a:r>
            <a:endParaRPr sz="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96" name="TextBox 1295"/>
          <p:cNvSpPr txBox="1"/>
          <p:nvPr/>
        </p:nvSpPr>
        <p:spPr>
          <a:xfrm>
            <a:off x="6295854" y="808759"/>
            <a:ext cx="97124" cy="609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00" b="1" i="0">
                <a:solidFill>
                  <a:srgbClr val="FFFFFF"/>
                </a:solidFill>
                <a:latin typeface="Arial" panose="020B0604020202020204"/>
              </a:rPr>
              <a:t>M7</a:t>
            </a:r>
            <a:endParaRPr sz="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" name="Shape 1290"/>
          <p:cNvSpPr/>
          <p:nvPr/>
        </p:nvSpPr>
        <p:spPr>
          <a:xfrm>
            <a:off x="5358055" y="2723595"/>
            <a:ext cx="141511" cy="1"/>
          </a:xfrm>
          <a:custGeom>
            <a:avLst/>
            <a:gdLst/>
            <a:ahLst/>
            <a:cxnLst/>
            <a:rect l="0" t="0" r="r" b="b"/>
            <a:pathLst>
              <a:path w="141511" h="1" fill="none">
                <a:moveTo>
                  <a:pt x="141512" y="0"/>
                </a:moveTo>
                <a:quadBezTo>
                  <a:pt x="62947" y="0"/>
                  <a:pt x="0" y="0"/>
                </a:quadBezTo>
              </a:path>
            </a:pathLst>
          </a:custGeom>
          <a:noFill/>
          <a:ln w="13970" cap="rnd">
            <a:solidFill>
              <a:srgbClr val="4D4D4D"/>
            </a:solidFill>
            <a:round/>
          </a:ln>
        </p:spPr>
      </p:sp>
      <p:sp>
        <p:nvSpPr>
          <p:cNvPr id="11" name="Shape 1291"/>
          <p:cNvSpPr/>
          <p:nvPr/>
        </p:nvSpPr>
        <p:spPr>
          <a:xfrm>
            <a:off x="0" y="2700735"/>
            <a:ext cx="5403775" cy="965642"/>
          </a:xfrm>
          <a:custGeom>
            <a:avLst/>
            <a:gdLst/>
            <a:ahLst/>
            <a:cxnLst/>
            <a:rect l="0" t="0" r="r" b="b"/>
            <a:pathLst>
              <a:path w="5403775" h="965642">
                <a:moveTo>
                  <a:pt x="5403775" y="45720"/>
                </a:moveTo>
                <a:lnTo>
                  <a:pt x="5358055" y="22860"/>
                </a:lnTo>
                <a:lnTo>
                  <a:pt x="5403775" y="0"/>
                </a:lnTo>
                <a:close/>
              </a:path>
            </a:pathLst>
          </a:custGeom>
          <a:solidFill>
            <a:srgbClr val="4D4D4D"/>
          </a:solidFill>
          <a:ln w="13970" cap="rnd">
            <a:solidFill>
              <a:srgbClr val="4D4D4D"/>
            </a:solidFill>
            <a:round/>
          </a:ln>
        </p:spPr>
      </p:sp>
      <p:sp>
        <p:nvSpPr>
          <p:cNvPr id="12" name="Shape 1292"/>
          <p:cNvSpPr/>
          <p:nvPr/>
        </p:nvSpPr>
        <p:spPr>
          <a:xfrm>
            <a:off x="4419295" y="2481352"/>
            <a:ext cx="1" cy="51272"/>
          </a:xfrm>
          <a:custGeom>
            <a:avLst/>
            <a:gdLst/>
            <a:ahLst/>
            <a:cxnLst/>
            <a:rect l="0" t="0" r="r" b="b"/>
            <a:pathLst>
              <a:path w="1" h="51272" fill="none">
                <a:moveTo>
                  <a:pt x="0" y="0"/>
                </a:moveTo>
                <a:quadBezTo>
                  <a:pt x="0" y="32735"/>
                  <a:pt x="0" y="51272"/>
                </a:quadBezTo>
              </a:path>
            </a:pathLst>
          </a:custGeom>
          <a:noFill/>
          <a:ln w="12700" cap="rnd">
            <a:solidFill>
              <a:srgbClr val="C9A400"/>
            </a:solidFill>
            <a:round/>
          </a:ln>
        </p:spPr>
      </p:sp>
      <p:sp>
        <p:nvSpPr>
          <p:cNvPr id="13" name="Shape 1293"/>
          <p:cNvSpPr/>
          <p:nvPr/>
        </p:nvSpPr>
        <p:spPr>
          <a:xfrm>
            <a:off x="0" y="2497064"/>
            <a:ext cx="4437075" cy="1169313"/>
          </a:xfrm>
          <a:custGeom>
            <a:avLst/>
            <a:gdLst/>
            <a:ahLst/>
            <a:cxnLst/>
            <a:rect l="0" t="0" r="r" b="b"/>
            <a:pathLst>
              <a:path w="4437075" h="1169313">
                <a:moveTo>
                  <a:pt x="4437075" y="0"/>
                </a:moveTo>
                <a:lnTo>
                  <a:pt x="4419295" y="35560"/>
                </a:lnTo>
                <a:lnTo>
                  <a:pt x="4401515" y="0"/>
                </a:lnTo>
                <a:close/>
              </a:path>
            </a:pathLst>
          </a:custGeom>
          <a:solidFill>
            <a:srgbClr val="C9A400"/>
          </a:solidFill>
          <a:ln w="12700" cap="rnd">
            <a:solidFill>
              <a:srgbClr val="C9A400"/>
            </a:solidFill>
            <a:round/>
          </a:ln>
        </p:spPr>
      </p:sp>
      <p:sp>
        <p:nvSpPr>
          <p:cNvPr id="14" name="Shape 1294"/>
          <p:cNvSpPr/>
          <p:nvPr/>
        </p:nvSpPr>
        <p:spPr>
          <a:xfrm>
            <a:off x="5252315" y="2671218"/>
            <a:ext cx="24649" cy="1"/>
          </a:xfrm>
          <a:custGeom>
            <a:avLst/>
            <a:gdLst/>
            <a:ahLst/>
            <a:cxnLst/>
            <a:rect l="0" t="0" r="r" b="b"/>
            <a:pathLst>
              <a:path w="24649" h="1" fill="none">
                <a:moveTo>
                  <a:pt x="24650" y="0"/>
                </a:moveTo>
                <a:quadBezTo>
                  <a:pt x="6646" y="0"/>
                  <a:pt x="0" y="0"/>
                </a:quadBezTo>
              </a:path>
            </a:pathLst>
          </a:custGeom>
          <a:noFill/>
          <a:ln w="10160" cap="rnd">
            <a:solidFill>
              <a:srgbClr val="4D4D4D"/>
            </a:solidFill>
            <a:round/>
          </a:ln>
        </p:spPr>
      </p:sp>
      <p:sp>
        <p:nvSpPr>
          <p:cNvPr id="15" name="Shape 1295"/>
          <p:cNvSpPr/>
          <p:nvPr/>
        </p:nvSpPr>
        <p:spPr>
          <a:xfrm>
            <a:off x="0" y="2655978"/>
            <a:ext cx="5282795" cy="1010399"/>
          </a:xfrm>
          <a:custGeom>
            <a:avLst/>
            <a:gdLst/>
            <a:ahLst/>
            <a:cxnLst/>
            <a:rect l="0" t="0" r="r" b="b"/>
            <a:pathLst>
              <a:path w="5282795" h="1010399">
                <a:moveTo>
                  <a:pt x="5282795" y="30480"/>
                </a:moveTo>
                <a:lnTo>
                  <a:pt x="5252315" y="15240"/>
                </a:lnTo>
                <a:lnTo>
                  <a:pt x="5282795" y="0"/>
                </a:lnTo>
                <a:close/>
              </a:path>
            </a:pathLst>
          </a:custGeom>
          <a:solidFill>
            <a:srgbClr val="4D4D4D"/>
          </a:solidFill>
          <a:ln w="10160" cap="rnd">
            <a:solidFill>
              <a:srgbClr val="4D4D4D"/>
            </a:solidFill>
            <a:round/>
          </a:ln>
        </p:spPr>
      </p:sp>
      <p:sp>
        <p:nvSpPr>
          <p:cNvPr id="16" name="Shape 1296"/>
          <p:cNvSpPr/>
          <p:nvPr/>
        </p:nvSpPr>
        <p:spPr>
          <a:xfrm>
            <a:off x="5252315" y="2985479"/>
            <a:ext cx="24649" cy="1"/>
          </a:xfrm>
          <a:custGeom>
            <a:avLst/>
            <a:gdLst/>
            <a:ahLst/>
            <a:cxnLst/>
            <a:rect l="0" t="0" r="r" b="b"/>
            <a:pathLst>
              <a:path w="24649" h="1" fill="none">
                <a:moveTo>
                  <a:pt x="24650" y="0"/>
                </a:moveTo>
                <a:quadBezTo>
                  <a:pt x="6646" y="0"/>
                  <a:pt x="0" y="0"/>
                </a:quadBezTo>
              </a:path>
            </a:pathLst>
          </a:custGeom>
          <a:noFill/>
          <a:ln w="10160" cap="rnd">
            <a:solidFill>
              <a:srgbClr val="4D4D4D"/>
            </a:solidFill>
            <a:round/>
          </a:ln>
        </p:spPr>
      </p:sp>
      <p:sp>
        <p:nvSpPr>
          <p:cNvPr id="1297" name="Shape 1297"/>
          <p:cNvSpPr/>
          <p:nvPr/>
        </p:nvSpPr>
        <p:spPr>
          <a:xfrm>
            <a:off x="0" y="2970239"/>
            <a:ext cx="5282795" cy="696138"/>
          </a:xfrm>
          <a:custGeom>
            <a:avLst/>
            <a:gdLst/>
            <a:ahLst/>
            <a:cxnLst/>
            <a:rect l="0" t="0" r="r" b="b"/>
            <a:pathLst>
              <a:path w="5282795" h="696138">
                <a:moveTo>
                  <a:pt x="5282795" y="30480"/>
                </a:moveTo>
                <a:lnTo>
                  <a:pt x="5252315" y="15240"/>
                </a:lnTo>
                <a:lnTo>
                  <a:pt x="5282795" y="0"/>
                </a:lnTo>
                <a:close/>
              </a:path>
            </a:pathLst>
          </a:custGeom>
          <a:solidFill>
            <a:srgbClr val="4D4D4D"/>
          </a:solidFill>
          <a:ln w="10160" cap="rnd">
            <a:solidFill>
              <a:srgbClr val="4D4D4D"/>
            </a:solidFill>
            <a:round/>
          </a:ln>
        </p:spPr>
      </p:sp>
      <p:sp>
        <p:nvSpPr>
          <p:cNvPr id="1298" name="Shape 1298"/>
          <p:cNvSpPr/>
          <p:nvPr/>
        </p:nvSpPr>
        <p:spPr>
          <a:xfrm>
            <a:off x="5252315" y="3299740"/>
            <a:ext cx="24649" cy="1"/>
          </a:xfrm>
          <a:custGeom>
            <a:avLst/>
            <a:gdLst/>
            <a:ahLst/>
            <a:cxnLst/>
            <a:rect l="0" t="0" r="r" b="b"/>
            <a:pathLst>
              <a:path w="24649" h="1" fill="none">
                <a:moveTo>
                  <a:pt x="24650" y="0"/>
                </a:moveTo>
                <a:quadBezTo>
                  <a:pt x="6646" y="0"/>
                  <a:pt x="0" y="0"/>
                </a:quadBezTo>
              </a:path>
            </a:pathLst>
          </a:custGeom>
          <a:noFill/>
          <a:ln w="10160" cap="rnd">
            <a:solidFill>
              <a:srgbClr val="4D4D4D"/>
            </a:solidFill>
            <a:round/>
          </a:ln>
        </p:spPr>
      </p:sp>
      <p:sp>
        <p:nvSpPr>
          <p:cNvPr id="1299" name="Shape 1299"/>
          <p:cNvSpPr/>
          <p:nvPr/>
        </p:nvSpPr>
        <p:spPr>
          <a:xfrm>
            <a:off x="0" y="3284500"/>
            <a:ext cx="5282795" cy="381877"/>
          </a:xfrm>
          <a:custGeom>
            <a:avLst/>
            <a:gdLst/>
            <a:ahLst/>
            <a:cxnLst/>
            <a:rect l="0" t="0" r="r" b="b"/>
            <a:pathLst>
              <a:path w="5282795" h="381877">
                <a:moveTo>
                  <a:pt x="5282795" y="30480"/>
                </a:moveTo>
                <a:lnTo>
                  <a:pt x="5252315" y="15240"/>
                </a:lnTo>
                <a:lnTo>
                  <a:pt x="5282795" y="0"/>
                </a:lnTo>
                <a:close/>
              </a:path>
            </a:pathLst>
          </a:custGeom>
          <a:solidFill>
            <a:srgbClr val="4D4D4D"/>
          </a:solidFill>
          <a:ln w="10160" cap="rnd">
            <a:solidFill>
              <a:srgbClr val="4D4D4D"/>
            </a:solidFill>
            <a:round/>
          </a:ln>
        </p:spPr>
      </p:sp>
      <p:sp>
        <p:nvSpPr>
          <p:cNvPr id="1300" name="Shape 1300"/>
          <p:cNvSpPr/>
          <p:nvPr/>
        </p:nvSpPr>
        <p:spPr>
          <a:xfrm>
            <a:off x="3471503" y="2736689"/>
            <a:ext cx="63932" cy="1"/>
          </a:xfrm>
          <a:custGeom>
            <a:avLst/>
            <a:gdLst/>
            <a:ahLst/>
            <a:cxnLst/>
            <a:rect l="0" t="0" r="r" b="b"/>
            <a:pathLst>
              <a:path w="63932" h="1" fill="none">
                <a:moveTo>
                  <a:pt x="63933" y="0"/>
                </a:moveTo>
                <a:quadBezTo>
                  <a:pt x="26287" y="0"/>
                  <a:pt x="0" y="0"/>
                </a:quadBezTo>
              </a:path>
            </a:pathLst>
          </a:custGeom>
          <a:noFill/>
          <a:ln w="10160" cap="rnd">
            <a:solidFill>
              <a:srgbClr val="4D4D4D"/>
            </a:solidFill>
            <a:round/>
          </a:ln>
        </p:spPr>
      </p:sp>
      <p:sp>
        <p:nvSpPr>
          <p:cNvPr id="1301" name="Shape 1301"/>
          <p:cNvSpPr/>
          <p:nvPr/>
        </p:nvSpPr>
        <p:spPr>
          <a:xfrm>
            <a:off x="0" y="2721449"/>
            <a:ext cx="3501983" cy="944928"/>
          </a:xfrm>
          <a:custGeom>
            <a:avLst/>
            <a:gdLst/>
            <a:ahLst/>
            <a:cxnLst/>
            <a:rect l="0" t="0" r="r" b="b"/>
            <a:pathLst>
              <a:path w="3501983" h="944928">
                <a:moveTo>
                  <a:pt x="3501983" y="30480"/>
                </a:moveTo>
                <a:lnTo>
                  <a:pt x="3471503" y="15240"/>
                </a:lnTo>
                <a:lnTo>
                  <a:pt x="3501983" y="0"/>
                </a:lnTo>
                <a:close/>
              </a:path>
            </a:pathLst>
          </a:custGeom>
          <a:solidFill>
            <a:srgbClr val="4D4D4D"/>
          </a:solidFill>
          <a:ln w="10160" cap="rnd">
            <a:solidFill>
              <a:srgbClr val="4D4D4D"/>
            </a:solidFill>
            <a:round/>
          </a:ln>
        </p:spPr>
      </p:sp>
      <p:sp>
        <p:nvSpPr>
          <p:cNvPr id="1302" name="Shape 1302"/>
          <p:cNvSpPr/>
          <p:nvPr/>
        </p:nvSpPr>
        <p:spPr>
          <a:xfrm>
            <a:off x="3109874" y="2906914"/>
            <a:ext cx="1" cy="116309"/>
          </a:xfrm>
          <a:custGeom>
            <a:avLst/>
            <a:gdLst/>
            <a:ahLst/>
            <a:cxnLst/>
            <a:rect l="0" t="0" r="r" b="b"/>
            <a:pathLst>
              <a:path w="1" h="116309" fill="none">
                <a:moveTo>
                  <a:pt x="0" y="0"/>
                </a:moveTo>
                <a:quadBezTo>
                  <a:pt x="0" y="63834"/>
                  <a:pt x="0" y="116309"/>
                </a:quadBezTo>
              </a:path>
            </a:pathLst>
          </a:custGeom>
          <a:noFill/>
          <a:ln w="10160" cap="rnd">
            <a:solidFill>
              <a:srgbClr val="4D4D4D"/>
            </a:solidFill>
            <a:round/>
          </a:ln>
        </p:spPr>
      </p:sp>
      <p:sp>
        <p:nvSpPr>
          <p:cNvPr id="1303" name="Shape 1303"/>
          <p:cNvSpPr/>
          <p:nvPr/>
        </p:nvSpPr>
        <p:spPr>
          <a:xfrm>
            <a:off x="0" y="2992743"/>
            <a:ext cx="3125114" cy="673634"/>
          </a:xfrm>
          <a:custGeom>
            <a:avLst/>
            <a:gdLst/>
            <a:ahLst/>
            <a:cxnLst/>
            <a:rect l="0" t="0" r="r" b="b"/>
            <a:pathLst>
              <a:path w="3125114" h="673634">
                <a:moveTo>
                  <a:pt x="3125114" y="0"/>
                </a:moveTo>
                <a:lnTo>
                  <a:pt x="3109874" y="30480"/>
                </a:lnTo>
                <a:lnTo>
                  <a:pt x="3094634" y="0"/>
                </a:lnTo>
                <a:close/>
              </a:path>
            </a:pathLst>
          </a:custGeom>
          <a:solidFill>
            <a:srgbClr val="4D4D4D"/>
          </a:solidFill>
          <a:ln w="10160" cap="rnd">
            <a:solidFill>
              <a:srgbClr val="4D4D4D"/>
            </a:solidFill>
            <a:round/>
          </a:ln>
        </p:spPr>
      </p:sp>
      <p:sp>
        <p:nvSpPr>
          <p:cNvPr id="1304" name="Shape 1304"/>
          <p:cNvSpPr/>
          <p:nvPr/>
        </p:nvSpPr>
        <p:spPr>
          <a:xfrm>
            <a:off x="2611545" y="3208080"/>
            <a:ext cx="151332" cy="1"/>
          </a:xfrm>
          <a:custGeom>
            <a:avLst/>
            <a:gdLst/>
            <a:ahLst/>
            <a:cxnLst/>
            <a:rect l="0" t="0" r="r" b="b"/>
            <a:pathLst>
              <a:path w="151332" h="1" fill="none">
                <a:moveTo>
                  <a:pt x="151332" y="0"/>
                </a:moveTo>
                <a:quadBezTo>
                  <a:pt x="67857" y="0"/>
                  <a:pt x="0" y="0"/>
                </a:quadBezTo>
              </a:path>
            </a:pathLst>
          </a:custGeom>
          <a:noFill/>
          <a:ln w="13970" cap="rnd">
            <a:solidFill>
              <a:srgbClr val="4D4D4D"/>
            </a:solidFill>
            <a:round/>
          </a:ln>
        </p:spPr>
      </p:sp>
      <p:sp>
        <p:nvSpPr>
          <p:cNvPr id="1305" name="Shape 1305"/>
          <p:cNvSpPr/>
          <p:nvPr/>
        </p:nvSpPr>
        <p:spPr>
          <a:xfrm>
            <a:off x="0" y="3185220"/>
            <a:ext cx="2657265" cy="481157"/>
          </a:xfrm>
          <a:custGeom>
            <a:avLst/>
            <a:gdLst/>
            <a:ahLst/>
            <a:cxnLst/>
            <a:rect l="0" t="0" r="r" b="b"/>
            <a:pathLst>
              <a:path w="2657265" h="481157">
                <a:moveTo>
                  <a:pt x="2657265" y="45720"/>
                </a:moveTo>
                <a:lnTo>
                  <a:pt x="2611545" y="22860"/>
                </a:lnTo>
                <a:lnTo>
                  <a:pt x="2657265" y="0"/>
                </a:lnTo>
                <a:close/>
              </a:path>
            </a:pathLst>
          </a:custGeom>
          <a:solidFill>
            <a:srgbClr val="4D4D4D"/>
          </a:solidFill>
          <a:ln w="13970" cap="rnd">
            <a:solidFill>
              <a:srgbClr val="4D4D4D"/>
            </a:solidFill>
            <a:round/>
          </a:ln>
        </p:spPr>
      </p:sp>
      <p:sp>
        <p:nvSpPr>
          <p:cNvPr id="1306" name="Shape 1306"/>
          <p:cNvSpPr/>
          <p:nvPr/>
        </p:nvSpPr>
        <p:spPr>
          <a:xfrm>
            <a:off x="1312694" y="883859"/>
            <a:ext cx="108776" cy="1"/>
          </a:xfrm>
          <a:custGeom>
            <a:avLst/>
            <a:gdLst/>
            <a:ahLst/>
            <a:cxnLst/>
            <a:rect l="0" t="0" r="r" b="b"/>
            <a:pathLst>
              <a:path w="108776" h="1" fill="none">
                <a:moveTo>
                  <a:pt x="0" y="0"/>
                </a:moveTo>
                <a:quadBezTo>
                  <a:pt x="62197" y="0"/>
                  <a:pt x="108776" y="0"/>
                </a:quadBezTo>
              </a:path>
            </a:pathLst>
          </a:custGeom>
          <a:noFill/>
          <a:ln w="13970" cap="rnd">
            <a:solidFill>
              <a:srgbClr val="4D4D4D"/>
            </a:solidFill>
            <a:round/>
          </a:ln>
        </p:spPr>
      </p:sp>
      <p:sp>
        <p:nvSpPr>
          <p:cNvPr id="1307" name="Shape 1307"/>
          <p:cNvSpPr/>
          <p:nvPr/>
        </p:nvSpPr>
        <p:spPr>
          <a:xfrm>
            <a:off x="0" y="860999"/>
            <a:ext cx="1421470" cy="2805379"/>
          </a:xfrm>
          <a:custGeom>
            <a:avLst/>
            <a:gdLst/>
            <a:ahLst/>
            <a:cxnLst/>
            <a:rect l="0" t="0" r="r" b="b"/>
            <a:pathLst>
              <a:path w="1421470" h="2805379">
                <a:moveTo>
                  <a:pt x="1375750" y="0"/>
                </a:moveTo>
                <a:lnTo>
                  <a:pt x="1421470" y="22860"/>
                </a:lnTo>
                <a:lnTo>
                  <a:pt x="1375750" y="45720"/>
                </a:lnTo>
                <a:close/>
              </a:path>
            </a:pathLst>
          </a:custGeom>
          <a:solidFill>
            <a:srgbClr val="4D4D4D"/>
          </a:solidFill>
          <a:ln w="13970" cap="rnd">
            <a:solidFill>
              <a:srgbClr val="4D4D4D"/>
            </a:solidFill>
            <a:round/>
          </a:ln>
        </p:spPr>
      </p:sp>
      <p:sp>
        <p:nvSpPr>
          <p:cNvPr id="1308" name="Shape 1308"/>
          <p:cNvSpPr/>
          <p:nvPr/>
        </p:nvSpPr>
        <p:spPr>
          <a:xfrm>
            <a:off x="2753057" y="883859"/>
            <a:ext cx="108776" cy="1"/>
          </a:xfrm>
          <a:custGeom>
            <a:avLst/>
            <a:gdLst/>
            <a:ahLst/>
            <a:cxnLst/>
            <a:rect l="0" t="0" r="r" b="b"/>
            <a:pathLst>
              <a:path w="108776" h="1" fill="none">
                <a:moveTo>
                  <a:pt x="0" y="0"/>
                </a:moveTo>
                <a:quadBezTo>
                  <a:pt x="62197" y="0"/>
                  <a:pt x="108776" y="0"/>
                </a:quadBezTo>
              </a:path>
            </a:pathLst>
          </a:custGeom>
          <a:noFill/>
          <a:ln w="13970" cap="rnd">
            <a:solidFill>
              <a:srgbClr val="4D4D4D"/>
            </a:solidFill>
            <a:round/>
          </a:ln>
        </p:spPr>
      </p:sp>
      <p:sp>
        <p:nvSpPr>
          <p:cNvPr id="1309" name="Shape 1309"/>
          <p:cNvSpPr/>
          <p:nvPr/>
        </p:nvSpPr>
        <p:spPr>
          <a:xfrm>
            <a:off x="0" y="860999"/>
            <a:ext cx="2861833" cy="2805379"/>
          </a:xfrm>
          <a:custGeom>
            <a:avLst/>
            <a:gdLst/>
            <a:ahLst/>
            <a:cxnLst/>
            <a:rect l="0" t="0" r="r" b="b"/>
            <a:pathLst>
              <a:path w="2861833" h="2805379">
                <a:moveTo>
                  <a:pt x="2816113" y="0"/>
                </a:moveTo>
                <a:lnTo>
                  <a:pt x="2861833" y="22860"/>
                </a:lnTo>
                <a:lnTo>
                  <a:pt x="2816113" y="45720"/>
                </a:lnTo>
                <a:close/>
              </a:path>
            </a:pathLst>
          </a:custGeom>
          <a:solidFill>
            <a:srgbClr val="4D4D4D"/>
          </a:solidFill>
          <a:ln w="13970" cap="rnd">
            <a:solidFill>
              <a:srgbClr val="4D4D4D"/>
            </a:solidFill>
            <a:round/>
          </a:ln>
        </p:spPr>
      </p:sp>
      <p:sp>
        <p:nvSpPr>
          <p:cNvPr id="1310" name="Shape 1310"/>
          <p:cNvSpPr/>
          <p:nvPr/>
        </p:nvSpPr>
        <p:spPr>
          <a:xfrm>
            <a:off x="4651717" y="883859"/>
            <a:ext cx="108776" cy="1"/>
          </a:xfrm>
          <a:custGeom>
            <a:avLst/>
            <a:gdLst/>
            <a:ahLst/>
            <a:cxnLst/>
            <a:rect l="0" t="0" r="r" b="b"/>
            <a:pathLst>
              <a:path w="108776" h="1" fill="none">
                <a:moveTo>
                  <a:pt x="0" y="0"/>
                </a:moveTo>
                <a:quadBezTo>
                  <a:pt x="62197" y="0"/>
                  <a:pt x="108776" y="0"/>
                </a:quadBezTo>
              </a:path>
            </a:pathLst>
          </a:custGeom>
          <a:noFill/>
          <a:ln w="13970" cap="rnd">
            <a:solidFill>
              <a:srgbClr val="4D4D4D"/>
            </a:solidFill>
            <a:round/>
          </a:ln>
        </p:spPr>
      </p:sp>
      <p:sp>
        <p:nvSpPr>
          <p:cNvPr id="1311" name="Shape 1311"/>
          <p:cNvSpPr/>
          <p:nvPr/>
        </p:nvSpPr>
        <p:spPr>
          <a:xfrm>
            <a:off x="0" y="860999"/>
            <a:ext cx="4760493" cy="2805379"/>
          </a:xfrm>
          <a:custGeom>
            <a:avLst/>
            <a:gdLst/>
            <a:ahLst/>
            <a:cxnLst/>
            <a:rect l="0" t="0" r="r" b="b"/>
            <a:pathLst>
              <a:path w="4760493" h="2805379">
                <a:moveTo>
                  <a:pt x="4714773" y="0"/>
                </a:moveTo>
                <a:lnTo>
                  <a:pt x="4760493" y="22860"/>
                </a:lnTo>
                <a:lnTo>
                  <a:pt x="4714773" y="45720"/>
                </a:lnTo>
                <a:close/>
              </a:path>
            </a:pathLst>
          </a:custGeom>
          <a:solidFill>
            <a:srgbClr val="4D4D4D"/>
          </a:solidFill>
          <a:ln w="13970" cap="rnd">
            <a:solidFill>
              <a:srgbClr val="4D4D4D"/>
            </a:solidFill>
            <a:round/>
          </a:ln>
        </p:spPr>
      </p:sp>
      <p:sp>
        <p:nvSpPr>
          <p:cNvPr id="1312" name="Shape 1312"/>
          <p:cNvSpPr/>
          <p:nvPr/>
        </p:nvSpPr>
        <p:spPr>
          <a:xfrm>
            <a:off x="5957864" y="1702247"/>
            <a:ext cx="1" cy="112049"/>
          </a:xfrm>
          <a:custGeom>
            <a:avLst/>
            <a:gdLst/>
            <a:ahLst/>
            <a:cxnLst/>
            <a:rect l="0" t="0" r="r" b="b"/>
            <a:pathLst>
              <a:path w="1" h="112049" fill="none">
                <a:moveTo>
                  <a:pt x="0" y="0"/>
                </a:moveTo>
                <a:quadBezTo>
                  <a:pt x="0" y="63834"/>
                  <a:pt x="0" y="112049"/>
                </a:quadBezTo>
              </a:path>
            </a:pathLst>
          </a:custGeom>
          <a:noFill/>
          <a:ln w="13970" cap="rnd">
            <a:solidFill>
              <a:srgbClr val="4D4D4D"/>
            </a:solidFill>
            <a:round/>
          </a:ln>
        </p:spPr>
      </p:sp>
      <p:sp>
        <p:nvSpPr>
          <p:cNvPr id="1313" name="Shape 1313"/>
          <p:cNvSpPr/>
          <p:nvPr/>
        </p:nvSpPr>
        <p:spPr>
          <a:xfrm>
            <a:off x="0" y="1768576"/>
            <a:ext cx="5980724" cy="1897801"/>
          </a:xfrm>
          <a:custGeom>
            <a:avLst/>
            <a:gdLst/>
            <a:ahLst/>
            <a:cxnLst/>
            <a:rect l="0" t="0" r="r" b="b"/>
            <a:pathLst>
              <a:path w="5980724" h="1897801">
                <a:moveTo>
                  <a:pt x="5980724" y="0"/>
                </a:moveTo>
                <a:lnTo>
                  <a:pt x="5957864" y="45720"/>
                </a:lnTo>
                <a:lnTo>
                  <a:pt x="5935004" y="0"/>
                </a:lnTo>
                <a:close/>
              </a:path>
            </a:pathLst>
          </a:custGeom>
          <a:solidFill>
            <a:srgbClr val="4D4D4D"/>
          </a:solidFill>
          <a:ln w="13970" cap="rnd">
            <a:solidFill>
              <a:srgbClr val="4D4D4D"/>
            </a:solidFill>
            <a:round/>
          </a:ln>
        </p:spPr>
      </p:sp>
      <p:sp>
        <p:nvSpPr>
          <p:cNvPr id="1314" name="Shape 1314"/>
          <p:cNvSpPr/>
          <p:nvPr/>
        </p:nvSpPr>
        <p:spPr>
          <a:xfrm>
            <a:off x="4275258" y="1378165"/>
            <a:ext cx="1" cy="833650"/>
          </a:xfrm>
          <a:custGeom>
            <a:avLst/>
            <a:gdLst/>
            <a:ahLst/>
            <a:cxnLst/>
            <a:rect l="0" t="0" r="r" b="b"/>
            <a:pathLst>
              <a:path w="1" h="833650" fill="none">
                <a:moveTo>
                  <a:pt x="0" y="0"/>
                </a:moveTo>
                <a:quadBezTo>
                  <a:pt x="0" y="423925"/>
                  <a:pt x="0" y="833651"/>
                </a:quadBezTo>
              </a:path>
            </a:pathLst>
          </a:custGeom>
          <a:noFill/>
          <a:ln w="12700" cap="rnd">
            <a:solidFill>
              <a:srgbClr val="C9A400"/>
            </a:solidFill>
            <a:round/>
          </a:ln>
        </p:spPr>
      </p:sp>
      <p:sp>
        <p:nvSpPr>
          <p:cNvPr id="1315" name="Shape 1315"/>
          <p:cNvSpPr/>
          <p:nvPr/>
        </p:nvSpPr>
        <p:spPr>
          <a:xfrm>
            <a:off x="0" y="2166096"/>
            <a:ext cx="4298118" cy="1500281"/>
          </a:xfrm>
          <a:custGeom>
            <a:avLst/>
            <a:gdLst/>
            <a:ahLst/>
            <a:cxnLst/>
            <a:rect l="0" t="0" r="r" b="b"/>
            <a:pathLst>
              <a:path w="4298118" h="1500281">
                <a:moveTo>
                  <a:pt x="4298118" y="0"/>
                </a:moveTo>
                <a:lnTo>
                  <a:pt x="4275258" y="45720"/>
                </a:lnTo>
                <a:lnTo>
                  <a:pt x="4252398" y="0"/>
                </a:lnTo>
                <a:close/>
              </a:path>
            </a:pathLst>
          </a:custGeom>
          <a:solidFill>
            <a:srgbClr val="C9A400"/>
          </a:solidFill>
          <a:ln w="12700" cap="rnd">
            <a:solidFill>
              <a:srgbClr val="C9A400"/>
            </a:solidFill>
            <a:round/>
          </a:ln>
        </p:spPr>
      </p:sp>
      <p:sp>
        <p:nvSpPr>
          <p:cNvPr id="1316" name="Shape 1316"/>
          <p:cNvSpPr/>
          <p:nvPr/>
        </p:nvSpPr>
        <p:spPr>
          <a:xfrm>
            <a:off x="2397662" y="1486192"/>
            <a:ext cx="810418" cy="594239"/>
          </a:xfrm>
          <a:custGeom>
            <a:avLst/>
            <a:gdLst/>
            <a:ahLst/>
            <a:cxnLst/>
            <a:rect l="0" t="0" r="r" b="b"/>
            <a:pathLst>
              <a:path w="810418" h="594239" fill="none">
                <a:moveTo>
                  <a:pt x="810418" y="0"/>
                </a:moveTo>
                <a:quadBezTo>
                  <a:pt x="353038" y="235696"/>
                  <a:pt x="0" y="594240"/>
                </a:quadBezTo>
              </a:path>
            </a:pathLst>
          </a:custGeom>
          <a:noFill/>
          <a:ln w="10160" cap="rnd">
            <a:solidFill>
              <a:srgbClr val="B64342"/>
            </a:solidFill>
            <a:custDash>
              <a:ds d="300000" sp="160000"/>
            </a:custDash>
            <a:round/>
          </a:ln>
        </p:spPr>
      </p:sp>
      <p:sp>
        <p:nvSpPr>
          <p:cNvPr id="1317" name="Shape 1317"/>
          <p:cNvSpPr/>
          <p:nvPr/>
        </p:nvSpPr>
        <p:spPr>
          <a:xfrm>
            <a:off x="0" y="2042618"/>
            <a:ext cx="2435281" cy="1623759"/>
          </a:xfrm>
          <a:custGeom>
            <a:avLst/>
            <a:gdLst/>
            <a:ahLst/>
            <a:cxnLst/>
            <a:rect l="0" t="0" r="r" b="b"/>
            <a:pathLst>
              <a:path w="2435281" h="1623759">
                <a:moveTo>
                  <a:pt x="2435281" y="24950"/>
                </a:moveTo>
                <a:lnTo>
                  <a:pt x="2397662" y="37814"/>
                </a:lnTo>
                <a:lnTo>
                  <a:pt x="2409942" y="0"/>
                </a:lnTo>
                <a:close/>
              </a:path>
            </a:pathLst>
          </a:custGeom>
          <a:solidFill>
            <a:srgbClr val="B64342"/>
          </a:solidFill>
          <a:ln w="10160" cap="rnd">
            <a:solidFill>
              <a:srgbClr val="B64342"/>
            </a:solidFill>
            <a:custDash>
              <a:ds d="300000" sp="160000"/>
            </a:custDash>
            <a:round/>
          </a:ln>
        </p:spPr>
      </p:sp>
      <p:sp>
        <p:nvSpPr>
          <p:cNvPr id="1318" name="Shape 1318"/>
          <p:cNvSpPr/>
          <p:nvPr/>
        </p:nvSpPr>
        <p:spPr>
          <a:xfrm>
            <a:off x="1328313" y="2749783"/>
            <a:ext cx="177520" cy="1"/>
          </a:xfrm>
          <a:custGeom>
            <a:avLst/>
            <a:gdLst/>
            <a:ahLst/>
            <a:cxnLst/>
            <a:rect l="0" t="0" r="r" b="b"/>
            <a:pathLst>
              <a:path w="177520" h="1" fill="none">
                <a:moveTo>
                  <a:pt x="177520" y="0"/>
                </a:moveTo>
                <a:quadBezTo>
                  <a:pt x="80951" y="0"/>
                  <a:pt x="0" y="0"/>
                </a:quadBezTo>
              </a:path>
            </a:pathLst>
          </a:custGeom>
          <a:noFill/>
          <a:ln w="13970" cap="rnd">
            <a:solidFill>
              <a:srgbClr val="4D4D4D"/>
            </a:solidFill>
            <a:round/>
          </a:ln>
        </p:spPr>
      </p:sp>
      <p:sp>
        <p:nvSpPr>
          <p:cNvPr id="1319" name="Shape 1319"/>
          <p:cNvSpPr/>
          <p:nvPr/>
        </p:nvSpPr>
        <p:spPr>
          <a:xfrm>
            <a:off x="0" y="2726923"/>
            <a:ext cx="1374033" cy="939454"/>
          </a:xfrm>
          <a:custGeom>
            <a:avLst/>
            <a:gdLst/>
            <a:ahLst/>
            <a:cxnLst/>
            <a:rect l="0" t="0" r="r" b="b"/>
            <a:pathLst>
              <a:path w="1374033" h="939454">
                <a:moveTo>
                  <a:pt x="1374033" y="45720"/>
                </a:moveTo>
                <a:lnTo>
                  <a:pt x="1328313" y="22860"/>
                </a:lnTo>
                <a:lnTo>
                  <a:pt x="1374033" y="0"/>
                </a:lnTo>
                <a:close/>
              </a:path>
            </a:pathLst>
          </a:custGeom>
          <a:solidFill>
            <a:srgbClr val="4D4D4D"/>
          </a:solidFill>
          <a:ln w="13970" cap="rnd">
            <a:solidFill>
              <a:srgbClr val="4D4D4D"/>
            </a:solidFill>
            <a:round/>
          </a:ln>
        </p:spPr>
      </p:sp>
      <p:sp>
        <p:nvSpPr>
          <p:cNvPr id="1320" name="Shape 1320"/>
          <p:cNvSpPr/>
          <p:nvPr/>
        </p:nvSpPr>
        <p:spPr>
          <a:xfrm>
            <a:off x="0" y="114574"/>
            <a:ext cx="225875" cy="3554851"/>
          </a:xfrm>
          <a:custGeom>
            <a:avLst/>
            <a:gdLst/>
            <a:ahLst/>
            <a:cxnLst/>
            <a:rect l="0" t="0" r="r" b="b"/>
            <a:pathLst>
              <a:path w="225875" h="3554851">
                <a:moveTo>
                  <a:pt x="163677" y="124395"/>
                </a:moveTo>
                <a:cubicBezTo>
                  <a:pt x="180172" y="124395"/>
                  <a:pt x="195994" y="117841"/>
                  <a:pt x="207657" y="106178"/>
                </a:cubicBezTo>
                <a:cubicBezTo>
                  <a:pt x="219321" y="94514"/>
                  <a:pt x="225875" y="78692"/>
                  <a:pt x="225875" y="62197"/>
                </a:cubicBezTo>
                <a:cubicBezTo>
                  <a:pt x="225875" y="45702"/>
                  <a:pt x="219321" y="29881"/>
                  <a:pt x="207657" y="18217"/>
                </a:cubicBezTo>
                <a:cubicBezTo>
                  <a:pt x="195994" y="6553"/>
                  <a:pt x="180172" y="0"/>
                  <a:pt x="163677" y="0"/>
                </a:cubicBezTo>
                <a:cubicBezTo>
                  <a:pt x="147182" y="0"/>
                  <a:pt x="131361" y="6553"/>
                  <a:pt x="119697" y="18217"/>
                </a:cubicBezTo>
                <a:cubicBezTo>
                  <a:pt x="108033" y="29881"/>
                  <a:pt x="101480" y="45702"/>
                  <a:pt x="101480" y="62197"/>
                </a:cubicBezTo>
                <a:cubicBezTo>
                  <a:pt x="101480" y="78692"/>
                  <a:pt x="108033" y="94514"/>
                  <a:pt x="119697" y="106178"/>
                </a:cubicBezTo>
                <a:cubicBezTo>
                  <a:pt x="131361" y="117841"/>
                  <a:pt x="147182" y="124395"/>
                  <a:pt x="163677" y="124395"/>
                </a:cubicBezTo>
                <a:close/>
              </a:path>
            </a:pathLst>
          </a:custGeom>
          <a:solidFill>
            <a:srgbClr val="FFFFFF"/>
          </a:solidFill>
          <a:ln w="11430" cap="flat">
            <a:solidFill>
              <a:srgbClr val="767676"/>
            </a:solidFill>
            <a:miter/>
          </a:ln>
        </p:spPr>
      </p:sp>
      <p:sp>
        <p:nvSpPr>
          <p:cNvPr id="1321" name="TextBox 1320"/>
          <p:cNvSpPr txBox="1"/>
          <p:nvPr/>
        </p:nvSpPr>
        <p:spPr>
          <a:xfrm>
            <a:off x="143222" y="132361"/>
            <a:ext cx="64107" cy="883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80" b="1" i="0">
                <a:solidFill>
                  <a:srgbClr val="767676"/>
                </a:solidFill>
                <a:latin typeface="Arial" panose="020B0604020202020204"/>
              </a:rPr>
              <a:t>1</a:t>
            </a:r>
            <a:endParaRPr sz="580" b="1" i="0">
              <a:solidFill>
                <a:srgbClr val="767676"/>
              </a:solidFill>
              <a:latin typeface="Arial" panose="020B0604020202020204"/>
            </a:endParaRPr>
          </a:p>
        </p:txBody>
      </p:sp>
      <p:sp>
        <p:nvSpPr>
          <p:cNvPr id="1322" name="TextBox 1321"/>
          <p:cNvSpPr txBox="1"/>
          <p:nvPr/>
        </p:nvSpPr>
        <p:spPr>
          <a:xfrm>
            <a:off x="268431" y="120190"/>
            <a:ext cx="734217" cy="1036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272727"/>
                </a:solidFill>
                <a:latin typeface="Arial" panose="020B0604020202020204"/>
              </a:rPr>
              <a:t>Digital-twin line</a:t>
            </a:r>
            <a:endParaRPr sz="680" b="1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23" name="TextBox 1322"/>
          <p:cNvSpPr txBox="1"/>
          <p:nvPr/>
        </p:nvSpPr>
        <p:spPr>
          <a:xfrm>
            <a:off x="332044" y="1006999"/>
            <a:ext cx="814387" cy="7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0" b="0" i="0">
                <a:solidFill>
                  <a:srgbClr val="4D4D4D"/>
                </a:solidFill>
                <a:latin typeface="Arial" panose="020B0604020202020204"/>
              </a:rPr>
              <a:t>Isaac Sim water-pipe line</a:t>
            </a:r>
            <a:endParaRPr sz="50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24" name="TextBox 1323"/>
          <p:cNvSpPr txBox="1"/>
          <p:nvPr/>
        </p:nvSpPr>
        <p:spPr>
          <a:xfrm>
            <a:off x="170180" y="1427146"/>
            <a:ext cx="238368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Human</a:t>
            </a:r>
            <a:endParaRPr sz="48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25" name="TextBox 1324"/>
          <p:cNvSpPr txBox="1"/>
          <p:nvPr/>
        </p:nvSpPr>
        <p:spPr>
          <a:xfrm>
            <a:off x="434751" y="1427146"/>
            <a:ext cx="276346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Machine</a:t>
            </a:r>
            <a:endParaRPr sz="48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26" name="TextBox 1325"/>
          <p:cNvSpPr txBox="1"/>
          <p:nvPr/>
        </p:nvSpPr>
        <p:spPr>
          <a:xfrm>
            <a:off x="723087" y="1427146"/>
            <a:ext cx="261091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Material</a:t>
            </a:r>
            <a:endParaRPr sz="48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27" name="TextBox 1326"/>
          <p:cNvSpPr txBox="1"/>
          <p:nvPr/>
        </p:nvSpPr>
        <p:spPr>
          <a:xfrm>
            <a:off x="994421" y="1426789"/>
            <a:ext cx="283921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Logistics</a:t>
            </a:r>
            <a:endParaRPr sz="48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28" name="TextBox 1327"/>
          <p:cNvSpPr txBox="1"/>
          <p:nvPr/>
        </p:nvSpPr>
        <p:spPr>
          <a:xfrm>
            <a:off x="231841" y="1556939"/>
            <a:ext cx="1038842" cy="746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90" b="0" i="0">
                <a:solidFill>
                  <a:srgbClr val="B64342"/>
                </a:solidFill>
                <a:latin typeface="Arial" panose="020B0604020202020204"/>
              </a:rPr>
              <a:t>one disturbance axis per episode</a:t>
            </a:r>
            <a:endParaRPr sz="490" b="0" i="0">
              <a:solidFill>
                <a:srgbClr val="B64342"/>
              </a:solidFill>
              <a:latin typeface="Arial" panose="020B0604020202020204"/>
            </a:endParaRPr>
          </a:p>
        </p:txBody>
      </p:sp>
      <p:sp>
        <p:nvSpPr>
          <p:cNvPr id="17" name="Shape 1321"/>
          <p:cNvSpPr/>
          <p:nvPr/>
        </p:nvSpPr>
        <p:spPr>
          <a:xfrm>
            <a:off x="0" y="114574"/>
            <a:ext cx="1600766" cy="3554851"/>
          </a:xfrm>
          <a:custGeom>
            <a:avLst/>
            <a:gdLst/>
            <a:ahLst/>
            <a:cxnLst/>
            <a:rect l="0" t="0" r="r" b="b"/>
            <a:pathLst>
              <a:path w="1600766" h="3554851">
                <a:moveTo>
                  <a:pt x="1538569" y="124395"/>
                </a:moveTo>
                <a:cubicBezTo>
                  <a:pt x="1555064" y="124395"/>
                  <a:pt x="1570886" y="117841"/>
                  <a:pt x="1582549" y="106178"/>
                </a:cubicBezTo>
                <a:cubicBezTo>
                  <a:pt x="1594213" y="94514"/>
                  <a:pt x="1600766" y="78692"/>
                  <a:pt x="1600766" y="62197"/>
                </a:cubicBezTo>
                <a:cubicBezTo>
                  <a:pt x="1600766" y="45702"/>
                  <a:pt x="1594213" y="29881"/>
                  <a:pt x="1582549" y="18217"/>
                </a:cubicBezTo>
                <a:cubicBezTo>
                  <a:pt x="1570886" y="6553"/>
                  <a:pt x="1555064" y="0"/>
                  <a:pt x="1538569" y="0"/>
                </a:cubicBezTo>
                <a:cubicBezTo>
                  <a:pt x="1522074" y="0"/>
                  <a:pt x="1506252" y="6553"/>
                  <a:pt x="1494589" y="18217"/>
                </a:cubicBezTo>
                <a:cubicBezTo>
                  <a:pt x="1482925" y="29881"/>
                  <a:pt x="1476371" y="45702"/>
                  <a:pt x="1476371" y="62197"/>
                </a:cubicBezTo>
                <a:cubicBezTo>
                  <a:pt x="1476371" y="78692"/>
                  <a:pt x="1482925" y="94514"/>
                  <a:pt x="1494589" y="106178"/>
                </a:cubicBezTo>
                <a:cubicBezTo>
                  <a:pt x="1506252" y="117841"/>
                  <a:pt x="1522074" y="124395"/>
                  <a:pt x="1538569" y="124395"/>
                </a:cubicBezTo>
                <a:close/>
              </a:path>
            </a:pathLst>
          </a:custGeom>
          <a:solidFill>
            <a:srgbClr val="FFFFFF"/>
          </a:solidFill>
          <a:ln w="11430" cap="flat">
            <a:solidFill>
              <a:srgbClr val="6FB86F"/>
            </a:solidFill>
            <a:miter/>
          </a:ln>
        </p:spPr>
      </p:sp>
      <p:sp>
        <p:nvSpPr>
          <p:cNvPr id="1329" name="TextBox 1328"/>
          <p:cNvSpPr txBox="1"/>
          <p:nvPr/>
        </p:nvSpPr>
        <p:spPr>
          <a:xfrm>
            <a:off x="1518114" y="132361"/>
            <a:ext cx="64107" cy="883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80" b="1" i="0">
                <a:solidFill>
                  <a:srgbClr val="6FB86F"/>
                </a:solidFill>
                <a:latin typeface="Arial" panose="020B0604020202020204"/>
              </a:rPr>
              <a:t>2</a:t>
            </a:r>
            <a:endParaRPr sz="580" b="1" i="0">
              <a:solidFill>
                <a:srgbClr val="6FB86F"/>
              </a:solidFill>
              <a:latin typeface="Arial" panose="020B0604020202020204"/>
            </a:endParaRPr>
          </a:p>
        </p:txBody>
      </p:sp>
      <p:sp>
        <p:nvSpPr>
          <p:cNvPr id="1330" name="TextBox 1329"/>
          <p:cNvSpPr txBox="1"/>
          <p:nvPr/>
        </p:nvSpPr>
        <p:spPr>
          <a:xfrm>
            <a:off x="1643323" y="120190"/>
            <a:ext cx="788037" cy="1036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272727"/>
                </a:solidFill>
                <a:latin typeface="Arial" panose="020B0604020202020204"/>
              </a:rPr>
              <a:t>Multi-entity state</a:t>
            </a:r>
            <a:endParaRPr sz="680" b="1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31" name="TextBox 1330"/>
          <p:cNvSpPr txBox="1"/>
          <p:nvPr/>
        </p:nvSpPr>
        <p:spPr>
          <a:xfrm rot="16200000">
            <a:off x="1342332" y="895558"/>
            <a:ext cx="413004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38 resources</a:t>
            </a:r>
            <a:endParaRPr sz="48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32" name="TextBox 1331"/>
          <p:cNvSpPr txBox="1"/>
          <p:nvPr/>
        </p:nvSpPr>
        <p:spPr>
          <a:xfrm>
            <a:off x="1683183" y="1400957"/>
            <a:ext cx="735604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30 one-minute windows</a:t>
            </a:r>
            <a:endParaRPr sz="48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33" name="TextBox 1332"/>
          <p:cNvSpPr txBox="1"/>
          <p:nvPr/>
        </p:nvSpPr>
        <p:spPr>
          <a:xfrm>
            <a:off x="2415881" y="359968"/>
            <a:ext cx="204337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27 ch.</a:t>
            </a:r>
            <a:endParaRPr sz="48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34" name="TextBox 1333"/>
          <p:cNvSpPr txBox="1"/>
          <p:nvPr/>
        </p:nvSpPr>
        <p:spPr>
          <a:xfrm>
            <a:off x="2569738" y="577511"/>
            <a:ext cx="196123" cy="70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60" b="0" i="0">
                <a:solidFill>
                  <a:srgbClr val="4D4D4D"/>
                </a:solidFill>
                <a:latin typeface="Arial" panose="020B0604020202020204"/>
              </a:rPr>
              <a:t>mach.</a:t>
            </a:r>
            <a:endParaRPr sz="46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35" name="TextBox 1334"/>
          <p:cNvSpPr txBox="1"/>
          <p:nvPr/>
        </p:nvSpPr>
        <p:spPr>
          <a:xfrm>
            <a:off x="2569738" y="688145"/>
            <a:ext cx="199804" cy="70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60" b="0" i="0">
                <a:solidFill>
                  <a:srgbClr val="4D4D4D"/>
                </a:solidFill>
                <a:latin typeface="Arial" panose="020B0604020202020204"/>
              </a:rPr>
              <a:t>gantry</a:t>
            </a:r>
            <a:endParaRPr sz="46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36" name="TextBox 1335"/>
          <p:cNvSpPr txBox="1"/>
          <p:nvPr/>
        </p:nvSpPr>
        <p:spPr>
          <a:xfrm>
            <a:off x="2569738" y="800113"/>
            <a:ext cx="167159" cy="70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60" b="0" i="0">
                <a:solidFill>
                  <a:srgbClr val="4D4D4D"/>
                </a:solidFill>
                <a:latin typeface="Arial" panose="020B0604020202020204"/>
              </a:rPr>
              <a:t>robot</a:t>
            </a:r>
            <a:endParaRPr sz="46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37" name="TextBox 1336"/>
          <p:cNvSpPr txBox="1"/>
          <p:nvPr/>
        </p:nvSpPr>
        <p:spPr>
          <a:xfrm>
            <a:off x="2569738" y="911414"/>
            <a:ext cx="217992" cy="70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60" b="0" i="0">
                <a:solidFill>
                  <a:srgbClr val="4D4D4D"/>
                </a:solidFill>
                <a:latin typeface="Arial" panose="020B0604020202020204"/>
              </a:rPr>
              <a:t>human</a:t>
            </a:r>
            <a:endParaRPr sz="46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38" name="TextBox 1337"/>
          <p:cNvSpPr txBox="1"/>
          <p:nvPr/>
        </p:nvSpPr>
        <p:spPr>
          <a:xfrm>
            <a:off x="2569738" y="1022714"/>
            <a:ext cx="184015" cy="70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60" b="0" i="0">
                <a:solidFill>
                  <a:srgbClr val="4D4D4D"/>
                </a:solidFill>
                <a:latin typeface="Arial" panose="020B0604020202020204"/>
              </a:rPr>
              <a:t>buffer</a:t>
            </a:r>
            <a:endParaRPr sz="46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39" name="TextBox 1338"/>
          <p:cNvSpPr txBox="1"/>
          <p:nvPr/>
        </p:nvSpPr>
        <p:spPr>
          <a:xfrm>
            <a:off x="1871045" y="1563609"/>
            <a:ext cx="520110" cy="853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60" b="0" i="1">
                <a:solidFill>
                  <a:srgbClr val="272727"/>
                </a:solidFill>
                <a:latin typeface="Arial" panose="020B0604020202020204"/>
              </a:rPr>
              <a:t>X</a:t>
            </a:r>
            <a:r>
              <a:rPr sz="560" b="0" i="1" baseline="-25000">
                <a:solidFill>
                  <a:srgbClr val="272727"/>
                </a:solidFill>
                <a:latin typeface="Arial" panose="020B0604020202020204"/>
              </a:rPr>
              <a:t>t</a:t>
            </a:r>
            <a:r>
              <a:rPr sz="560" b="0" i="0">
                <a:solidFill>
                  <a:srgbClr val="272727"/>
                </a:solidFill>
                <a:latin typeface="Arial" panose="020B0604020202020204"/>
              </a:rPr>
              <a:t> ∈ ℝ</a:t>
            </a:r>
            <a:r>
              <a:rPr sz="560" b="0" i="0" baseline="30000">
                <a:solidFill>
                  <a:srgbClr val="272727"/>
                </a:solidFill>
                <a:latin typeface="Arial" panose="020B0604020202020204"/>
              </a:rPr>
              <a:t>30×38×27</a:t>
            </a:r>
            <a:endParaRPr sz="560" b="0" i="0" baseline="3000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8" name="Shape 1322"/>
          <p:cNvSpPr/>
          <p:nvPr/>
        </p:nvSpPr>
        <p:spPr>
          <a:xfrm>
            <a:off x="0" y="114574"/>
            <a:ext cx="3041129" cy="3554851"/>
          </a:xfrm>
          <a:custGeom>
            <a:avLst/>
            <a:gdLst/>
            <a:ahLst/>
            <a:cxnLst/>
            <a:rect l="0" t="0" r="r" b="b"/>
            <a:pathLst>
              <a:path w="3041129" h="3554851">
                <a:moveTo>
                  <a:pt x="2978932" y="124395"/>
                </a:moveTo>
                <a:cubicBezTo>
                  <a:pt x="2995427" y="124395"/>
                  <a:pt x="3011248" y="117841"/>
                  <a:pt x="3022912" y="106178"/>
                </a:cubicBezTo>
                <a:cubicBezTo>
                  <a:pt x="3034576" y="94514"/>
                  <a:pt x="3041129" y="78692"/>
                  <a:pt x="3041129" y="62197"/>
                </a:cubicBezTo>
                <a:cubicBezTo>
                  <a:pt x="3041129" y="45702"/>
                  <a:pt x="3034576" y="29881"/>
                  <a:pt x="3022912" y="18217"/>
                </a:cubicBezTo>
                <a:cubicBezTo>
                  <a:pt x="3011248" y="6553"/>
                  <a:pt x="2995427" y="0"/>
                  <a:pt x="2978932" y="0"/>
                </a:cubicBezTo>
                <a:cubicBezTo>
                  <a:pt x="2962437" y="0"/>
                  <a:pt x="2946615" y="6553"/>
                  <a:pt x="2934952" y="18217"/>
                </a:cubicBezTo>
                <a:cubicBezTo>
                  <a:pt x="2923288" y="29881"/>
                  <a:pt x="2916734" y="45702"/>
                  <a:pt x="2916734" y="62197"/>
                </a:cubicBezTo>
                <a:cubicBezTo>
                  <a:pt x="2916734" y="78692"/>
                  <a:pt x="2923288" y="94514"/>
                  <a:pt x="2934952" y="106178"/>
                </a:cubicBezTo>
                <a:cubicBezTo>
                  <a:pt x="2946615" y="117841"/>
                  <a:pt x="2962437" y="124395"/>
                  <a:pt x="2978932" y="124395"/>
                </a:cubicBezTo>
                <a:close/>
              </a:path>
            </a:pathLst>
          </a:custGeom>
          <a:solidFill>
            <a:srgbClr val="FFFFFF"/>
          </a:solidFill>
          <a:ln w="11430" cap="flat">
            <a:solidFill>
              <a:srgbClr val="6FB86F"/>
            </a:solidFill>
            <a:miter/>
          </a:ln>
        </p:spPr>
      </p:sp>
      <p:sp>
        <p:nvSpPr>
          <p:cNvPr id="1340" name="TextBox 1339"/>
          <p:cNvSpPr txBox="1"/>
          <p:nvPr/>
        </p:nvSpPr>
        <p:spPr>
          <a:xfrm>
            <a:off x="2958477" y="132361"/>
            <a:ext cx="64107" cy="883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80" b="1" i="0">
                <a:solidFill>
                  <a:srgbClr val="6FB86F"/>
                </a:solidFill>
                <a:latin typeface="Arial" panose="020B0604020202020204"/>
              </a:rPr>
              <a:t>3</a:t>
            </a:r>
            <a:endParaRPr sz="580" b="1" i="0">
              <a:solidFill>
                <a:srgbClr val="6FB86F"/>
              </a:solidFill>
              <a:latin typeface="Arial" panose="020B0604020202020204"/>
            </a:endParaRPr>
          </a:p>
        </p:txBody>
      </p:sp>
      <p:sp>
        <p:nvSpPr>
          <p:cNvPr id="1341" name="TextBox 1340"/>
          <p:cNvSpPr txBox="1"/>
          <p:nvPr/>
        </p:nvSpPr>
        <p:spPr>
          <a:xfrm>
            <a:off x="3083685" y="120190"/>
            <a:ext cx="1270231" cy="1036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272727"/>
                </a:solidFill>
                <a:latin typeface="Arial" panose="020B0604020202020204"/>
              </a:rPr>
              <a:t>Process labels + clustering</a:t>
            </a:r>
            <a:endParaRPr sz="680" b="1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42" name="TextBox 1341"/>
          <p:cNvSpPr txBox="1"/>
          <p:nvPr/>
        </p:nvSpPr>
        <p:spPr>
          <a:xfrm>
            <a:off x="2959291" y="388979"/>
            <a:ext cx="462076" cy="7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0" b="1" i="0">
                <a:solidFill>
                  <a:srgbClr val="272727"/>
                </a:solidFill>
                <a:latin typeface="Arial" panose="020B0604020202020204"/>
              </a:rPr>
              <a:t>type rule </a:t>
            </a:r>
            <a:r>
              <a:rPr sz="500" b="1" i="1">
                <a:solidFill>
                  <a:srgbClr val="272727"/>
                </a:solidFill>
                <a:latin typeface="Arial" panose="020B0604020202020204"/>
              </a:rPr>
              <a:t>b</a:t>
            </a:r>
            <a:r>
              <a:rPr sz="500" b="1" i="0" baseline="30000">
                <a:solidFill>
                  <a:srgbClr val="272727"/>
                </a:solidFill>
                <a:latin typeface="Arial" panose="020B0604020202020204"/>
              </a:rPr>
              <a:t>raw</a:t>
            </a:r>
            <a:endParaRPr sz="500" b="1" i="0" baseline="3000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43" name="TextBox 1342"/>
          <p:cNvSpPr txBox="1"/>
          <p:nvPr/>
        </p:nvSpPr>
        <p:spPr>
          <a:xfrm>
            <a:off x="3061268" y="577172"/>
            <a:ext cx="358703" cy="71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persistence</a:t>
            </a:r>
            <a:endParaRPr sz="47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44" name="TextBox 1343"/>
          <p:cNvSpPr txBox="1"/>
          <p:nvPr/>
        </p:nvSpPr>
        <p:spPr>
          <a:xfrm>
            <a:off x="3443776" y="576648"/>
            <a:ext cx="356250" cy="71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70" b="0" i="1">
                <a:solidFill>
                  <a:srgbClr val="4D4D4D"/>
                </a:solidFill>
                <a:latin typeface="Arial" panose="020B0604020202020204"/>
              </a:rPr>
              <a:t>m</a:t>
            </a:r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=8, </a:t>
            </a:r>
            <a:r>
              <a:rPr sz="470" b="0" i="1">
                <a:solidFill>
                  <a:srgbClr val="4D4D4D"/>
                </a:solidFill>
                <a:latin typeface="Arial" panose="020B0604020202020204"/>
              </a:rPr>
              <a:t>g</a:t>
            </a:r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=1</a:t>
            </a:r>
            <a:endParaRPr sz="47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45" name="TextBox 1344"/>
          <p:cNvSpPr txBox="1"/>
          <p:nvPr/>
        </p:nvSpPr>
        <p:spPr>
          <a:xfrm>
            <a:off x="2959291" y="882438"/>
            <a:ext cx="680557" cy="7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0" b="1" i="0">
                <a:solidFill>
                  <a:srgbClr val="272727"/>
                </a:solidFill>
                <a:latin typeface="Arial" panose="020B0604020202020204"/>
              </a:rPr>
              <a:t>event target </a:t>
            </a:r>
            <a:r>
              <a:rPr sz="500" b="1" i="0">
                <a:solidFill>
                  <a:srgbClr val="272727"/>
                </a:solidFill>
                <a:latin typeface="Arial" panose="020B0604020202020204"/>
              </a:rPr>
              <a:t>(</a:t>
            </a:r>
            <a:r>
              <a:rPr sz="500" b="1" i="1">
                <a:solidFill>
                  <a:srgbClr val="272727"/>
                </a:solidFill>
                <a:latin typeface="Arial" panose="020B0604020202020204"/>
              </a:rPr>
              <a:t>w</a:t>
            </a:r>
            <a:r>
              <a:rPr sz="500" b="1" i="0">
                <a:solidFill>
                  <a:srgbClr val="272727"/>
                </a:solidFill>
                <a:latin typeface="Arial" panose="020B0604020202020204"/>
              </a:rPr>
              <a:t>,</a:t>
            </a:r>
            <a:r>
              <a:rPr sz="500" b="1" i="1">
                <a:solidFill>
                  <a:srgbClr val="272727"/>
                </a:solidFill>
                <a:latin typeface="Arial" panose="020B0604020202020204"/>
              </a:rPr>
              <a:t>s</a:t>
            </a:r>
            <a:r>
              <a:rPr sz="500" b="1" i="0">
                <a:solidFill>
                  <a:srgbClr val="272727"/>
                </a:solidFill>
                <a:latin typeface="Arial" panose="020B0604020202020204"/>
              </a:rPr>
              <a:t>,</a:t>
            </a:r>
            <a:r>
              <a:rPr sz="500" b="1" i="1">
                <a:solidFill>
                  <a:srgbClr val="272727"/>
                </a:solidFill>
                <a:latin typeface="Arial" panose="020B0604020202020204"/>
              </a:rPr>
              <a:t>d</a:t>
            </a:r>
            <a:r>
              <a:rPr sz="500" b="1" i="0">
                <a:solidFill>
                  <a:srgbClr val="272727"/>
                </a:solidFill>
                <a:latin typeface="Arial" panose="020B0604020202020204"/>
              </a:rPr>
              <a:t>)</a:t>
            </a:r>
            <a:endParaRPr sz="500" b="1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46" name="TextBox 1345"/>
          <p:cNvSpPr txBox="1"/>
          <p:nvPr/>
        </p:nvSpPr>
        <p:spPr>
          <a:xfrm>
            <a:off x="3006984" y="1107493"/>
            <a:ext cx="210632" cy="70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60" b="0" i="0">
                <a:solidFill>
                  <a:srgbClr val="4D4D4D"/>
                </a:solidFill>
                <a:latin typeface="Arial" panose="020B0604020202020204"/>
              </a:rPr>
              <a:t>history</a:t>
            </a:r>
            <a:endParaRPr sz="46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47" name="TextBox 1346"/>
          <p:cNvSpPr txBox="1"/>
          <p:nvPr/>
        </p:nvSpPr>
        <p:spPr>
          <a:xfrm>
            <a:off x="3298689" y="1155689"/>
            <a:ext cx="55839" cy="792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20" b="0" i="1">
                <a:solidFill>
                  <a:srgbClr val="B64342"/>
                </a:solidFill>
                <a:latin typeface="Arial" panose="020B0604020202020204"/>
              </a:rPr>
              <a:t>s</a:t>
            </a:r>
            <a:endParaRPr sz="520" b="0" i="1">
              <a:solidFill>
                <a:srgbClr val="B64342"/>
              </a:solidFill>
              <a:latin typeface="Arial" panose="020B0604020202020204"/>
            </a:endParaRPr>
          </a:p>
        </p:txBody>
      </p:sp>
      <p:sp>
        <p:nvSpPr>
          <p:cNvPr id="1348" name="TextBox 1347"/>
          <p:cNvSpPr txBox="1"/>
          <p:nvPr/>
        </p:nvSpPr>
        <p:spPr>
          <a:xfrm>
            <a:off x="3585023" y="1155689"/>
            <a:ext cx="62666" cy="792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20" b="0" i="1">
                <a:solidFill>
                  <a:srgbClr val="B64342"/>
                </a:solidFill>
                <a:latin typeface="Arial" panose="020B0604020202020204"/>
              </a:rPr>
              <a:t>d</a:t>
            </a:r>
            <a:endParaRPr sz="520" b="0" i="1">
              <a:solidFill>
                <a:srgbClr val="B64342"/>
              </a:solidFill>
              <a:latin typeface="Arial" panose="020B0604020202020204"/>
            </a:endParaRPr>
          </a:p>
        </p:txBody>
      </p:sp>
      <p:sp>
        <p:nvSpPr>
          <p:cNvPr id="1349" name="TextBox 1348"/>
          <p:cNvSpPr txBox="1"/>
          <p:nvPr/>
        </p:nvSpPr>
        <p:spPr>
          <a:xfrm>
            <a:off x="2959291" y="1296996"/>
            <a:ext cx="802919" cy="71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ongoing: hot at history end</a:t>
            </a:r>
            <a:endParaRPr sz="47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50" name="TextBox 1349"/>
          <p:cNvSpPr txBox="1"/>
          <p:nvPr/>
        </p:nvSpPr>
        <p:spPr>
          <a:xfrm>
            <a:off x="2959291" y="1388489"/>
            <a:ext cx="772728" cy="71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upcoming: </a:t>
            </a:r>
            <a:r>
              <a:rPr sz="470" b="0" i="1">
                <a:solidFill>
                  <a:srgbClr val="4D4D4D"/>
                </a:solidFill>
                <a:latin typeface="Arial" panose="020B0604020202020204"/>
              </a:rPr>
              <a:t>s</a:t>
            </a:r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 &gt; 0</a:t>
            </a:r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, </a:t>
            </a:r>
            <a:r>
              <a:rPr sz="470" b="0" i="1">
                <a:solidFill>
                  <a:srgbClr val="4D4D4D"/>
                </a:solidFill>
                <a:latin typeface="Arial" panose="020B0604020202020204"/>
              </a:rPr>
              <a:t>d</a:t>
            </a:r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 ≥ 8</a:t>
            </a:r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 min</a:t>
            </a:r>
            <a:endParaRPr sz="47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51" name="TextBox 1350"/>
          <p:cNvSpPr txBox="1"/>
          <p:nvPr/>
        </p:nvSpPr>
        <p:spPr>
          <a:xfrm>
            <a:off x="3939383" y="378144"/>
            <a:ext cx="770648" cy="7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0" b="1" i="0">
                <a:solidFill>
                  <a:srgbClr val="272727"/>
                </a:solidFill>
                <a:latin typeface="Arial" panose="020B0604020202020204"/>
              </a:rPr>
              <a:t>short-pattern k-means</a:t>
            </a:r>
            <a:endParaRPr sz="500" b="1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52" name="TextBox 1351"/>
          <p:cNvSpPr txBox="1"/>
          <p:nvPr/>
        </p:nvSpPr>
        <p:spPr>
          <a:xfrm>
            <a:off x="3991794" y="1284357"/>
            <a:ext cx="653247" cy="71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16 keys </a:t>
            </a:r>
            <a:r>
              <a:rPr sz="470" b="0" i="1">
                <a:solidFill>
                  <a:srgbClr val="4D4D4D"/>
                </a:solidFill>
                <a:latin typeface="Arial" panose="020B0604020202020204"/>
              </a:rPr>
              <a:t>K</a:t>
            </a:r>
            <a:r>
              <a:rPr sz="470" b="0" i="1" baseline="30000">
                <a:solidFill>
                  <a:srgbClr val="4D4D4D"/>
                </a:solidFill>
                <a:latin typeface="Arial" panose="020B0604020202020204"/>
              </a:rPr>
              <a:t>P</a:t>
            </a:r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 (length-3)</a:t>
            </a:r>
            <a:endParaRPr sz="47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53" name="TextBox 1352"/>
          <p:cNvSpPr txBox="1"/>
          <p:nvPr/>
        </p:nvSpPr>
        <p:spPr>
          <a:xfrm>
            <a:off x="4025822" y="1428009"/>
            <a:ext cx="577024" cy="71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70" b="0" i="1">
                <a:solidFill>
                  <a:srgbClr val="4D4D4D"/>
                </a:solidFill>
                <a:latin typeface="Arial" panose="020B0604020202020204"/>
              </a:rPr>
              <a:t>regimes, not labels</a:t>
            </a:r>
            <a:endParaRPr sz="470" b="0" i="1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9" name="Shape 1323"/>
          <p:cNvSpPr/>
          <p:nvPr/>
        </p:nvSpPr>
        <p:spPr>
          <a:xfrm>
            <a:off x="0" y="114574"/>
            <a:ext cx="4939789" cy="3554851"/>
          </a:xfrm>
          <a:custGeom>
            <a:avLst/>
            <a:gdLst/>
            <a:ahLst/>
            <a:cxnLst/>
            <a:rect l="0" t="0" r="r" b="b"/>
            <a:pathLst>
              <a:path w="4939789" h="3554851">
                <a:moveTo>
                  <a:pt x="4877592" y="124395"/>
                </a:moveTo>
                <a:cubicBezTo>
                  <a:pt x="4894087" y="124395"/>
                  <a:pt x="4909909" y="117841"/>
                  <a:pt x="4921572" y="106178"/>
                </a:cubicBezTo>
                <a:cubicBezTo>
                  <a:pt x="4933236" y="94514"/>
                  <a:pt x="4939789" y="78692"/>
                  <a:pt x="4939789" y="62197"/>
                </a:cubicBezTo>
                <a:cubicBezTo>
                  <a:pt x="4939789" y="45702"/>
                  <a:pt x="4933236" y="29881"/>
                  <a:pt x="4921572" y="18217"/>
                </a:cubicBezTo>
                <a:cubicBezTo>
                  <a:pt x="4909909" y="6553"/>
                  <a:pt x="4894087" y="0"/>
                  <a:pt x="4877592" y="0"/>
                </a:cubicBezTo>
                <a:cubicBezTo>
                  <a:pt x="4861097" y="0"/>
                  <a:pt x="4845275" y="6553"/>
                  <a:pt x="4833612" y="18217"/>
                </a:cubicBezTo>
                <a:cubicBezTo>
                  <a:pt x="4821948" y="29881"/>
                  <a:pt x="4815394" y="45702"/>
                  <a:pt x="4815394" y="62197"/>
                </a:cubicBezTo>
                <a:cubicBezTo>
                  <a:pt x="4815394" y="78692"/>
                  <a:pt x="4821948" y="94514"/>
                  <a:pt x="4833612" y="106178"/>
                </a:cubicBezTo>
                <a:cubicBezTo>
                  <a:pt x="4845275" y="117841"/>
                  <a:pt x="4861097" y="124395"/>
                  <a:pt x="4877592" y="124395"/>
                </a:cubicBezTo>
                <a:close/>
              </a:path>
            </a:pathLst>
          </a:custGeom>
          <a:solidFill>
            <a:srgbClr val="FFFFFF"/>
          </a:solidFill>
          <a:ln w="11430" cap="flat">
            <a:solidFill>
              <a:srgbClr val="6FB86F"/>
            </a:solidFill>
            <a:miter/>
          </a:ln>
        </p:spPr>
      </p:sp>
      <p:sp>
        <p:nvSpPr>
          <p:cNvPr id="1354" name="TextBox 1353"/>
          <p:cNvSpPr txBox="1"/>
          <p:nvPr/>
        </p:nvSpPr>
        <p:spPr>
          <a:xfrm>
            <a:off x="4857137" y="132361"/>
            <a:ext cx="64107" cy="883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80" b="1" i="0">
                <a:solidFill>
                  <a:srgbClr val="6FB86F"/>
                </a:solidFill>
                <a:latin typeface="Arial" panose="020B0604020202020204"/>
              </a:rPr>
              <a:t>4</a:t>
            </a:r>
            <a:endParaRPr sz="580" b="1" i="0">
              <a:solidFill>
                <a:srgbClr val="6FB86F"/>
              </a:solidFill>
              <a:latin typeface="Arial" panose="020B0604020202020204"/>
            </a:endParaRPr>
          </a:p>
        </p:txBody>
      </p:sp>
      <p:sp>
        <p:nvSpPr>
          <p:cNvPr id="1355" name="TextBox 1354"/>
          <p:cNvSpPr txBox="1"/>
          <p:nvPr/>
        </p:nvSpPr>
        <p:spPr>
          <a:xfrm>
            <a:off x="4982346" y="120190"/>
            <a:ext cx="1019373" cy="1036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272727"/>
                </a:solidFill>
                <a:latin typeface="Arial" panose="020B0604020202020204"/>
              </a:rPr>
              <a:t>Heterogeneous graph</a:t>
            </a:r>
            <a:endParaRPr sz="680" b="1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56" name="TextBox 1355"/>
          <p:cNvSpPr txBox="1"/>
          <p:nvPr/>
        </p:nvSpPr>
        <p:spPr>
          <a:xfrm>
            <a:off x="5787639" y="289439"/>
            <a:ext cx="446608" cy="70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60" b="0" i="0">
                <a:solidFill>
                  <a:srgbClr val="9A4D8E"/>
                </a:solidFill>
                <a:latin typeface="Arial" panose="020B0604020202020204"/>
              </a:rPr>
              <a:t>semantic top-5</a:t>
            </a:r>
            <a:endParaRPr sz="460" b="0" i="0">
              <a:solidFill>
                <a:srgbClr val="9A4D8E"/>
              </a:solidFill>
              <a:latin typeface="Arial" panose="020B0604020202020204"/>
            </a:endParaRPr>
          </a:p>
        </p:txBody>
      </p:sp>
      <p:sp>
        <p:nvSpPr>
          <p:cNvPr id="1357" name="TextBox 1356"/>
          <p:cNvSpPr txBox="1"/>
          <p:nvPr/>
        </p:nvSpPr>
        <p:spPr>
          <a:xfrm>
            <a:off x="5001987" y="1336975"/>
            <a:ext cx="246956" cy="70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60" b="0" i="0">
                <a:solidFill>
                  <a:srgbClr val="4D4D4D"/>
                </a:solidFill>
                <a:latin typeface="Arial" panose="020B0604020202020204"/>
              </a:rPr>
              <a:t>process</a:t>
            </a:r>
            <a:endParaRPr sz="46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58" name="TextBox 1357"/>
          <p:cNvSpPr txBox="1"/>
          <p:nvPr/>
        </p:nvSpPr>
        <p:spPr>
          <a:xfrm>
            <a:off x="5407907" y="1336975"/>
            <a:ext cx="184015" cy="70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60" b="0" i="0">
                <a:solidFill>
                  <a:srgbClr val="4D4D4D"/>
                </a:solidFill>
                <a:latin typeface="Arial" panose="020B0604020202020204"/>
              </a:rPr>
              <a:t>buffer</a:t>
            </a:r>
            <a:endParaRPr sz="46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59" name="TextBox 1358"/>
          <p:cNvSpPr txBox="1"/>
          <p:nvPr/>
        </p:nvSpPr>
        <p:spPr>
          <a:xfrm>
            <a:off x="5813828" y="1336642"/>
            <a:ext cx="265252" cy="70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60" b="0" i="0">
                <a:solidFill>
                  <a:srgbClr val="4D4D4D"/>
                </a:solidFill>
                <a:latin typeface="Arial" panose="020B0604020202020204"/>
              </a:rPr>
              <a:t>handling</a:t>
            </a:r>
            <a:endParaRPr sz="46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60" name="TextBox 1359"/>
          <p:cNvSpPr txBox="1"/>
          <p:nvPr/>
        </p:nvSpPr>
        <p:spPr>
          <a:xfrm>
            <a:off x="6219748" y="1336975"/>
            <a:ext cx="170733" cy="70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60" b="0" i="0">
                <a:solidFill>
                  <a:srgbClr val="4D4D4D"/>
                </a:solidFill>
                <a:latin typeface="Arial" panose="020B0604020202020204"/>
              </a:rPr>
              <a:t>weak</a:t>
            </a:r>
            <a:endParaRPr sz="46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61" name="TextBox 1360"/>
          <p:cNvSpPr txBox="1"/>
          <p:nvPr/>
        </p:nvSpPr>
        <p:spPr>
          <a:xfrm>
            <a:off x="5208361" y="1500786"/>
            <a:ext cx="963899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geographic mask </a:t>
            </a:r>
            <a:r>
              <a:rPr sz="480" b="0" i="1">
                <a:solidFill>
                  <a:srgbClr val="4D4D4D"/>
                </a:solidFill>
                <a:latin typeface="Arial" panose="020B0604020202020204"/>
              </a:rPr>
              <a:t>M</a:t>
            </a:r>
            <a:r>
              <a:rPr sz="480" b="0" i="1" baseline="30000">
                <a:solidFill>
                  <a:srgbClr val="4D4D4D"/>
                </a:solidFill>
                <a:latin typeface="Arial" panose="020B0604020202020204"/>
              </a:rPr>
              <a:t>G</a:t>
            </a:r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: </a:t>
            </a:r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 &lt; 4</a:t>
            </a:r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 hops</a:t>
            </a:r>
            <a:endParaRPr sz="48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62" name="TextBox 1361"/>
          <p:cNvSpPr txBox="1"/>
          <p:nvPr/>
        </p:nvSpPr>
        <p:spPr>
          <a:xfrm>
            <a:off x="5086441" y="1598992"/>
            <a:ext cx="1237000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semantic mask </a:t>
            </a:r>
            <a:r>
              <a:rPr sz="480" b="0" i="1">
                <a:solidFill>
                  <a:srgbClr val="4D4D4D"/>
                </a:solidFill>
                <a:latin typeface="Arial" panose="020B0604020202020204"/>
              </a:rPr>
              <a:t>M</a:t>
            </a:r>
            <a:r>
              <a:rPr sz="480" b="0" i="1" baseline="30000">
                <a:solidFill>
                  <a:srgbClr val="4D4D4D"/>
                </a:solidFill>
                <a:latin typeface="Arial" panose="020B0604020202020204"/>
              </a:rPr>
              <a:t>S</a:t>
            </a:r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: top-5 trajectory corr.</a:t>
            </a:r>
            <a:endParaRPr sz="48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20" name="Shape 1324"/>
          <p:cNvSpPr/>
          <p:nvPr/>
        </p:nvSpPr>
        <p:spPr>
          <a:xfrm>
            <a:off x="0" y="1882292"/>
            <a:ext cx="1600766" cy="1787133"/>
          </a:xfrm>
          <a:custGeom>
            <a:avLst/>
            <a:gdLst/>
            <a:ahLst/>
            <a:cxnLst/>
            <a:rect l="0" t="0" r="r" b="b"/>
            <a:pathLst>
              <a:path w="1600766" h="1787133">
                <a:moveTo>
                  <a:pt x="1538569" y="124395"/>
                </a:moveTo>
                <a:cubicBezTo>
                  <a:pt x="1555064" y="124395"/>
                  <a:pt x="1570886" y="117841"/>
                  <a:pt x="1582549" y="106178"/>
                </a:cubicBezTo>
                <a:cubicBezTo>
                  <a:pt x="1594213" y="94514"/>
                  <a:pt x="1600766" y="78692"/>
                  <a:pt x="1600766" y="62197"/>
                </a:cubicBezTo>
                <a:cubicBezTo>
                  <a:pt x="1600766" y="45702"/>
                  <a:pt x="1594213" y="29881"/>
                  <a:pt x="1582549" y="18217"/>
                </a:cubicBezTo>
                <a:cubicBezTo>
                  <a:pt x="1570886" y="6553"/>
                  <a:pt x="1555064" y="0"/>
                  <a:pt x="1538569" y="0"/>
                </a:cubicBezTo>
                <a:cubicBezTo>
                  <a:pt x="1522074" y="0"/>
                  <a:pt x="1506252" y="6553"/>
                  <a:pt x="1494589" y="18217"/>
                </a:cubicBezTo>
                <a:cubicBezTo>
                  <a:pt x="1482925" y="29881"/>
                  <a:pt x="1476371" y="45702"/>
                  <a:pt x="1476371" y="62197"/>
                </a:cubicBezTo>
                <a:cubicBezTo>
                  <a:pt x="1476371" y="78692"/>
                  <a:pt x="1482925" y="94514"/>
                  <a:pt x="1494589" y="106178"/>
                </a:cubicBezTo>
                <a:cubicBezTo>
                  <a:pt x="1506252" y="117841"/>
                  <a:pt x="1522074" y="124395"/>
                  <a:pt x="1538569" y="124395"/>
                </a:cubicBezTo>
                <a:close/>
              </a:path>
            </a:pathLst>
          </a:custGeom>
          <a:solidFill>
            <a:srgbClr val="FFFFFF"/>
          </a:solidFill>
          <a:ln w="11430" cap="flat">
            <a:solidFill>
              <a:srgbClr val="3775BA"/>
            </a:solidFill>
            <a:miter/>
          </a:ln>
        </p:spPr>
      </p:sp>
      <p:sp>
        <p:nvSpPr>
          <p:cNvPr id="1363" name="TextBox 1362"/>
          <p:cNvSpPr txBox="1"/>
          <p:nvPr/>
        </p:nvSpPr>
        <p:spPr>
          <a:xfrm>
            <a:off x="1518114" y="1900079"/>
            <a:ext cx="64107" cy="883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80" b="1" i="0">
                <a:solidFill>
                  <a:srgbClr val="3775BA"/>
                </a:solidFill>
                <a:latin typeface="Arial" panose="020B0604020202020204"/>
              </a:rPr>
              <a:t>5</a:t>
            </a:r>
            <a:endParaRPr sz="580" b="1" i="0">
              <a:solidFill>
                <a:srgbClr val="3775BA"/>
              </a:solidFill>
              <a:latin typeface="Arial" panose="020B0604020202020204"/>
            </a:endParaRPr>
          </a:p>
        </p:txBody>
      </p:sp>
      <p:sp>
        <p:nvSpPr>
          <p:cNvPr id="1364" name="TextBox 1363"/>
          <p:cNvSpPr txBox="1"/>
          <p:nvPr/>
        </p:nvSpPr>
        <p:spPr>
          <a:xfrm>
            <a:off x="1643323" y="1888455"/>
            <a:ext cx="507895" cy="1036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272727"/>
                </a:solidFill>
                <a:latin typeface="Arial" panose="020B0604020202020204"/>
              </a:rPr>
              <a:t>PHAST-DP</a:t>
            </a:r>
            <a:endParaRPr sz="680" b="1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65" name="TextBox 1364"/>
          <p:cNvSpPr txBox="1"/>
          <p:nvPr/>
        </p:nvSpPr>
        <p:spPr>
          <a:xfrm>
            <a:off x="2717048" y="1905451"/>
            <a:ext cx="1732582" cy="792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20" b="0" i="1">
                <a:solidFill>
                  <a:srgbClr val="4D4D4D"/>
                </a:solidFill>
                <a:latin typeface="Arial" panose="020B0604020202020204"/>
              </a:rPr>
              <a:t>process-informed heterogeneous-graph Transformer</a:t>
            </a:r>
            <a:endParaRPr sz="520" b="0" i="1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66" name="TextBox 1365"/>
          <p:cNvSpPr txBox="1"/>
          <p:nvPr/>
        </p:nvSpPr>
        <p:spPr>
          <a:xfrm>
            <a:off x="5611392" y="2153608"/>
            <a:ext cx="794385" cy="853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60" b="1" i="0">
                <a:solidFill>
                  <a:srgbClr val="272727"/>
                </a:solidFill>
                <a:latin typeface="Arial" panose="020B0604020202020204"/>
              </a:rPr>
              <a:t>Grouped embedding</a:t>
            </a:r>
            <a:endParaRPr sz="560" b="1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67" name="TextBox 1366"/>
          <p:cNvSpPr txBox="1"/>
          <p:nvPr/>
        </p:nvSpPr>
        <p:spPr>
          <a:xfrm>
            <a:off x="5584679" y="2330646"/>
            <a:ext cx="223326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272727"/>
                </a:solidFill>
                <a:latin typeface="Arial" panose="020B0604020202020204"/>
              </a:rPr>
              <a:t>Queue</a:t>
            </a:r>
            <a:endParaRPr sz="480" b="0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68" name="TextBox 1367"/>
          <p:cNvSpPr txBox="1"/>
          <p:nvPr/>
        </p:nvSpPr>
        <p:spPr>
          <a:xfrm>
            <a:off x="5943596" y="2330646"/>
            <a:ext cx="56266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4</a:t>
            </a:r>
            <a:endParaRPr sz="48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69" name="TextBox 1368"/>
          <p:cNvSpPr txBox="1"/>
          <p:nvPr/>
        </p:nvSpPr>
        <p:spPr>
          <a:xfrm>
            <a:off x="5584679" y="2471409"/>
            <a:ext cx="151104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272727"/>
                </a:solidFill>
                <a:latin typeface="Arial" panose="020B0604020202020204"/>
              </a:rPr>
              <a:t>Stall</a:t>
            </a:r>
            <a:endParaRPr sz="480" b="0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70" name="TextBox 1369"/>
          <p:cNvSpPr txBox="1"/>
          <p:nvPr/>
        </p:nvSpPr>
        <p:spPr>
          <a:xfrm>
            <a:off x="5943596" y="2471409"/>
            <a:ext cx="56266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6</a:t>
            </a:r>
            <a:endParaRPr sz="48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71" name="TextBox 1370"/>
          <p:cNvSpPr txBox="1"/>
          <p:nvPr/>
        </p:nvSpPr>
        <p:spPr>
          <a:xfrm>
            <a:off x="5584679" y="2611815"/>
            <a:ext cx="283921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272727"/>
                </a:solidFill>
                <a:latin typeface="Arial" panose="020B0604020202020204"/>
              </a:rPr>
              <a:t>Logistics</a:t>
            </a:r>
            <a:endParaRPr sz="480" b="0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72" name="TextBox 1371"/>
          <p:cNvSpPr txBox="1"/>
          <p:nvPr/>
        </p:nvSpPr>
        <p:spPr>
          <a:xfrm>
            <a:off x="5943596" y="2612172"/>
            <a:ext cx="56266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4</a:t>
            </a:r>
            <a:endParaRPr sz="48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73" name="TextBox 1372"/>
          <p:cNvSpPr txBox="1"/>
          <p:nvPr/>
        </p:nvSpPr>
        <p:spPr>
          <a:xfrm>
            <a:off x="5584679" y="2752958"/>
            <a:ext cx="295442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272727"/>
                </a:solidFill>
                <a:latin typeface="Arial" panose="020B0604020202020204"/>
              </a:rPr>
              <a:t>Shortage</a:t>
            </a:r>
            <a:endParaRPr sz="480" b="0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74" name="TextBox 1373"/>
          <p:cNvSpPr txBox="1"/>
          <p:nvPr/>
        </p:nvSpPr>
        <p:spPr>
          <a:xfrm>
            <a:off x="5943596" y="2752934"/>
            <a:ext cx="56266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1</a:t>
            </a:r>
            <a:endParaRPr sz="48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75" name="TextBox 1374"/>
          <p:cNvSpPr txBox="1"/>
          <p:nvPr/>
        </p:nvSpPr>
        <p:spPr>
          <a:xfrm>
            <a:off x="5584679" y="2893697"/>
            <a:ext cx="253624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272727"/>
                </a:solidFill>
                <a:latin typeface="Arial" panose="020B0604020202020204"/>
              </a:rPr>
              <a:t>Context</a:t>
            </a:r>
            <a:endParaRPr sz="480" b="0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76" name="TextBox 1375"/>
          <p:cNvSpPr txBox="1"/>
          <p:nvPr/>
        </p:nvSpPr>
        <p:spPr>
          <a:xfrm>
            <a:off x="5943596" y="2893697"/>
            <a:ext cx="56266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7</a:t>
            </a:r>
            <a:endParaRPr sz="48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77" name="TextBox 1376"/>
          <p:cNvSpPr txBox="1"/>
          <p:nvPr/>
        </p:nvSpPr>
        <p:spPr>
          <a:xfrm>
            <a:off x="5584679" y="3034103"/>
            <a:ext cx="166253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272727"/>
                </a:solidFill>
                <a:latin typeface="Arial" panose="020B0604020202020204"/>
              </a:rPr>
              <a:t>Type</a:t>
            </a:r>
            <a:endParaRPr sz="480" b="0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78" name="TextBox 1377"/>
          <p:cNvSpPr txBox="1"/>
          <p:nvPr/>
        </p:nvSpPr>
        <p:spPr>
          <a:xfrm>
            <a:off x="5943596" y="3034460"/>
            <a:ext cx="56266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5</a:t>
            </a:r>
            <a:endParaRPr sz="48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79" name="TextBox 1378"/>
          <p:cNvSpPr txBox="1"/>
          <p:nvPr/>
        </p:nvSpPr>
        <p:spPr>
          <a:xfrm>
            <a:off x="6151621" y="2691639"/>
            <a:ext cx="170893" cy="655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30" b="0" i="0">
                <a:solidFill>
                  <a:srgbClr val="272727"/>
                </a:solidFill>
                <a:latin typeface="Arial" panose="020B0604020202020204"/>
              </a:rPr>
              <a:t>mean</a:t>
            </a:r>
            <a:endParaRPr sz="430" b="0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80" name="TextBox 1379"/>
          <p:cNvSpPr txBox="1"/>
          <p:nvPr/>
        </p:nvSpPr>
        <p:spPr>
          <a:xfrm>
            <a:off x="5686592" y="3231775"/>
            <a:ext cx="625937" cy="7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0" b="0" i="0">
                <a:solidFill>
                  <a:srgbClr val="272727"/>
                </a:solidFill>
                <a:latin typeface="Arial" panose="020B0604020202020204"/>
              </a:rPr>
              <a:t> +  </a:t>
            </a:r>
            <a:r>
              <a:rPr sz="500" b="0" i="1">
                <a:solidFill>
                  <a:srgbClr val="272727"/>
                </a:solidFill>
                <a:latin typeface="Arial" panose="020B0604020202020204"/>
              </a:rPr>
              <a:t>E</a:t>
            </a:r>
            <a:r>
              <a:rPr sz="500" b="0" i="0" baseline="-25000">
                <a:solidFill>
                  <a:srgbClr val="272727"/>
                </a:solidFill>
                <a:latin typeface="Arial" panose="020B0604020202020204"/>
              </a:rPr>
              <a:t>time</a:t>
            </a:r>
            <a:r>
              <a:rPr sz="500" b="0" i="0">
                <a:solidFill>
                  <a:srgbClr val="272727"/>
                </a:solidFill>
                <a:latin typeface="Arial" panose="020B0604020202020204"/>
              </a:rPr>
              <a:t> + </a:t>
            </a:r>
            <a:r>
              <a:rPr sz="500" b="0" i="1">
                <a:solidFill>
                  <a:srgbClr val="272727"/>
                </a:solidFill>
                <a:latin typeface="Arial" panose="020B0604020202020204"/>
              </a:rPr>
              <a:t>E</a:t>
            </a:r>
            <a:r>
              <a:rPr sz="500" b="0" i="0" baseline="-25000">
                <a:solidFill>
                  <a:srgbClr val="272727"/>
                </a:solidFill>
                <a:latin typeface="Arial" panose="020B0604020202020204"/>
              </a:rPr>
              <a:t>lap</a:t>
            </a:r>
            <a:r>
              <a:rPr sz="500" b="0" i="0">
                <a:solidFill>
                  <a:srgbClr val="272727"/>
                </a:solidFill>
                <a:latin typeface="Arial" panose="020B0604020202020204"/>
              </a:rPr>
              <a:t> + </a:t>
            </a:r>
            <a:r>
              <a:rPr sz="500" b="0" i="1">
                <a:solidFill>
                  <a:srgbClr val="272727"/>
                </a:solidFill>
                <a:latin typeface="Arial" panose="020B0604020202020204"/>
              </a:rPr>
              <a:t>E</a:t>
            </a:r>
            <a:r>
              <a:rPr sz="500" b="0" i="0" baseline="-25000">
                <a:solidFill>
                  <a:srgbClr val="272727"/>
                </a:solidFill>
                <a:latin typeface="Arial" panose="020B0604020202020204"/>
              </a:rPr>
              <a:t>node</a:t>
            </a:r>
            <a:endParaRPr sz="500" b="0" i="0" baseline="-2500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81" name="TextBox 1380"/>
          <p:cNvSpPr txBox="1"/>
          <p:nvPr/>
        </p:nvSpPr>
        <p:spPr>
          <a:xfrm>
            <a:off x="5849660" y="3359446"/>
            <a:ext cx="260664" cy="792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20" b="0" i="0">
                <a:solidFill>
                  <a:srgbClr val="272727"/>
                </a:solidFill>
                <a:latin typeface="Arial" panose="020B0604020202020204"/>
              </a:rPr>
              <a:t> →  </a:t>
            </a:r>
            <a:r>
              <a:rPr sz="520" b="0" i="1">
                <a:solidFill>
                  <a:srgbClr val="272727"/>
                </a:solidFill>
                <a:latin typeface="Arial" panose="020B0604020202020204"/>
              </a:rPr>
              <a:t>H</a:t>
            </a:r>
            <a:r>
              <a:rPr sz="520" b="0" i="0" baseline="30000">
                <a:solidFill>
                  <a:srgbClr val="272727"/>
                </a:solidFill>
                <a:latin typeface="Arial" panose="020B0604020202020204"/>
              </a:rPr>
              <a:t>(0)</a:t>
            </a:r>
            <a:endParaRPr sz="520" b="0" i="0" baseline="3000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82" name="TextBox 1381"/>
          <p:cNvSpPr txBox="1"/>
          <p:nvPr/>
        </p:nvSpPr>
        <p:spPr>
          <a:xfrm>
            <a:off x="2749783" y="2134110"/>
            <a:ext cx="980968" cy="853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60" b="1" i="0">
                <a:solidFill>
                  <a:srgbClr val="272727"/>
                </a:solidFill>
                <a:latin typeface="Arial" panose="020B0604020202020204"/>
              </a:rPr>
              <a:t>Encoder block </a:t>
            </a:r>
            <a:r>
              <a:rPr sz="560" b="1" i="0">
                <a:solidFill>
                  <a:srgbClr val="272727"/>
                </a:solidFill>
                <a:latin typeface="Arial" panose="020B0604020202020204"/>
              </a:rPr>
              <a:t> × 5</a:t>
            </a:r>
            <a:r>
              <a:rPr sz="560" b="1" i="0">
                <a:solidFill>
                  <a:srgbClr val="272727"/>
                </a:solidFill>
                <a:latin typeface="Arial" panose="020B0604020202020204"/>
              </a:rPr>
              <a:t>  (</a:t>
            </a:r>
            <a:r>
              <a:rPr sz="560" b="1" i="1">
                <a:solidFill>
                  <a:srgbClr val="272727"/>
                </a:solidFill>
                <a:latin typeface="Arial" panose="020B0604020202020204"/>
              </a:rPr>
              <a:t>d</a:t>
            </a:r>
            <a:r>
              <a:rPr sz="560" b="1" i="0">
                <a:solidFill>
                  <a:srgbClr val="272727"/>
                </a:solidFill>
                <a:latin typeface="Arial" panose="020B0604020202020204"/>
              </a:rPr>
              <a:t> = 80</a:t>
            </a:r>
            <a:r>
              <a:rPr sz="560" b="1" i="0">
                <a:solidFill>
                  <a:srgbClr val="272727"/>
                </a:solidFill>
                <a:latin typeface="Arial" panose="020B0604020202020204"/>
              </a:rPr>
              <a:t>)</a:t>
            </a:r>
            <a:endParaRPr sz="560" b="1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83" name="TextBox 1382"/>
          <p:cNvSpPr txBox="1"/>
          <p:nvPr/>
        </p:nvSpPr>
        <p:spPr>
          <a:xfrm>
            <a:off x="3692566" y="2265471"/>
            <a:ext cx="604867" cy="792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20" b="1" i="0">
                <a:solidFill>
                  <a:srgbClr val="272727"/>
                </a:solidFill>
                <a:latin typeface="Arial" panose="020B0604020202020204"/>
              </a:rPr>
              <a:t>Pattern attention</a:t>
            </a:r>
            <a:endParaRPr sz="520" b="1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84" name="TextBox 1383"/>
          <p:cNvSpPr txBox="1"/>
          <p:nvPr/>
        </p:nvSpPr>
        <p:spPr>
          <a:xfrm>
            <a:off x="3692566" y="2382972"/>
            <a:ext cx="1257482" cy="71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queue patch </a:t>
            </a:r>
            <a:r>
              <a:rPr sz="470" b="0" i="1">
                <a:solidFill>
                  <a:srgbClr val="4D4D4D"/>
                </a:solidFill>
                <a:latin typeface="Arial" panose="020B0604020202020204"/>
              </a:rPr>
              <a:t>P</a:t>
            </a:r>
            <a:r>
              <a:rPr sz="470" b="0" i="1" baseline="-25000">
                <a:solidFill>
                  <a:srgbClr val="4D4D4D"/>
                </a:solidFill>
                <a:latin typeface="Arial" panose="020B0604020202020204"/>
              </a:rPr>
              <a:t>t</a:t>
            </a:r>
            <a:r>
              <a:rPr sz="470" b="0" i="0" baseline="-25000">
                <a:solidFill>
                  <a:srgbClr val="4D4D4D"/>
                </a:solidFill>
                <a:latin typeface="Arial" panose="020B0604020202020204"/>
              </a:rPr>
              <a:t>,</a:t>
            </a:r>
            <a:r>
              <a:rPr sz="470" b="0" i="1" baseline="-25000">
                <a:solidFill>
                  <a:srgbClr val="4D4D4D"/>
                </a:solidFill>
                <a:latin typeface="Arial" panose="020B0604020202020204"/>
              </a:rPr>
              <a:t>n</a:t>
            </a:r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 </a:t>
            </a:r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 × </a:t>
            </a:r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 activity keys </a:t>
            </a:r>
            <a:r>
              <a:rPr sz="470" b="0" i="1">
                <a:solidFill>
                  <a:srgbClr val="4D4D4D"/>
                </a:solidFill>
                <a:latin typeface="Arial" panose="020B0604020202020204"/>
              </a:rPr>
              <a:t>K</a:t>
            </a:r>
            <a:r>
              <a:rPr sz="470" b="0" i="1" baseline="30000">
                <a:solidFill>
                  <a:srgbClr val="4D4D4D"/>
                </a:solidFill>
                <a:latin typeface="Arial" panose="020B0604020202020204"/>
              </a:rPr>
              <a:t>P</a:t>
            </a:r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 </a:t>
            </a:r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 → </a:t>
            </a:r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 </a:t>
            </a:r>
            <a:r>
              <a:rPr sz="470" b="0" i="1">
                <a:solidFill>
                  <a:srgbClr val="4D4D4D"/>
                </a:solidFill>
                <a:latin typeface="Arial" panose="020B0604020202020204"/>
              </a:rPr>
              <a:t>C</a:t>
            </a:r>
            <a:r>
              <a:rPr sz="470" b="0" i="1" baseline="30000">
                <a:solidFill>
                  <a:srgbClr val="4D4D4D"/>
                </a:solidFill>
                <a:latin typeface="Arial" panose="020B0604020202020204"/>
              </a:rPr>
              <a:t>P</a:t>
            </a:r>
            <a:endParaRPr sz="470" b="0" i="1" baseline="3000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85" name="TextBox 1384"/>
          <p:cNvSpPr txBox="1"/>
          <p:nvPr/>
        </p:nvSpPr>
        <p:spPr>
          <a:xfrm>
            <a:off x="3692566" y="2579708"/>
            <a:ext cx="1125946" cy="792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20" b="1" i="0">
                <a:solidFill>
                  <a:srgbClr val="272727"/>
                </a:solidFill>
                <a:latin typeface="Arial" panose="020B0604020202020204"/>
              </a:rPr>
              <a:t>Geographic attention  (2 heads)</a:t>
            </a:r>
            <a:endParaRPr sz="520" b="1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86" name="TextBox 1385"/>
          <p:cNvSpPr txBox="1"/>
          <p:nvPr/>
        </p:nvSpPr>
        <p:spPr>
          <a:xfrm>
            <a:off x="3692566" y="2701805"/>
            <a:ext cx="1325758" cy="71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mask </a:t>
            </a:r>
            <a:r>
              <a:rPr sz="470" b="0" i="1">
                <a:solidFill>
                  <a:srgbClr val="4D4D4D"/>
                </a:solidFill>
                <a:latin typeface="Arial" panose="020B0604020202020204"/>
              </a:rPr>
              <a:t>M</a:t>
            </a:r>
            <a:r>
              <a:rPr sz="470" b="0" i="1" baseline="30000">
                <a:solidFill>
                  <a:srgbClr val="4D4D4D"/>
                </a:solidFill>
                <a:latin typeface="Arial" panose="020B0604020202020204"/>
              </a:rPr>
              <a:t>G</a:t>
            </a:r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;  keys </a:t>
            </a:r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 +  </a:t>
            </a:r>
            <a:r>
              <a:rPr sz="470" b="0" i="1">
                <a:solidFill>
                  <a:srgbClr val="4D4D4D"/>
                </a:solidFill>
                <a:latin typeface="Arial" panose="020B0604020202020204"/>
              </a:rPr>
              <a:t>C</a:t>
            </a:r>
            <a:r>
              <a:rPr sz="470" b="0" i="1" baseline="30000">
                <a:solidFill>
                  <a:srgbClr val="4D4D4D"/>
                </a:solidFill>
                <a:latin typeface="Arial" panose="020B0604020202020204"/>
              </a:rPr>
              <a:t>P</a:t>
            </a:r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  (delayed propagation)</a:t>
            </a:r>
            <a:endParaRPr sz="47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87" name="TextBox 1386"/>
          <p:cNvSpPr txBox="1"/>
          <p:nvPr/>
        </p:nvSpPr>
        <p:spPr>
          <a:xfrm>
            <a:off x="3692566" y="2893969"/>
            <a:ext cx="1042469" cy="792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20" b="1" i="0">
                <a:solidFill>
                  <a:srgbClr val="272727"/>
                </a:solidFill>
                <a:latin typeface="Arial" panose="020B0604020202020204"/>
              </a:rPr>
              <a:t>Temporal attention  (4 heads)</a:t>
            </a:r>
            <a:endParaRPr sz="520" b="1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88" name="TextBox 1387"/>
          <p:cNvSpPr txBox="1"/>
          <p:nvPr/>
        </p:nvSpPr>
        <p:spPr>
          <a:xfrm>
            <a:off x="3692566" y="3002874"/>
            <a:ext cx="1021026" cy="71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each resource across 30 windows</a:t>
            </a:r>
            <a:endParaRPr sz="47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89" name="TextBox 1388"/>
          <p:cNvSpPr txBox="1"/>
          <p:nvPr/>
        </p:nvSpPr>
        <p:spPr>
          <a:xfrm>
            <a:off x="3692566" y="3208230"/>
            <a:ext cx="1044016" cy="792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20" b="1" i="0">
                <a:solidFill>
                  <a:srgbClr val="272727"/>
                </a:solidFill>
                <a:latin typeface="Arial" panose="020B0604020202020204"/>
              </a:rPr>
              <a:t>Semantic attention  (2 heads)</a:t>
            </a:r>
            <a:endParaRPr sz="520" b="1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90" name="TextBox 1389"/>
          <p:cNvSpPr txBox="1"/>
          <p:nvPr/>
        </p:nvSpPr>
        <p:spPr>
          <a:xfrm>
            <a:off x="3692566" y="3330327"/>
            <a:ext cx="1363309" cy="71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mask </a:t>
            </a:r>
            <a:r>
              <a:rPr sz="470" b="0" i="1">
                <a:solidFill>
                  <a:srgbClr val="4D4D4D"/>
                </a:solidFill>
                <a:latin typeface="Arial" panose="020B0604020202020204"/>
              </a:rPr>
              <a:t>M</a:t>
            </a:r>
            <a:r>
              <a:rPr sz="470" b="0" i="1" baseline="30000">
                <a:solidFill>
                  <a:srgbClr val="4D4D4D"/>
                </a:solidFill>
                <a:latin typeface="Arial" panose="020B0604020202020204"/>
              </a:rPr>
              <a:t>S</a:t>
            </a:r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;  similar but non-adjacent resources</a:t>
            </a:r>
            <a:endParaRPr sz="47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91" name="TextBox 1390"/>
          <p:cNvSpPr txBox="1"/>
          <p:nvPr/>
        </p:nvSpPr>
        <p:spPr>
          <a:xfrm>
            <a:off x="2859747" y="2643394"/>
            <a:ext cx="578571" cy="7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0" b="1" i="0">
                <a:solidFill>
                  <a:srgbClr val="272727"/>
                </a:solidFill>
                <a:latin typeface="Arial" panose="020B0604020202020204"/>
              </a:rPr>
              <a:t>Concat + project</a:t>
            </a:r>
            <a:endParaRPr sz="500" b="1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92" name="TextBox 1391"/>
          <p:cNvSpPr txBox="1"/>
          <p:nvPr/>
        </p:nvSpPr>
        <p:spPr>
          <a:xfrm>
            <a:off x="2928518" y="2764956"/>
            <a:ext cx="424525" cy="7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0" b="0" i="0">
                <a:solidFill>
                  <a:srgbClr val="272727"/>
                </a:solidFill>
                <a:latin typeface="Arial" panose="020B0604020202020204"/>
              </a:rPr>
              <a:t>[</a:t>
            </a:r>
            <a:r>
              <a:rPr sz="500" b="0" i="1">
                <a:solidFill>
                  <a:srgbClr val="272727"/>
                </a:solidFill>
                <a:latin typeface="Arial" panose="020B0604020202020204"/>
              </a:rPr>
              <a:t>H</a:t>
            </a:r>
            <a:r>
              <a:rPr sz="500" b="0" i="1" baseline="-25000">
                <a:solidFill>
                  <a:srgbClr val="272727"/>
                </a:solidFill>
                <a:latin typeface="Arial" panose="020B0604020202020204"/>
              </a:rPr>
              <a:t>T</a:t>
            </a:r>
            <a:r>
              <a:rPr sz="500" b="0" i="0">
                <a:solidFill>
                  <a:srgbClr val="272727"/>
                </a:solidFill>
                <a:latin typeface="Arial" panose="020B0604020202020204"/>
              </a:rPr>
              <a:t> ‖ </a:t>
            </a:r>
            <a:r>
              <a:rPr sz="500" b="0" i="1">
                <a:solidFill>
                  <a:srgbClr val="272727"/>
                </a:solidFill>
                <a:latin typeface="Arial" panose="020B0604020202020204"/>
              </a:rPr>
              <a:t>H</a:t>
            </a:r>
            <a:r>
              <a:rPr sz="500" b="0" i="1" baseline="-25000">
                <a:solidFill>
                  <a:srgbClr val="272727"/>
                </a:solidFill>
                <a:latin typeface="Arial" panose="020B0604020202020204"/>
              </a:rPr>
              <a:t>G</a:t>
            </a:r>
            <a:r>
              <a:rPr sz="500" b="0" i="0">
                <a:solidFill>
                  <a:srgbClr val="272727"/>
                </a:solidFill>
                <a:latin typeface="Arial" panose="020B0604020202020204"/>
              </a:rPr>
              <a:t> ‖ </a:t>
            </a:r>
            <a:r>
              <a:rPr sz="500" b="0" i="1">
                <a:solidFill>
                  <a:srgbClr val="272727"/>
                </a:solidFill>
                <a:latin typeface="Arial" panose="020B0604020202020204"/>
              </a:rPr>
              <a:t>H</a:t>
            </a:r>
            <a:r>
              <a:rPr sz="500" b="0" i="1" baseline="-25000">
                <a:solidFill>
                  <a:srgbClr val="272727"/>
                </a:solidFill>
                <a:latin typeface="Arial" panose="020B0604020202020204"/>
              </a:rPr>
              <a:t>S</a:t>
            </a:r>
            <a:r>
              <a:rPr sz="500" b="0" i="0">
                <a:solidFill>
                  <a:srgbClr val="272727"/>
                </a:solidFill>
                <a:latin typeface="Arial" panose="020B0604020202020204"/>
              </a:rPr>
              <a:t>]</a:t>
            </a:r>
            <a:endParaRPr sz="500" b="0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93" name="TextBox 1392"/>
          <p:cNvSpPr txBox="1"/>
          <p:nvPr/>
        </p:nvSpPr>
        <p:spPr>
          <a:xfrm>
            <a:off x="2924303" y="3114833"/>
            <a:ext cx="433966" cy="7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0" b="1" i="0">
                <a:solidFill>
                  <a:srgbClr val="272727"/>
                </a:solidFill>
                <a:latin typeface="Arial" panose="020B0604020202020204"/>
              </a:rPr>
              <a:t>Add &amp; Norm</a:t>
            </a:r>
            <a:endParaRPr sz="500" b="1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94" name="TextBox 1393"/>
          <p:cNvSpPr txBox="1"/>
          <p:nvPr/>
        </p:nvSpPr>
        <p:spPr>
          <a:xfrm>
            <a:off x="2903872" y="3239181"/>
            <a:ext cx="479732" cy="7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0" b="0" i="0">
                <a:solidFill>
                  <a:srgbClr val="272727"/>
                </a:solidFill>
                <a:latin typeface="Arial" panose="020B0604020202020204"/>
              </a:rPr>
              <a:t>+ feed-forward</a:t>
            </a:r>
            <a:endParaRPr sz="500" b="0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95" name="TextBox 1394"/>
          <p:cNvSpPr txBox="1"/>
          <p:nvPr/>
        </p:nvSpPr>
        <p:spPr>
          <a:xfrm>
            <a:off x="1771542" y="2140561"/>
            <a:ext cx="640339" cy="853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60" b="1" i="0">
                <a:solidFill>
                  <a:srgbClr val="272727"/>
                </a:solidFill>
                <a:latin typeface="Arial" panose="020B0604020202020204"/>
              </a:rPr>
              <a:t>Multi-task heads</a:t>
            </a:r>
            <a:endParaRPr sz="560" b="1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96" name="TextBox 1395"/>
          <p:cNvSpPr txBox="1"/>
          <p:nvPr/>
        </p:nvSpPr>
        <p:spPr>
          <a:xfrm>
            <a:off x="1597493" y="2322822"/>
            <a:ext cx="738591" cy="746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90" b="0" i="0">
                <a:solidFill>
                  <a:srgbClr val="272727"/>
                </a:solidFill>
                <a:latin typeface="Arial" panose="020B0604020202020204"/>
              </a:rPr>
              <a:t>occurrence </a:t>
            </a:r>
            <a:r>
              <a:rPr sz="490" b="0" i="1">
                <a:solidFill>
                  <a:srgbClr val="272727"/>
                </a:solidFill>
                <a:latin typeface="Arial" panose="020B0604020202020204"/>
              </a:rPr>
              <a:t>p</a:t>
            </a:r>
            <a:r>
              <a:rPr sz="490" b="0" i="0" baseline="30000">
                <a:solidFill>
                  <a:srgbClr val="272727"/>
                </a:solidFill>
                <a:latin typeface="Arial" panose="020B0604020202020204"/>
              </a:rPr>
              <a:t>cont</a:t>
            </a:r>
            <a:r>
              <a:rPr sz="490" b="0" i="0">
                <a:solidFill>
                  <a:srgbClr val="272727"/>
                </a:solidFill>
                <a:latin typeface="Arial" panose="020B0604020202020204"/>
              </a:rPr>
              <a:t> / </a:t>
            </a:r>
            <a:r>
              <a:rPr sz="490" b="0" i="1">
                <a:solidFill>
                  <a:srgbClr val="272727"/>
                </a:solidFill>
                <a:latin typeface="Arial" panose="020B0604020202020204"/>
              </a:rPr>
              <a:t>p</a:t>
            </a:r>
            <a:r>
              <a:rPr sz="490" b="0" i="0" baseline="30000">
                <a:solidFill>
                  <a:srgbClr val="272727"/>
                </a:solidFill>
                <a:latin typeface="Arial" panose="020B0604020202020204"/>
              </a:rPr>
              <a:t>onset</a:t>
            </a:r>
            <a:endParaRPr sz="490" b="0" i="0" baseline="3000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97" name="TextBox 1396"/>
          <p:cNvSpPr txBox="1"/>
          <p:nvPr/>
        </p:nvSpPr>
        <p:spPr>
          <a:xfrm>
            <a:off x="1597493" y="2395482"/>
            <a:ext cx="381053" cy="685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50" b="0" i="0">
                <a:solidFill>
                  <a:srgbClr val="4D4D4D"/>
                </a:solidFill>
                <a:latin typeface="Arial" panose="020B0604020202020204"/>
              </a:rPr>
              <a:t>station event</a:t>
            </a:r>
            <a:endParaRPr sz="45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398" name="TextBox 1397"/>
          <p:cNvSpPr txBox="1"/>
          <p:nvPr/>
        </p:nvSpPr>
        <p:spPr>
          <a:xfrm>
            <a:off x="1597493" y="2552517"/>
            <a:ext cx="615696" cy="746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90" b="0" i="0">
                <a:solidFill>
                  <a:srgbClr val="272727"/>
                </a:solidFill>
                <a:latin typeface="Arial" panose="020B0604020202020204"/>
              </a:rPr>
              <a:t>start </a:t>
            </a:r>
            <a:r>
              <a:rPr sz="490" b="0" i="0">
                <a:solidFill>
                  <a:srgbClr val="272727"/>
                </a:solidFill>
                <a:latin typeface="Arial" panose="020B0604020202020204"/>
              </a:rPr>
              <a:t>π</a:t>
            </a:r>
            <a:r>
              <a:rPr sz="490" b="0" i="1" baseline="30000">
                <a:solidFill>
                  <a:srgbClr val="272727"/>
                </a:solidFill>
                <a:latin typeface="Arial" panose="020B0604020202020204"/>
              </a:rPr>
              <a:t>s</a:t>
            </a:r>
            <a:r>
              <a:rPr sz="490" b="0" i="0">
                <a:solidFill>
                  <a:srgbClr val="272727"/>
                </a:solidFill>
                <a:latin typeface="Arial" panose="020B0604020202020204"/>
              </a:rPr>
              <a:t>,  duration </a:t>
            </a:r>
            <a:r>
              <a:rPr sz="490" b="0" i="1">
                <a:solidFill>
                  <a:srgbClr val="272727"/>
                </a:solidFill>
                <a:latin typeface="Arial" panose="020B0604020202020204"/>
              </a:rPr>
              <a:t>d̂</a:t>
            </a:r>
            <a:endParaRPr sz="490" b="0" i="1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399" name="TextBox 1398"/>
          <p:cNvSpPr txBox="1"/>
          <p:nvPr/>
        </p:nvSpPr>
        <p:spPr>
          <a:xfrm>
            <a:off x="1597493" y="2630845"/>
            <a:ext cx="569663" cy="685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50" b="0" i="0">
                <a:solidFill>
                  <a:srgbClr val="4D4D4D"/>
                </a:solidFill>
                <a:latin typeface="Arial" panose="020B0604020202020204"/>
              </a:rPr>
              <a:t>when and how long</a:t>
            </a:r>
            <a:endParaRPr sz="45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400" name="TextBox 1399"/>
          <p:cNvSpPr txBox="1"/>
          <p:nvPr/>
        </p:nvSpPr>
        <p:spPr>
          <a:xfrm>
            <a:off x="1597493" y="2785070"/>
            <a:ext cx="711281" cy="746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90" b="0" i="0">
                <a:solidFill>
                  <a:srgbClr val="272727"/>
                </a:solidFill>
                <a:latin typeface="Arial" panose="020B0604020202020204"/>
              </a:rPr>
              <a:t>prefix </a:t>
            </a:r>
            <a:r>
              <a:rPr sz="490" b="0" i="1">
                <a:solidFill>
                  <a:srgbClr val="272727"/>
                </a:solidFill>
                <a:latin typeface="Arial" panose="020B0604020202020204"/>
              </a:rPr>
              <a:t>p̂</a:t>
            </a:r>
            <a:r>
              <a:rPr sz="490" b="0" i="0">
                <a:solidFill>
                  <a:srgbClr val="272727"/>
                </a:solidFill>
                <a:latin typeface="Arial" panose="020B0604020202020204"/>
              </a:rPr>
              <a:t>,  occupancy </a:t>
            </a:r>
            <a:r>
              <a:rPr sz="490" b="0" i="1">
                <a:solidFill>
                  <a:srgbClr val="272727"/>
                </a:solidFill>
                <a:latin typeface="Arial" panose="020B0604020202020204"/>
              </a:rPr>
              <a:t>Ô</a:t>
            </a:r>
            <a:endParaRPr sz="490" b="0" i="1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401" name="TextBox 1400"/>
          <p:cNvSpPr txBox="1"/>
          <p:nvPr/>
        </p:nvSpPr>
        <p:spPr>
          <a:xfrm>
            <a:off x="1597493" y="2866897"/>
            <a:ext cx="498454" cy="685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50" b="0" i="0">
                <a:solidFill>
                  <a:srgbClr val="4D4D4D"/>
                </a:solidFill>
                <a:latin typeface="Arial" panose="020B0604020202020204"/>
              </a:rPr>
              <a:t>dense future grid</a:t>
            </a:r>
            <a:endParaRPr sz="45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402" name="TextBox 1401"/>
          <p:cNvSpPr txBox="1"/>
          <p:nvPr/>
        </p:nvSpPr>
        <p:spPr>
          <a:xfrm>
            <a:off x="1597493" y="3020861"/>
            <a:ext cx="578144" cy="746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90" b="0" i="0">
                <a:solidFill>
                  <a:srgbClr val="272727"/>
                </a:solidFill>
                <a:latin typeface="Arial" panose="020B0604020202020204"/>
              </a:rPr>
              <a:t>cause </a:t>
            </a:r>
            <a:r>
              <a:rPr sz="490" b="0" i="1">
                <a:solidFill>
                  <a:srgbClr val="272727"/>
                </a:solidFill>
                <a:latin typeface="Arial" panose="020B0604020202020204"/>
              </a:rPr>
              <a:t>ĉ</a:t>
            </a:r>
            <a:r>
              <a:rPr sz="490" b="0" i="0">
                <a:solidFill>
                  <a:srgbClr val="272727"/>
                </a:solidFill>
                <a:latin typeface="Arial" panose="020B0604020202020204"/>
              </a:rPr>
              <a:t>,  remain </a:t>
            </a:r>
            <a:r>
              <a:rPr sz="490" b="0" i="0">
                <a:solidFill>
                  <a:srgbClr val="272727"/>
                </a:solidFill>
                <a:latin typeface="Arial" panose="020B0604020202020204"/>
              </a:rPr>
              <a:t>ℓ̂</a:t>
            </a:r>
            <a:endParaRPr sz="490" b="0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403" name="TextBox 1402"/>
          <p:cNvSpPr txBox="1"/>
          <p:nvPr/>
        </p:nvSpPr>
        <p:spPr>
          <a:xfrm>
            <a:off x="1597493" y="3102236"/>
            <a:ext cx="559048" cy="685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50" b="0" i="0">
                <a:solidFill>
                  <a:srgbClr val="4D4D4D"/>
                </a:solidFill>
                <a:latin typeface="Arial" panose="020B0604020202020204"/>
              </a:rPr>
              <a:t>graph-level pooling</a:t>
            </a:r>
            <a:endParaRPr sz="45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404" name="TextBox 1403"/>
          <p:cNvSpPr txBox="1"/>
          <p:nvPr/>
        </p:nvSpPr>
        <p:spPr>
          <a:xfrm>
            <a:off x="1656075" y="3300410"/>
            <a:ext cx="898984" cy="71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70" b="0" i="0">
                <a:solidFill>
                  <a:srgbClr val="4D4D4D"/>
                </a:solidFill>
                <a:latin typeface="Arial" panose="020B0604020202020204"/>
              </a:rPr>
              <a:t>validation-controlled decoding</a:t>
            </a:r>
            <a:endParaRPr sz="47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21" name="Shape 1325"/>
          <p:cNvSpPr/>
          <p:nvPr/>
        </p:nvSpPr>
        <p:spPr>
          <a:xfrm>
            <a:off x="0" y="1882292"/>
            <a:ext cx="225875" cy="1787133"/>
          </a:xfrm>
          <a:custGeom>
            <a:avLst/>
            <a:gdLst/>
            <a:ahLst/>
            <a:cxnLst/>
            <a:rect l="0" t="0" r="r" b="b"/>
            <a:pathLst>
              <a:path w="225875" h="1787133">
                <a:moveTo>
                  <a:pt x="163677" y="124395"/>
                </a:moveTo>
                <a:cubicBezTo>
                  <a:pt x="180172" y="124395"/>
                  <a:pt x="195994" y="117841"/>
                  <a:pt x="207657" y="106178"/>
                </a:cubicBezTo>
                <a:cubicBezTo>
                  <a:pt x="219321" y="94514"/>
                  <a:pt x="225875" y="78692"/>
                  <a:pt x="225875" y="62197"/>
                </a:cubicBezTo>
                <a:cubicBezTo>
                  <a:pt x="225875" y="45702"/>
                  <a:pt x="219321" y="29881"/>
                  <a:pt x="207657" y="18217"/>
                </a:cubicBezTo>
                <a:cubicBezTo>
                  <a:pt x="195994" y="6553"/>
                  <a:pt x="180172" y="0"/>
                  <a:pt x="163677" y="0"/>
                </a:cubicBezTo>
                <a:cubicBezTo>
                  <a:pt x="147182" y="0"/>
                  <a:pt x="131361" y="6553"/>
                  <a:pt x="119697" y="18217"/>
                </a:cubicBezTo>
                <a:cubicBezTo>
                  <a:pt x="108033" y="29881"/>
                  <a:pt x="101480" y="45702"/>
                  <a:pt x="101480" y="62197"/>
                </a:cubicBezTo>
                <a:cubicBezTo>
                  <a:pt x="101480" y="78692"/>
                  <a:pt x="108033" y="94514"/>
                  <a:pt x="119697" y="106178"/>
                </a:cubicBezTo>
                <a:cubicBezTo>
                  <a:pt x="131361" y="117841"/>
                  <a:pt x="147182" y="124395"/>
                  <a:pt x="163677" y="124395"/>
                </a:cubicBezTo>
                <a:close/>
              </a:path>
            </a:pathLst>
          </a:custGeom>
          <a:solidFill>
            <a:srgbClr val="FFFFFF"/>
          </a:solidFill>
          <a:ln w="11430" cap="flat">
            <a:solidFill>
              <a:srgbClr val="B64342"/>
            </a:solidFill>
            <a:miter/>
          </a:ln>
        </p:spPr>
      </p:sp>
      <p:sp>
        <p:nvSpPr>
          <p:cNvPr id="1405" name="TextBox 1404"/>
          <p:cNvSpPr txBox="1"/>
          <p:nvPr/>
        </p:nvSpPr>
        <p:spPr>
          <a:xfrm>
            <a:off x="143222" y="1900079"/>
            <a:ext cx="64107" cy="883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80" b="1" i="0">
                <a:solidFill>
                  <a:srgbClr val="B64342"/>
                </a:solidFill>
                <a:latin typeface="Arial" panose="020B0604020202020204"/>
              </a:rPr>
              <a:t>6</a:t>
            </a:r>
            <a:endParaRPr sz="580" b="1" i="0">
              <a:solidFill>
                <a:srgbClr val="B64342"/>
              </a:solidFill>
              <a:latin typeface="Arial" panose="020B0604020202020204"/>
            </a:endParaRPr>
          </a:p>
        </p:txBody>
      </p:sp>
      <p:sp>
        <p:nvSpPr>
          <p:cNvPr id="1406" name="TextBox 1405"/>
          <p:cNvSpPr txBox="1"/>
          <p:nvPr/>
        </p:nvSpPr>
        <p:spPr>
          <a:xfrm>
            <a:off x="268431" y="1888455"/>
            <a:ext cx="820361" cy="1036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80" b="1" i="0">
                <a:solidFill>
                  <a:srgbClr val="272727"/>
                </a:solidFill>
                <a:latin typeface="Arial" panose="020B0604020202020204"/>
              </a:rPr>
              <a:t>Bottleneck report</a:t>
            </a:r>
            <a:endParaRPr sz="680" b="1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407" name="TextBox 1406"/>
          <p:cNvSpPr txBox="1"/>
          <p:nvPr/>
        </p:nvSpPr>
        <p:spPr>
          <a:xfrm>
            <a:off x="130942" y="2212798"/>
            <a:ext cx="233248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272727"/>
                </a:solidFill>
                <a:latin typeface="Arial" panose="020B0604020202020204"/>
              </a:rPr>
              <a:t>Weld-2</a:t>
            </a:r>
            <a:endParaRPr sz="480" b="0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408" name="TextBox 1407"/>
          <p:cNvSpPr txBox="1"/>
          <p:nvPr/>
        </p:nvSpPr>
        <p:spPr>
          <a:xfrm>
            <a:off x="130942" y="2356858"/>
            <a:ext cx="283921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272727"/>
                </a:solidFill>
                <a:latin typeface="Arial" panose="020B0604020202020204"/>
              </a:rPr>
              <a:t>Gantry-1</a:t>
            </a:r>
            <a:endParaRPr sz="480" b="0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409" name="TextBox 1408"/>
          <p:cNvSpPr txBox="1"/>
          <p:nvPr/>
        </p:nvSpPr>
        <p:spPr>
          <a:xfrm>
            <a:off x="130942" y="2500871"/>
            <a:ext cx="219379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0">
                <a:solidFill>
                  <a:srgbClr val="272727"/>
                </a:solidFill>
                <a:latin typeface="Arial" panose="020B0604020202020204"/>
              </a:rPr>
              <a:t>AGV-3</a:t>
            </a:r>
            <a:endParaRPr sz="480" b="0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410" name="TextBox 1409"/>
          <p:cNvSpPr txBox="1"/>
          <p:nvPr/>
        </p:nvSpPr>
        <p:spPr>
          <a:xfrm>
            <a:off x="511750" y="2096440"/>
            <a:ext cx="138089" cy="70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60" b="0" i="0">
                <a:solidFill>
                  <a:srgbClr val="272727"/>
                </a:solidFill>
                <a:latin typeface="Arial" panose="020B0604020202020204"/>
              </a:rPr>
              <a:t>now</a:t>
            </a:r>
            <a:endParaRPr sz="460" b="0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411" name="TextBox 1410"/>
          <p:cNvSpPr txBox="1"/>
          <p:nvPr/>
        </p:nvSpPr>
        <p:spPr>
          <a:xfrm>
            <a:off x="664953" y="2496084"/>
            <a:ext cx="55839" cy="7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0" b="0" i="1">
                <a:solidFill>
                  <a:srgbClr val="B64342"/>
                </a:solidFill>
                <a:latin typeface="Arial" panose="020B0604020202020204"/>
              </a:rPr>
              <a:t>ŝ</a:t>
            </a:r>
            <a:endParaRPr sz="500" b="0" i="1">
              <a:solidFill>
                <a:srgbClr val="B64342"/>
              </a:solidFill>
              <a:latin typeface="Arial" panose="020B0604020202020204"/>
            </a:endParaRPr>
          </a:p>
        </p:txBody>
      </p:sp>
      <p:sp>
        <p:nvSpPr>
          <p:cNvPr id="1412" name="TextBox 1411"/>
          <p:cNvSpPr txBox="1"/>
          <p:nvPr/>
        </p:nvSpPr>
        <p:spPr>
          <a:xfrm>
            <a:off x="913037" y="2500347"/>
            <a:ext cx="59253" cy="7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0" b="0" i="1">
                <a:solidFill>
                  <a:srgbClr val="B64342"/>
                </a:solidFill>
                <a:latin typeface="Arial" panose="020B0604020202020204"/>
              </a:rPr>
              <a:t>d̂</a:t>
            </a:r>
            <a:endParaRPr sz="500" b="0" i="1">
              <a:solidFill>
                <a:srgbClr val="B64342"/>
              </a:solidFill>
              <a:latin typeface="Arial" panose="020B0604020202020204"/>
            </a:endParaRPr>
          </a:p>
        </p:txBody>
      </p:sp>
      <p:sp>
        <p:nvSpPr>
          <p:cNvPr id="1413" name="TextBox 1412"/>
          <p:cNvSpPr txBox="1"/>
          <p:nvPr/>
        </p:nvSpPr>
        <p:spPr>
          <a:xfrm>
            <a:off x="396451" y="2634475"/>
            <a:ext cx="992756" cy="685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50" b="0" i="0">
                <a:solidFill>
                  <a:srgbClr val="4D4D4D"/>
                </a:solidFill>
                <a:latin typeface="Arial" panose="020B0604020202020204"/>
              </a:rPr>
              <a:t>future minutes (onset cap 5/10/15)</a:t>
            </a:r>
            <a:endParaRPr sz="45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414" name="TextBox 1413"/>
          <p:cNvSpPr txBox="1"/>
          <p:nvPr/>
        </p:nvSpPr>
        <p:spPr>
          <a:xfrm>
            <a:off x="130942" y="2749886"/>
            <a:ext cx="571317" cy="7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0" b="1" i="0">
                <a:solidFill>
                  <a:srgbClr val="272727"/>
                </a:solidFill>
                <a:latin typeface="Arial" panose="020B0604020202020204"/>
              </a:rPr>
              <a:t>process cause </a:t>
            </a:r>
            <a:r>
              <a:rPr sz="500" b="1" i="1">
                <a:solidFill>
                  <a:srgbClr val="272727"/>
                </a:solidFill>
                <a:latin typeface="Arial" panose="020B0604020202020204"/>
              </a:rPr>
              <a:t>ĉ</a:t>
            </a:r>
            <a:endParaRPr sz="500" b="1" i="1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415" name="TextBox 1414"/>
          <p:cNvSpPr txBox="1"/>
          <p:nvPr/>
        </p:nvSpPr>
        <p:spPr>
          <a:xfrm>
            <a:off x="130942" y="2868998"/>
            <a:ext cx="295229" cy="70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60" b="0" i="0">
                <a:solidFill>
                  <a:srgbClr val="4D4D4D"/>
                </a:solidFill>
                <a:latin typeface="Arial" panose="020B0604020202020204"/>
              </a:rPr>
              <a:t>Transport</a:t>
            </a:r>
            <a:endParaRPr sz="46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416" name="TextBox 1415"/>
          <p:cNvSpPr txBox="1"/>
          <p:nvPr/>
        </p:nvSpPr>
        <p:spPr>
          <a:xfrm>
            <a:off x="130942" y="2970502"/>
            <a:ext cx="283334" cy="70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60" b="0" i="0">
                <a:solidFill>
                  <a:srgbClr val="4D4D4D"/>
                </a:solidFill>
                <a:latin typeface="Arial" panose="020B0604020202020204"/>
              </a:rPr>
              <a:t>Shortage</a:t>
            </a:r>
            <a:endParaRPr sz="46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417" name="TextBox 1416"/>
          <p:cNvSpPr txBox="1"/>
          <p:nvPr/>
        </p:nvSpPr>
        <p:spPr>
          <a:xfrm>
            <a:off x="130942" y="3071958"/>
            <a:ext cx="312298" cy="70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60" b="0" i="0">
                <a:solidFill>
                  <a:srgbClr val="4D4D4D"/>
                </a:solidFill>
                <a:latin typeface="Arial" panose="020B0604020202020204"/>
              </a:rPr>
              <a:t>Starvation</a:t>
            </a:r>
            <a:endParaRPr sz="46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418" name="TextBox 1417"/>
          <p:cNvSpPr txBox="1"/>
          <p:nvPr/>
        </p:nvSpPr>
        <p:spPr>
          <a:xfrm>
            <a:off x="130942" y="3173438"/>
            <a:ext cx="214365" cy="7010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60" b="0" i="0">
                <a:solidFill>
                  <a:srgbClr val="4D4D4D"/>
                </a:solidFill>
                <a:latin typeface="Arial" panose="020B0604020202020204"/>
              </a:rPr>
              <a:t>Queue</a:t>
            </a:r>
            <a:endParaRPr sz="460" b="0" i="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419" name="TextBox 1418"/>
          <p:cNvSpPr txBox="1"/>
          <p:nvPr/>
        </p:nvSpPr>
        <p:spPr>
          <a:xfrm>
            <a:off x="130942" y="3332127"/>
            <a:ext cx="776142" cy="7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0" b="1" i="0">
                <a:solidFill>
                  <a:srgbClr val="272727"/>
                </a:solidFill>
                <a:latin typeface="Arial" panose="020B0604020202020204"/>
              </a:rPr>
              <a:t>remaining order time </a:t>
            </a:r>
            <a:r>
              <a:rPr sz="500" b="1" i="0">
                <a:solidFill>
                  <a:srgbClr val="272727"/>
                </a:solidFill>
                <a:latin typeface="Arial" panose="020B0604020202020204"/>
              </a:rPr>
              <a:t>ℓ̂</a:t>
            </a:r>
            <a:endParaRPr sz="500" b="1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420" name="TextBox 1419"/>
          <p:cNvSpPr txBox="1"/>
          <p:nvPr/>
        </p:nvSpPr>
        <p:spPr>
          <a:xfrm>
            <a:off x="830958" y="3436472"/>
            <a:ext cx="313471" cy="685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50" b="0" i="0">
                <a:solidFill>
                  <a:srgbClr val="272727"/>
                </a:solidFill>
                <a:latin typeface="Arial" panose="020B0604020202020204"/>
              </a:rPr>
              <a:t>12 min left</a:t>
            </a:r>
            <a:endParaRPr sz="450" b="0" i="0">
              <a:solidFill>
                <a:srgbClr val="272727"/>
              </a:solidFill>
              <a:latin typeface="Arial" panose="020B0604020202020204"/>
            </a:endParaRPr>
          </a:p>
        </p:txBody>
      </p:sp>
      <p:sp>
        <p:nvSpPr>
          <p:cNvPr id="1421" name="TextBox 1420"/>
          <p:cNvSpPr txBox="1"/>
          <p:nvPr/>
        </p:nvSpPr>
        <p:spPr>
          <a:xfrm>
            <a:off x="6010241" y="1736707"/>
            <a:ext cx="479145" cy="731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80" b="0" i="1">
                <a:solidFill>
                  <a:srgbClr val="4D4D4D"/>
                </a:solidFill>
                <a:latin typeface="Arial" panose="020B0604020202020204"/>
              </a:rPr>
              <a:t>X</a:t>
            </a:r>
            <a:r>
              <a:rPr sz="480" b="0" i="1" baseline="-25000">
                <a:solidFill>
                  <a:srgbClr val="4D4D4D"/>
                </a:solidFill>
                <a:latin typeface="Arial" panose="020B0604020202020204"/>
              </a:rPr>
              <a:t>t</a:t>
            </a:r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, </a:t>
            </a:r>
            <a:r>
              <a:rPr sz="480" b="0" i="1">
                <a:solidFill>
                  <a:srgbClr val="4D4D4D"/>
                </a:solidFill>
                <a:latin typeface="Arial" panose="020B0604020202020204"/>
              </a:rPr>
              <a:t>G</a:t>
            </a:r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, </a:t>
            </a:r>
            <a:r>
              <a:rPr sz="480" b="0" i="1">
                <a:solidFill>
                  <a:srgbClr val="4D4D4D"/>
                </a:solidFill>
                <a:latin typeface="Arial" panose="020B0604020202020204"/>
              </a:rPr>
              <a:t>M</a:t>
            </a:r>
            <a:r>
              <a:rPr sz="480" b="0" i="1" baseline="30000">
                <a:solidFill>
                  <a:srgbClr val="4D4D4D"/>
                </a:solidFill>
                <a:latin typeface="Arial" panose="020B0604020202020204"/>
              </a:rPr>
              <a:t>G</a:t>
            </a:r>
            <a:r>
              <a:rPr sz="480" b="0" i="0">
                <a:solidFill>
                  <a:srgbClr val="4D4D4D"/>
                </a:solidFill>
                <a:latin typeface="Arial" panose="020B0604020202020204"/>
              </a:rPr>
              <a:t>, </a:t>
            </a:r>
            <a:r>
              <a:rPr sz="480" b="0" i="1">
                <a:solidFill>
                  <a:srgbClr val="4D4D4D"/>
                </a:solidFill>
                <a:latin typeface="Arial" panose="020B0604020202020204"/>
              </a:rPr>
              <a:t>M</a:t>
            </a:r>
            <a:r>
              <a:rPr sz="480" b="0" i="1" baseline="30000">
                <a:solidFill>
                  <a:srgbClr val="4D4D4D"/>
                </a:solidFill>
                <a:latin typeface="Arial" panose="020B0604020202020204"/>
              </a:rPr>
              <a:t>S</a:t>
            </a:r>
            <a:endParaRPr sz="480" b="0" i="1" baseline="30000">
              <a:solidFill>
                <a:srgbClr val="4D4D4D"/>
              </a:solidFill>
              <a:latin typeface="Arial" panose="020B0604020202020204"/>
            </a:endParaRPr>
          </a:p>
        </p:txBody>
      </p:sp>
      <p:sp>
        <p:nvSpPr>
          <p:cNvPr id="1422" name="TextBox 1421"/>
          <p:cNvSpPr txBox="1"/>
          <p:nvPr/>
        </p:nvSpPr>
        <p:spPr>
          <a:xfrm>
            <a:off x="4160227" y="1732586"/>
            <a:ext cx="110459" cy="792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20" b="1" i="1">
                <a:solidFill>
                  <a:srgbClr val="C9A400"/>
                </a:solidFill>
                <a:latin typeface="Arial" panose="020B0604020202020204"/>
              </a:rPr>
              <a:t>K</a:t>
            </a:r>
            <a:r>
              <a:rPr sz="520" b="1" i="1" baseline="30000">
                <a:solidFill>
                  <a:srgbClr val="C9A400"/>
                </a:solidFill>
                <a:latin typeface="Arial" panose="020B0604020202020204"/>
              </a:rPr>
              <a:t>P</a:t>
            </a:r>
            <a:endParaRPr sz="520" b="1" i="1" baseline="30000">
              <a:solidFill>
                <a:srgbClr val="C9A400"/>
              </a:solidFill>
              <a:latin typeface="Arial" panose="020B0604020202020204"/>
            </a:endParaRPr>
          </a:p>
        </p:txBody>
      </p:sp>
      <p:sp>
        <p:nvSpPr>
          <p:cNvPr id="1423" name="TextBox 1422"/>
          <p:cNvSpPr txBox="1"/>
          <p:nvPr/>
        </p:nvSpPr>
        <p:spPr>
          <a:xfrm>
            <a:off x="2959291" y="1725903"/>
            <a:ext cx="458663" cy="71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470" b="0" i="1">
                <a:solidFill>
                  <a:srgbClr val="B64342"/>
                </a:solidFill>
                <a:latin typeface="Arial" panose="020B0604020202020204"/>
              </a:rPr>
              <a:t>training targets</a:t>
            </a:r>
            <a:endParaRPr sz="470" b="0" i="1">
              <a:solidFill>
                <a:srgbClr val="B64342"/>
              </a:solidFill>
              <a:latin typeface="Arial" panose="020B0604020202020204"/>
            </a:endParaRPr>
          </a:p>
        </p:txBody>
      </p:sp>
      <p:sp>
        <p:nvSpPr>
          <p:cNvPr id="22" name="Shape 1326"/>
          <p:cNvSpPr/>
          <p:nvPr/>
        </p:nvSpPr>
        <p:spPr>
          <a:xfrm>
            <a:off x="15811" y="1162110"/>
            <a:ext cx="377014" cy="2387681"/>
          </a:xfrm>
          <a:custGeom>
            <a:avLst/>
            <a:gdLst/>
            <a:ahLst/>
            <a:cxnLst/>
            <a:rect l="0" t="0" r="r" b="b"/>
            <a:pathLst>
              <a:path w="377014" h="2387681">
                <a:moveTo>
                  <a:pt x="323820" y="0"/>
                </a:moveTo>
                <a:lnTo>
                  <a:pt x="372923" y="0"/>
                </a:lnTo>
                <a:lnTo>
                  <a:pt x="348371" y="36828"/>
                </a:lnTo>
                <a:lnTo>
                  <a:pt x="377015" y="36828"/>
                </a:lnTo>
                <a:lnTo>
                  <a:pt x="319728" y="98207"/>
                </a:lnTo>
                <a:lnTo>
                  <a:pt x="340187" y="49104"/>
                </a:lnTo>
                <a:lnTo>
                  <a:pt x="311544" y="49104"/>
                </a:lnTo>
                <a:close/>
              </a:path>
            </a:pathLst>
          </a:custGeom>
          <a:solidFill>
            <a:srgbClr val="B64342"/>
          </a:solidFill>
          <a:ln w="3810" cap="flat">
            <a:solidFill>
              <a:srgbClr val="FFFFFF"/>
            </a:solidFill>
            <a:miter/>
          </a:ln>
        </p:spPr>
      </p:sp>
      <p:sp>
        <p:nvSpPr>
          <p:cNvPr id="23" name="Shape 1327"/>
          <p:cNvSpPr/>
          <p:nvPr/>
        </p:nvSpPr>
        <p:spPr>
          <a:xfrm>
            <a:off x="28917" y="1162110"/>
            <a:ext cx="645433" cy="2387681"/>
          </a:xfrm>
          <a:custGeom>
            <a:avLst/>
            <a:gdLst/>
            <a:ahLst/>
            <a:cxnLst/>
            <a:rect l="0" t="0" r="r" b="b"/>
            <a:pathLst>
              <a:path w="645433" h="2387681">
                <a:moveTo>
                  <a:pt x="592239" y="0"/>
                </a:moveTo>
                <a:lnTo>
                  <a:pt x="641342" y="0"/>
                </a:lnTo>
                <a:lnTo>
                  <a:pt x="616791" y="36828"/>
                </a:lnTo>
                <a:lnTo>
                  <a:pt x="645434" y="36828"/>
                </a:lnTo>
                <a:lnTo>
                  <a:pt x="588147" y="98207"/>
                </a:lnTo>
                <a:lnTo>
                  <a:pt x="608607" y="49104"/>
                </a:lnTo>
                <a:lnTo>
                  <a:pt x="579963" y="49104"/>
                </a:lnTo>
                <a:close/>
              </a:path>
            </a:pathLst>
          </a:custGeom>
          <a:solidFill>
            <a:srgbClr val="B64342"/>
          </a:solidFill>
          <a:ln w="3810" cap="flat">
            <a:solidFill>
              <a:srgbClr val="FFFFFF"/>
            </a:solidFill>
            <a:miter/>
          </a:ln>
        </p:spPr>
      </p:sp>
      <p:sp>
        <p:nvSpPr>
          <p:cNvPr id="24" name="Shape 1328"/>
          <p:cNvSpPr/>
          <p:nvPr/>
        </p:nvSpPr>
        <p:spPr>
          <a:xfrm>
            <a:off x="42024" y="1162110"/>
            <a:ext cx="913852" cy="2387681"/>
          </a:xfrm>
          <a:custGeom>
            <a:avLst/>
            <a:gdLst/>
            <a:ahLst/>
            <a:cxnLst/>
            <a:rect l="0" t="0" r="r" b="b"/>
            <a:pathLst>
              <a:path w="913852" h="2387681">
                <a:moveTo>
                  <a:pt x="860657" y="0"/>
                </a:moveTo>
                <a:lnTo>
                  <a:pt x="909761" y="0"/>
                </a:lnTo>
                <a:lnTo>
                  <a:pt x="885209" y="36828"/>
                </a:lnTo>
                <a:lnTo>
                  <a:pt x="913853" y="36828"/>
                </a:lnTo>
                <a:lnTo>
                  <a:pt x="856566" y="98207"/>
                </a:lnTo>
                <a:lnTo>
                  <a:pt x="877025" y="49104"/>
                </a:lnTo>
                <a:lnTo>
                  <a:pt x="848382" y="49104"/>
                </a:lnTo>
                <a:close/>
              </a:path>
            </a:pathLst>
          </a:custGeom>
          <a:solidFill>
            <a:srgbClr val="B64342"/>
          </a:solidFill>
          <a:ln w="3810" cap="flat">
            <a:solidFill>
              <a:srgbClr val="FFFFFF"/>
            </a:solidFill>
            <a:miter/>
          </a:ln>
        </p:spPr>
      </p:sp>
      <p:sp>
        <p:nvSpPr>
          <p:cNvPr id="25" name="Shape 1329"/>
          <p:cNvSpPr/>
          <p:nvPr/>
        </p:nvSpPr>
        <p:spPr>
          <a:xfrm>
            <a:off x="55130" y="1162110"/>
            <a:ext cx="1182271" cy="2387681"/>
          </a:xfrm>
          <a:custGeom>
            <a:avLst/>
            <a:gdLst/>
            <a:ahLst/>
            <a:cxnLst/>
            <a:rect l="0" t="0" r="r" b="b"/>
            <a:pathLst>
              <a:path w="1182271" h="2387681">
                <a:moveTo>
                  <a:pt x="1129077" y="0"/>
                </a:moveTo>
                <a:lnTo>
                  <a:pt x="1178180" y="0"/>
                </a:lnTo>
                <a:lnTo>
                  <a:pt x="1153629" y="36828"/>
                </a:lnTo>
                <a:lnTo>
                  <a:pt x="1182272" y="36828"/>
                </a:lnTo>
                <a:lnTo>
                  <a:pt x="1124985" y="98207"/>
                </a:lnTo>
                <a:lnTo>
                  <a:pt x="1145445" y="49104"/>
                </a:lnTo>
                <a:lnTo>
                  <a:pt x="1116801" y="49104"/>
                </a:lnTo>
                <a:close/>
              </a:path>
            </a:pathLst>
          </a:custGeom>
          <a:solidFill>
            <a:srgbClr val="B64342"/>
          </a:solidFill>
          <a:ln w="3810" cap="flat">
            <a:solidFill>
              <a:srgbClr val="FFFFFF"/>
            </a:solidFill>
            <a:miter/>
          </a:ln>
        </p:spPr>
      </p:sp>
      <p:sp>
        <p:nvSpPr>
          <p:cNvPr id="26" name="Shape 1330"/>
          <p:cNvSpPr/>
          <p:nvPr/>
        </p:nvSpPr>
        <p:spPr>
          <a:xfrm>
            <a:off x="117348" y="121121"/>
            <a:ext cx="2593153" cy="3385389"/>
          </a:xfrm>
          <a:custGeom>
            <a:avLst/>
            <a:gdLst/>
            <a:ahLst/>
            <a:cxnLst/>
            <a:rect l="0" t="0" r="r" b="b"/>
            <a:pathLst>
              <a:path w="2593153" h="3385389">
                <a:moveTo>
                  <a:pt x="2403287" y="111301"/>
                </a:moveTo>
                <a:lnTo>
                  <a:pt x="2560417" y="111301"/>
                </a:lnTo>
                <a:quadBezTo>
                  <a:pt x="2593153" y="111301"/>
                  <a:pt x="2593153" y="78565"/>
                </a:quadBezTo>
                <a:lnTo>
                  <a:pt x="2593153" y="32735"/>
                </a:lnTo>
                <a:quadBezTo>
                  <a:pt x="2593153" y="0"/>
                  <a:pt x="2560417" y="0"/>
                </a:quadBezTo>
                <a:lnTo>
                  <a:pt x="2403287" y="0"/>
                </a:lnTo>
                <a:quadBezTo>
                  <a:pt x="2370551" y="0"/>
                  <a:pt x="2370551" y="32735"/>
                </a:quadBezTo>
                <a:lnTo>
                  <a:pt x="2370551" y="78565"/>
                </a:lnTo>
                <a:quadBezTo>
                  <a:pt x="2370551" y="111301"/>
                  <a:pt x="2403287" y="111301"/>
                </a:quadBezTo>
                <a:close/>
              </a:path>
            </a:pathLst>
          </a:custGeom>
          <a:solidFill>
            <a:srgbClr val="0F4D92"/>
          </a:solidFill>
          <a:ln w="7620" cap="flat">
            <a:solidFill>
              <a:srgbClr val="0F4D92"/>
            </a:solidFill>
            <a:miter/>
          </a:ln>
        </p:spPr>
      </p:sp>
      <p:sp>
        <p:nvSpPr>
          <p:cNvPr id="27" name="Shape 1331"/>
          <p:cNvSpPr/>
          <p:nvPr/>
        </p:nvSpPr>
        <p:spPr>
          <a:xfrm>
            <a:off x="205740" y="121121"/>
            <a:ext cx="4403421" cy="3385389"/>
          </a:xfrm>
          <a:custGeom>
            <a:avLst/>
            <a:gdLst/>
            <a:ahLst/>
            <a:cxnLst/>
            <a:rect l="0" t="0" r="r" b="b"/>
            <a:pathLst>
              <a:path w="4403421" h="3385389">
                <a:moveTo>
                  <a:pt x="4213555" y="111301"/>
                </a:moveTo>
                <a:lnTo>
                  <a:pt x="4370685" y="111301"/>
                </a:lnTo>
                <a:quadBezTo>
                  <a:pt x="4403421" y="111301"/>
                  <a:pt x="4403421" y="78565"/>
                </a:quadBezTo>
                <a:lnTo>
                  <a:pt x="4403421" y="32735"/>
                </a:lnTo>
                <a:quadBezTo>
                  <a:pt x="4403421" y="0"/>
                  <a:pt x="4370685" y="0"/>
                </a:quadBezTo>
                <a:lnTo>
                  <a:pt x="4213555" y="0"/>
                </a:lnTo>
                <a:quadBezTo>
                  <a:pt x="4180819" y="0"/>
                  <a:pt x="4180819" y="32735"/>
                </a:quadBezTo>
                <a:lnTo>
                  <a:pt x="4180819" y="78565"/>
                </a:lnTo>
                <a:quadBezTo>
                  <a:pt x="4180819" y="111301"/>
                  <a:pt x="4213555" y="111301"/>
                </a:quadBezTo>
                <a:close/>
              </a:path>
            </a:pathLst>
          </a:custGeom>
          <a:solidFill>
            <a:srgbClr val="0F4D92"/>
          </a:solidFill>
          <a:ln w="7620" cap="flat">
            <a:solidFill>
              <a:srgbClr val="0F4D92"/>
            </a:solidFill>
            <a:miter/>
          </a:ln>
        </p:spPr>
      </p:sp>
      <p:sp>
        <p:nvSpPr>
          <p:cNvPr id="28" name="Shape 1332"/>
          <p:cNvSpPr/>
          <p:nvPr/>
        </p:nvSpPr>
        <p:spPr>
          <a:xfrm>
            <a:off x="291084" y="121121"/>
            <a:ext cx="6151266" cy="3385389"/>
          </a:xfrm>
          <a:custGeom>
            <a:avLst/>
            <a:gdLst/>
            <a:ahLst/>
            <a:cxnLst/>
            <a:rect l="0" t="0" r="r" b="b"/>
            <a:pathLst>
              <a:path w="6151266" h="3385389">
                <a:moveTo>
                  <a:pt x="5961400" y="111301"/>
                </a:moveTo>
                <a:lnTo>
                  <a:pt x="6118530" y="111301"/>
                </a:lnTo>
                <a:quadBezTo>
                  <a:pt x="6151266" y="111301"/>
                  <a:pt x="6151266" y="78565"/>
                </a:quadBezTo>
                <a:lnTo>
                  <a:pt x="6151266" y="32735"/>
                </a:lnTo>
                <a:quadBezTo>
                  <a:pt x="6151266" y="0"/>
                  <a:pt x="6118530" y="0"/>
                </a:quadBezTo>
                <a:lnTo>
                  <a:pt x="5961400" y="0"/>
                </a:lnTo>
                <a:quadBezTo>
                  <a:pt x="5928664" y="0"/>
                  <a:pt x="5928664" y="32735"/>
                </a:quadBezTo>
                <a:lnTo>
                  <a:pt x="5928664" y="78565"/>
                </a:lnTo>
                <a:quadBezTo>
                  <a:pt x="5928664" y="111301"/>
                  <a:pt x="5961400" y="111301"/>
                </a:quadBezTo>
                <a:close/>
              </a:path>
            </a:pathLst>
          </a:custGeom>
          <a:solidFill>
            <a:srgbClr val="0F4D92"/>
          </a:solidFill>
          <a:ln w="7620" cap="flat">
            <a:solidFill>
              <a:srgbClr val="0F4D92"/>
            </a:solidFill>
            <a:miter/>
          </a:ln>
        </p:spPr>
      </p:sp>
      <p:sp>
        <p:nvSpPr>
          <p:cNvPr id="29" name="Shape 1333"/>
          <p:cNvSpPr/>
          <p:nvPr/>
        </p:nvSpPr>
        <p:spPr>
          <a:xfrm>
            <a:off x="288340" y="2039422"/>
            <a:ext cx="6095085" cy="1556394"/>
          </a:xfrm>
          <a:custGeom>
            <a:avLst/>
            <a:gdLst/>
            <a:ahLst/>
            <a:cxnLst/>
            <a:rect l="0" t="0" r="r" b="b"/>
            <a:pathLst>
              <a:path w="6095085" h="1556394">
                <a:moveTo>
                  <a:pt x="5905220" y="111301"/>
                </a:moveTo>
                <a:lnTo>
                  <a:pt x="6062350" y="111301"/>
                </a:lnTo>
                <a:quadBezTo>
                  <a:pt x="6095086" y="111301"/>
                  <a:pt x="6095086" y="78566"/>
                </a:quadBezTo>
                <a:lnTo>
                  <a:pt x="6095086" y="32736"/>
                </a:lnTo>
                <a:quadBezTo>
                  <a:pt x="6095086" y="0"/>
                  <a:pt x="6062350" y="0"/>
                </a:quadBezTo>
                <a:lnTo>
                  <a:pt x="5905220" y="0"/>
                </a:lnTo>
                <a:quadBezTo>
                  <a:pt x="5872484" y="0"/>
                  <a:pt x="5872484" y="32736"/>
                </a:quadBezTo>
                <a:lnTo>
                  <a:pt x="5872484" y="78566"/>
                </a:lnTo>
                <a:quadBezTo>
                  <a:pt x="5872484" y="111301"/>
                  <a:pt x="5905220" y="111301"/>
                </a:quadBezTo>
                <a:close/>
              </a:path>
            </a:pathLst>
          </a:custGeom>
          <a:solidFill>
            <a:srgbClr val="0F4D92"/>
          </a:solidFill>
          <a:ln w="7620" cap="flat">
            <a:solidFill>
              <a:srgbClr val="0F4D92"/>
            </a:solidFill>
            <a:miter/>
          </a:ln>
        </p:spPr>
      </p:sp>
      <p:sp>
        <p:nvSpPr>
          <p:cNvPr id="30" name="Shape 1334"/>
          <p:cNvSpPr/>
          <p:nvPr/>
        </p:nvSpPr>
        <p:spPr>
          <a:xfrm>
            <a:off x="234086" y="2239109"/>
            <a:ext cx="4983955" cy="1366003"/>
          </a:xfrm>
          <a:custGeom>
            <a:avLst/>
            <a:gdLst/>
            <a:ahLst/>
            <a:cxnLst/>
            <a:rect l="0" t="0" r="r" b="b"/>
            <a:pathLst>
              <a:path w="4983955" h="1366003">
                <a:moveTo>
                  <a:pt x="4794089" y="111301"/>
                </a:moveTo>
                <a:lnTo>
                  <a:pt x="4951220" y="111301"/>
                </a:lnTo>
                <a:quadBezTo>
                  <a:pt x="4983955" y="111301"/>
                  <a:pt x="4983955" y="78565"/>
                </a:quadBezTo>
                <a:lnTo>
                  <a:pt x="4983955" y="32736"/>
                </a:lnTo>
                <a:quadBezTo>
                  <a:pt x="4983955" y="0"/>
                  <a:pt x="4951220" y="0"/>
                </a:quadBezTo>
                <a:lnTo>
                  <a:pt x="4794089" y="0"/>
                </a:lnTo>
                <a:quadBezTo>
                  <a:pt x="4761354" y="0"/>
                  <a:pt x="4761354" y="32736"/>
                </a:quadBezTo>
                <a:lnTo>
                  <a:pt x="4761354" y="78565"/>
                </a:lnTo>
                <a:quadBezTo>
                  <a:pt x="4761354" y="111301"/>
                  <a:pt x="4794089" y="111301"/>
                </a:quadBezTo>
                <a:close/>
              </a:path>
            </a:pathLst>
          </a:custGeom>
          <a:solidFill>
            <a:srgbClr val="0F4D92"/>
          </a:solidFill>
          <a:ln w="7620" cap="flat">
            <a:solidFill>
              <a:srgbClr val="0F4D92"/>
            </a:solidFill>
            <a:miter/>
          </a:ln>
        </p:spPr>
      </p:sp>
      <p:sp>
        <p:nvSpPr>
          <p:cNvPr id="1424" name="TextBox 1423"/>
          <p:cNvSpPr txBox="1"/>
          <p:nvPr/>
        </p:nvSpPr>
        <p:spPr>
          <a:xfrm>
            <a:off x="2558528" y="139175"/>
            <a:ext cx="109392" cy="7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0" b="1" i="0">
                <a:solidFill>
                  <a:srgbClr val="FFFFFF"/>
                </a:solidFill>
                <a:latin typeface="Arial" panose="020B0604020202020204"/>
              </a:rPr>
              <a:t>C1</a:t>
            </a:r>
            <a:endParaRPr sz="5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25" name="TextBox 1424"/>
          <p:cNvSpPr txBox="1"/>
          <p:nvPr/>
        </p:nvSpPr>
        <p:spPr>
          <a:xfrm>
            <a:off x="4457188" y="139175"/>
            <a:ext cx="109392" cy="7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0" b="1" i="0">
                <a:solidFill>
                  <a:srgbClr val="FFFFFF"/>
                </a:solidFill>
                <a:latin typeface="Arial" panose="020B0604020202020204"/>
              </a:rPr>
              <a:t>C2</a:t>
            </a:r>
            <a:endParaRPr sz="5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26" name="TextBox 1425"/>
          <p:cNvSpPr txBox="1"/>
          <p:nvPr/>
        </p:nvSpPr>
        <p:spPr>
          <a:xfrm>
            <a:off x="6290377" y="139175"/>
            <a:ext cx="109392" cy="7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0" b="1" i="0">
                <a:solidFill>
                  <a:srgbClr val="FFFFFF"/>
                </a:solidFill>
                <a:latin typeface="Arial" panose="020B0604020202020204"/>
              </a:rPr>
              <a:t>C1</a:t>
            </a:r>
            <a:endParaRPr sz="5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27" name="TextBox 1426"/>
          <p:cNvSpPr txBox="1"/>
          <p:nvPr/>
        </p:nvSpPr>
        <p:spPr>
          <a:xfrm>
            <a:off x="6231453" y="2057476"/>
            <a:ext cx="109392" cy="7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0" b="1" i="0">
                <a:solidFill>
                  <a:srgbClr val="FFFFFF"/>
                </a:solidFill>
                <a:latin typeface="Arial" panose="020B0604020202020204"/>
              </a:rPr>
              <a:t>C1</a:t>
            </a:r>
            <a:endParaRPr sz="5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28" name="TextBox 1427"/>
          <p:cNvSpPr txBox="1"/>
          <p:nvPr/>
        </p:nvSpPr>
        <p:spPr>
          <a:xfrm>
            <a:off x="5066069" y="2257163"/>
            <a:ext cx="109392" cy="76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500" b="1" i="0">
                <a:solidFill>
                  <a:srgbClr val="FFFFFF"/>
                </a:solidFill>
                <a:latin typeface="Arial" panose="020B0604020202020204"/>
              </a:rPr>
              <a:t>C3</a:t>
            </a:r>
            <a:endParaRPr sz="5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1458</Words>
  <Application>WPS 演示</Application>
  <PresentationFormat>On-screen Show (4:3)</PresentationFormat>
  <Paragraphs>230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</vt:lpstr>
      <vt:lpstr>MS PGothic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田宇潇</cp:lastModifiedBy>
  <cp:revision>3</cp:revision>
  <dcterms:created xsi:type="dcterms:W3CDTF">2013-01-27T09:14:00Z</dcterms:created>
  <dcterms:modified xsi:type="dcterms:W3CDTF">2026-10-04T22:02:09Z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F3F980FA6B1B4EFB885D1F027534B116_12</vt:lpwstr>
  </property>
</Properties>
</file>