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e79e0d68db4355" /><Relationship Type="http://schemas.openxmlformats.org/officeDocument/2006/relationships/extended-properties" Target="/docProps/app.xml" Id="R506de9113f994405" /><Relationship Type="http://schemas.openxmlformats.org/officeDocument/2006/relationships/officeDocument" Target="/ppt/presentation.xml" Id="R75b7b5f0ba1b4f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aef78934894938"/>
  </p:sldMasterIdLst>
  <p:notesMasterIdLst>
    <p:notesMasterId xmlns:r="http://schemas.openxmlformats.org/officeDocument/2006/relationships" r:id="R508dd03f927c4a60"/>
  </p:notesMasterIdLst>
  <p:sldIdLst>
    <p:sldId xmlns:r="http://schemas.openxmlformats.org/officeDocument/2006/relationships" id="256" r:id="R907db633693e48e0"/>
  </p:sldIdLst>
  <p:sldSz cx="17145000" cy="1181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668dfed6847be" /><Relationship Type="http://schemas.openxmlformats.org/officeDocument/2006/relationships/slideMaster" Target="/ppt/slideMasters/slideMaster1.xml" Id="Rd0aef78934894938" /><Relationship Type="http://schemas.openxmlformats.org/officeDocument/2006/relationships/notesMaster" Target="/ppt/notesMasters/notesMaster1.xml" Id="R508dd03f927c4a60" /><Relationship Type="http://schemas.openxmlformats.org/officeDocument/2006/relationships/presProps" Target="/ppt/presProps.xml" Id="R8d8edbc271e34611" /><Relationship Type="http://schemas.openxmlformats.org/officeDocument/2006/relationships/tableStyles" Target="/ppt/tableStyles.xml" Id="R6d87a53955ef4b7f" /><Relationship Type="http://schemas.openxmlformats.org/officeDocument/2006/relationships/slide" Target="/ppt/slides/slide1.xml" Id="R907db633693e48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7fe084db348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de993bc32743c1" /><Relationship Type="http://schemas.openxmlformats.org/officeDocument/2006/relationships/notesMaster" Target="/ppt/notesMasters/notesMaster1.xml" Id="R491bd99cad7d47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模型架构图修订 v3。中央从下到上完整展示输入、分组嵌入、位置/节点编码、五层pre-norm时空编码器、三条预测分支及报告输出。左侧(a)展开事件头：H_last依次加上历史regime embedding、包含邻域统计的precursor MLP，然后预测continue/onset、start、duration、prefix；history-end hot/cold选择发生概率。右侧(b)展开延迟条件地理注意力：历史patch与训练pattern bank分别投影为Qp/Kp/Vp，模式注意力生成C_pattern，仅加到地理K。当前图省略dropout和训练专用辅助损失。</a:t>
            </a:r>
          </a:p>
          <a:p xmlns:a="http://schemas.openxmlformats.org/drawingml/2006/main">
            <a:r>
              <a:t>图中的主模型为PHAST-DP；代码类名仍BNPDFormer。依据论文dev_xwt ffcfbb7及isaac_factory origin/dev_tyx 29655baee57b9095119589a211ae1e2113b84078。主要代码factory_bn/backbone.py与model.py；_cluster_fused、_fuse_precursor、_combine_will_logit、_remain_decode、STSelfAttention.forward。</a:t>
            </a:r>
          </a:p>
          <a:p xmlns:a="http://schemas.openxmlformats.org/drawingml/2006/main">
            <a:r>
              <a:t>颜色区分运算模块；虚线边界标识重复编码器或局部展开，虚线引出线表示对应关系。Times New Roman为用户指定。参考用户提供论文Fig.3的中央主干和局部展开层级，内容依据当前PHAST-DP实现。</a:t>
            </a:r>
          </a:p>
          <a:p xmlns:a="http://schemas.openxmlformats.org/drawingml/2006/main">
            <a:r>
              <a:t>网络节点、MLP单元、矩阵色块及短序列折线用于说明计算机制，均为示意，不代表实验测量、实际权重或真实节点/层宽数量。图中标注的输入维度、块数、头数及模式库大小依据当前配置。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5ad5f9aec43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7ffe38cf64b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a8acc8e354d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8b176cc4142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8474b40ac4d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e7ec393e34c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9D7536-F3DE-486B-B2C5-0EE280BE4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461933"/>
            <a:ext cx="13716000" cy="1706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0D25D7-CBA4-4D20-9CD8-A0FA81F761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6496050"/>
            <a:ext cx="12001500" cy="131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E5B964-67AC-4164-A5BC-5360000003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921250"/>
            <a:ext cx="13716000" cy="196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0BBD8F-73AB-4A17-B7C7-9978C4BFD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18633"/>
            <a:ext cx="15216188" cy="1443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6C976A-89C5-40AC-A9A8-BBF803CF8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280833"/>
            <a:ext cx="15216188" cy="734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5CAFDE-4E34-4790-9E8E-8E7935E56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18633"/>
            <a:ext cx="15216188" cy="1443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E03CF5-3237-49F0-A117-9D11AD9C43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280833"/>
            <a:ext cx="7072313" cy="734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0D0899-0E72-4FAE-8DC4-455FCF5285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3280833"/>
            <a:ext cx="7072313" cy="734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DB1CBA-C1EB-4073-8A60-4CE2DB47C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918633"/>
            <a:ext cx="15216188" cy="1443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CBFE1B-46CC-4DBD-990D-674ADF222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280833"/>
            <a:ext cx="7072313" cy="734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1pPr>
            <a:lvl2pPr marL="7500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2pPr>
            <a:lvl3pPr marL="11787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3pPr>
            <a:lvl4pPr marL="16073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4pPr>
            <a:lvl5pPr marL="20359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5pPr>
            <a:lvl6pPr marL="246459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6pPr>
            <a:lvl7pPr marL="289321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7pPr>
            <a:lvl8pPr marL="3321844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8pPr>
            <a:lvl9pPr marL="3750469" indent="-321469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381e0c3df42fb" /><Relationship Type="http://schemas.openxmlformats.org/officeDocument/2006/relationships/slideLayout" Target="/ppt/slideLayouts/slideLayout1.xml" Id="R22460b5b6c0d485e" /><Relationship Type="http://schemas.openxmlformats.org/officeDocument/2006/relationships/slideLayout" Target="/ppt/slideLayouts/slideLayout2.xml" Id="R4fda455daac642f3" /><Relationship Type="http://schemas.openxmlformats.org/officeDocument/2006/relationships/slideLayout" Target="/ppt/slideLayouts/slideLayout3.xml" Id="R030d1086a9044c5f" /><Relationship Type="http://schemas.openxmlformats.org/officeDocument/2006/relationships/slideLayout" Target="/ppt/slideLayouts/slideLayout4.xml" Id="R30493b3486914594" /><Relationship Type="http://schemas.openxmlformats.org/officeDocument/2006/relationships/slideLayout" Target="/ppt/slideLayouts/slideLayout5.xml" Id="R486a86e6b6624694" /><Relationship Type="http://schemas.openxmlformats.org/officeDocument/2006/relationships/slideLayout" Target="/ppt/slideLayouts/slideLayout6.xml" Id="Rcd1c4f950ae6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460b5b6c0d485e"/>
    <p:sldLayoutId xmlns:r="http://schemas.openxmlformats.org/officeDocument/2006/relationships" id="2147483650" r:id="R4fda455daac642f3"/>
    <p:sldLayoutId xmlns:r="http://schemas.openxmlformats.org/officeDocument/2006/relationships" id="2147483651" r:id="R030d1086a9044c5f"/>
    <p:sldLayoutId xmlns:r="http://schemas.openxmlformats.org/officeDocument/2006/relationships" id="2147483652" r:id="R30493b3486914594"/>
    <p:sldLayoutId xmlns:r="http://schemas.openxmlformats.org/officeDocument/2006/relationships" id="2147483653" r:id="R486a86e6b6624694"/>
    <p:sldLayoutId xmlns:r="http://schemas.openxmlformats.org/officeDocument/2006/relationships" id="2147483654" r:id="Rcd1c4f950ae6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229debd8a4bac" /><Relationship Type="http://schemas.openxmlformats.org/officeDocument/2006/relationships/notesSlide" Target="/ppt/notesSlides/notesSlide1.xml" Id="R06aadabf20fe4c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9" name="PHAST-DP">
            <a:extLst xmlns:a="http://schemas.openxmlformats.org/drawingml/2006/main">
              <a:ext uri="{FF2B5EF4-FFF2-40B4-BE49-F238E27FC236}">
                <a16:creationId xmlns:a16="http://schemas.microsoft.com/office/drawing/2014/main" id="{0C14CB36-7663-4689-8A3A-FE3C9939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952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PHAST-DP</a:t>
            </a:r>
          </a:p>
        </p:txBody>
      </p:sp>
      <p:sp>
        <p:nvSpPr>
          <p:cNvPr id="2" name="Resource, onset, duration, state, cause and remaining time">
            <a:extLst xmlns:a="http://schemas.openxmlformats.org/drawingml/2006/main">
              <a:ext uri="{FF2B5EF4-FFF2-40B4-BE49-F238E27FC236}">
                <a16:creationId xmlns:a16="http://schemas.microsoft.com/office/drawing/2014/main" id="{AF7503CD-7363-470F-BCCB-D2BF8175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5300"/>
            <a:ext cx="6124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Resource, onset, duration, state, cause and remaining time</a:t>
            </a:r>
          </a:p>
        </p:txBody>
      </p:sp>
      <p:sp>
        <p:nvSpPr>
          <p:cNvPr id="3" name="Event decoding and report assembly">
            <a:extLst xmlns:a="http://schemas.openxmlformats.org/drawingml/2006/main">
              <a:ext uri="{FF2B5EF4-FFF2-40B4-BE49-F238E27FC236}">
                <a16:creationId xmlns:a16="http://schemas.microsoft.com/office/drawing/2014/main" id="{12D15581-9C6F-42FE-80FA-2D36AFF8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028700"/>
            <a:ext cx="3562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4" name="Event decoding and report assembly">
            <a:extLst xmlns:a="http://schemas.openxmlformats.org/drawingml/2006/main">
              <a:ext uri="{FF2B5EF4-FFF2-40B4-BE49-F238E27FC236}">
                <a16:creationId xmlns:a16="http://schemas.microsoft.com/office/drawing/2014/main" id="{E2D7608C-F040-4908-921E-D357939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0477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Event decoding and report assembly</a:t>
            </a:r>
          </a:p>
        </p:txBody>
      </p:sp>
      <p:sp>
        <p:nvSpPr>
          <p:cNvPr id="5" name="line-1">
            <a:extLst xmlns:a="http://schemas.openxmlformats.org/drawingml/2006/main">
              <a:ext uri="{FF2B5EF4-FFF2-40B4-BE49-F238E27FC236}">
                <a16:creationId xmlns:a16="http://schemas.microsoft.com/office/drawing/2014/main" id="{2E092A0F-A9C4-4B9D-A222-BABE3562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95" cy="190500"/>
          </a:xfrm>
          <a:custGeom xmlns:a="http://schemas.openxmlformats.org/drawingml/2006/main">
            <a:pathLst>
              <a:path w="9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" name="line-2">
            <a:extLst xmlns:a="http://schemas.openxmlformats.org/drawingml/2006/main">
              <a:ext uri="{FF2B5EF4-FFF2-40B4-BE49-F238E27FC236}">
                <a16:creationId xmlns:a16="http://schemas.microsoft.com/office/drawing/2014/main" id="{35CCCB0B-861B-4BB7-A748-0A5FFD6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" name="line-3">
            <a:extLst xmlns:a="http://schemas.openxmlformats.org/drawingml/2006/main">
              <a:ext uri="{FF2B5EF4-FFF2-40B4-BE49-F238E27FC236}">
                <a16:creationId xmlns:a16="http://schemas.microsoft.com/office/drawing/2014/main" id="{4314EDE1-9332-40F4-947F-2194843B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382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" name="line-4">
            <a:extLst xmlns:a="http://schemas.openxmlformats.org/drawingml/2006/main">
              <a:ext uri="{FF2B5EF4-FFF2-40B4-BE49-F238E27FC236}">
                <a16:creationId xmlns:a16="http://schemas.microsoft.com/office/drawing/2014/main" id="{AC3B3058-84B7-40A9-B79F-E4FA6A32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24025"/>
            <a:ext cx="3924300" cy="95"/>
          </a:xfrm>
          <a:custGeom xmlns:a="http://schemas.openxmlformats.org/drawingml/2006/main">
            <a:pathLst>
              <a:path w="3924300" h="95">
                <a:moveTo>
                  <a:pt x="0" y="0"/>
                </a:moveTo>
                <a:lnTo>
                  <a:pt x="392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" name="line-5">
            <a:extLst xmlns:a="http://schemas.openxmlformats.org/drawingml/2006/main">
              <a:ext uri="{FF2B5EF4-FFF2-40B4-BE49-F238E27FC236}">
                <a16:creationId xmlns:a16="http://schemas.microsoft.com/office/drawing/2014/main" id="{E85A4593-8952-4B2E-BC8E-B1DD9840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95" cy="257175"/>
          </a:xfrm>
          <a:custGeom xmlns:a="http://schemas.openxmlformats.org/drawingml/2006/main">
            <a:pathLst>
              <a:path w="9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" name="line-6">
            <a:extLst xmlns:a="http://schemas.openxmlformats.org/drawingml/2006/main">
              <a:ext uri="{FF2B5EF4-FFF2-40B4-BE49-F238E27FC236}">
                <a16:creationId xmlns:a16="http://schemas.microsoft.com/office/drawing/2014/main" id="{97A05BF7-E6EC-4351-A881-DCEBEA22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668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1" name="line-7">
            <a:extLst xmlns:a="http://schemas.openxmlformats.org/drawingml/2006/main">
              <a:ext uri="{FF2B5EF4-FFF2-40B4-BE49-F238E27FC236}">
                <a16:creationId xmlns:a16="http://schemas.microsoft.com/office/drawing/2014/main" id="{A900392D-E22E-419C-98FB-1C22EB03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14668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2" name="line-8">
            <a:extLst xmlns:a="http://schemas.openxmlformats.org/drawingml/2006/main">
              <a:ext uri="{FF2B5EF4-FFF2-40B4-BE49-F238E27FC236}">
                <a16:creationId xmlns:a16="http://schemas.microsoft.com/office/drawing/2014/main" id="{6AD845A8-0FB0-4723-AAB7-7BE9AB52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24025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3" name="line-9">
            <a:extLst xmlns:a="http://schemas.openxmlformats.org/drawingml/2006/main">
              <a:ext uri="{FF2B5EF4-FFF2-40B4-BE49-F238E27FC236}">
                <a16:creationId xmlns:a16="http://schemas.microsoft.com/office/drawing/2014/main" id="{A1B9E07D-94EE-461B-817B-AE05281F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4" name="line-10">
            <a:extLst xmlns:a="http://schemas.openxmlformats.org/drawingml/2006/main">
              <a:ext uri="{FF2B5EF4-FFF2-40B4-BE49-F238E27FC236}">
                <a16:creationId xmlns:a16="http://schemas.microsoft.com/office/drawing/2014/main" id="{F27D9EA3-A27F-414A-A10E-3662949C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911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5" name="line-11">
            <a:extLst xmlns:a="http://schemas.openxmlformats.org/drawingml/2006/main">
              <a:ext uri="{FF2B5EF4-FFF2-40B4-BE49-F238E27FC236}">
                <a16:creationId xmlns:a16="http://schemas.microsoft.com/office/drawing/2014/main" id="{D70B69BF-A36F-4F95-B14B-E2084F5A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24025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6" name="line-12">
            <a:extLst xmlns:a="http://schemas.openxmlformats.org/drawingml/2006/main">
              <a:ext uri="{FF2B5EF4-FFF2-40B4-BE49-F238E27FC236}">
                <a16:creationId xmlns:a16="http://schemas.microsoft.com/office/drawing/2014/main" id="{52557AE1-0203-4273-8290-B8E7B503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" name="line-13">
            <a:extLst xmlns:a="http://schemas.openxmlformats.org/drawingml/2006/main">
              <a:ext uri="{FF2B5EF4-FFF2-40B4-BE49-F238E27FC236}">
                <a16:creationId xmlns:a16="http://schemas.microsoft.com/office/drawing/2014/main" id="{BB85B15D-F493-4E41-9D42-DDDF8C4B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736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" name="line-14">
            <a:extLst xmlns:a="http://schemas.openxmlformats.org/drawingml/2006/main">
              <a:ext uri="{FF2B5EF4-FFF2-40B4-BE49-F238E27FC236}">
                <a16:creationId xmlns:a16="http://schemas.microsoft.com/office/drawing/2014/main" id="{14B26A8D-1121-4BBE-860C-BE95CB88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24025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" name="line-15">
            <a:extLst xmlns:a="http://schemas.openxmlformats.org/drawingml/2006/main">
              <a:ext uri="{FF2B5EF4-FFF2-40B4-BE49-F238E27FC236}">
                <a16:creationId xmlns:a16="http://schemas.microsoft.com/office/drawing/2014/main" id="{4E65A9C8-1EC3-45CB-A2C4-06896A37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" name="line-16">
            <a:extLst xmlns:a="http://schemas.openxmlformats.org/drawingml/2006/main">
              <a:ext uri="{FF2B5EF4-FFF2-40B4-BE49-F238E27FC236}">
                <a16:creationId xmlns:a16="http://schemas.microsoft.com/office/drawing/2014/main" id="{D01B1111-96C7-4111-AFA7-E0F3CD83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17240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" name="Event heads (a)">
            <a:extLst xmlns:a="http://schemas.openxmlformats.org/drawingml/2006/main">
              <a:ext uri="{FF2B5EF4-FFF2-40B4-BE49-F238E27FC236}">
                <a16:creationId xmlns:a16="http://schemas.microsoft.com/office/drawing/2014/main" id="{C0E0485D-9142-4357-856C-C380CE8F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16764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2" name="Event heads (a)">
            <a:extLst xmlns:a="http://schemas.openxmlformats.org/drawingml/2006/main">
              <a:ext uri="{FF2B5EF4-FFF2-40B4-BE49-F238E27FC236}">
                <a16:creationId xmlns:a16="http://schemas.microsoft.com/office/drawing/2014/main" id="{47B0ED93-C6CF-4743-9F2F-F04052A9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160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Event heads (a)</a:t>
            </a:r>
          </a:p>
        </p:txBody>
      </p:sp>
      <p:sp>
        <p:nvSpPr>
          <p:cNvPr id="23" name="State and remaining&#10;time decoders">
            <a:extLst xmlns:a="http://schemas.openxmlformats.org/drawingml/2006/main">
              <a:ext uri="{FF2B5EF4-FFF2-40B4-BE49-F238E27FC236}">
                <a16:creationId xmlns:a16="http://schemas.microsoft.com/office/drawing/2014/main" id="{5FE082DD-25B7-446A-908F-1267658F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1885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4" name="State and remaining&#10;time decoders">
            <a:extLst xmlns:a="http://schemas.openxmlformats.org/drawingml/2006/main">
              <a:ext uri="{FF2B5EF4-FFF2-40B4-BE49-F238E27FC236}">
                <a16:creationId xmlns:a16="http://schemas.microsoft.com/office/drawing/2014/main" id="{26A19A0D-FC9E-4526-BCF5-9DB00D14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526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State and remaining</a:t>
            </a:r>
          </a:p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time decoders</a:t>
            </a:r>
          </a:p>
        </p:txBody>
      </p:sp>
      <p:sp>
        <p:nvSpPr>
          <p:cNvPr id="25" name="Cause&#10;classifier">
            <a:extLst xmlns:a="http://schemas.openxmlformats.org/drawingml/2006/main">
              <a:ext uri="{FF2B5EF4-FFF2-40B4-BE49-F238E27FC236}">
                <a16:creationId xmlns:a16="http://schemas.microsoft.com/office/drawing/2014/main" id="{453C0287-58B4-4BDE-A437-CCA85FD1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33600"/>
            <a:ext cx="14382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6" name="Cause&#10;classifier">
            <a:extLst xmlns:a="http://schemas.openxmlformats.org/drawingml/2006/main">
              <a:ext uri="{FF2B5EF4-FFF2-40B4-BE49-F238E27FC236}">
                <a16:creationId xmlns:a16="http://schemas.microsoft.com/office/drawing/2014/main" id="{271B46D6-1631-4435-A7E2-7212E7AF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152650"/>
            <a:ext cx="136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Cause</a:t>
            </a:r>
          </a:p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classifier</a:t>
            </a:r>
          </a:p>
        </p:txBody>
      </p:sp>
      <p:sp>
        <p:nvSpPr>
          <p:cNvPr id="27" name="Regime + precursor&#10;fusion">
            <a:extLst xmlns:a="http://schemas.openxmlformats.org/drawingml/2006/main">
              <a:ext uri="{FF2B5EF4-FFF2-40B4-BE49-F238E27FC236}">
                <a16:creationId xmlns:a16="http://schemas.microsoft.com/office/drawing/2014/main" id="{5839C390-95A7-48D2-ACEB-DD9D285B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8" name="Regime + precursor&#10;fusion">
            <a:extLst xmlns:a="http://schemas.openxmlformats.org/drawingml/2006/main">
              <a:ext uri="{FF2B5EF4-FFF2-40B4-BE49-F238E27FC236}">
                <a16:creationId xmlns:a16="http://schemas.microsoft.com/office/drawing/2014/main" id="{75443F1B-2987-4D1E-871F-53BF7655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Regime + precursor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29" name="Skip + order-progress&#10;fusion">
            <a:extLst xmlns:a="http://schemas.openxmlformats.org/drawingml/2006/main">
              <a:ext uri="{FF2B5EF4-FFF2-40B4-BE49-F238E27FC236}">
                <a16:creationId xmlns:a16="http://schemas.microsoft.com/office/drawing/2014/main" id="{EB9F475D-9CCD-457A-8520-3B554D3E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384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0" name="Skip + order-progress&#10;fusion">
            <a:extLst xmlns:a="http://schemas.openxmlformats.org/drawingml/2006/main">
              <a:ext uri="{FF2B5EF4-FFF2-40B4-BE49-F238E27FC236}">
                <a16:creationId xmlns:a16="http://schemas.microsoft.com/office/drawing/2014/main" id="{3BE92087-3EDB-4FFD-913A-C5AB5B16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Skip + order-progress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31" name="Graph pooling&#10;+ node evidence">
            <a:extLst xmlns:a="http://schemas.openxmlformats.org/drawingml/2006/main">
              <a:ext uri="{FF2B5EF4-FFF2-40B4-BE49-F238E27FC236}">
                <a16:creationId xmlns:a16="http://schemas.microsoft.com/office/drawing/2014/main" id="{55EF54F3-936B-4F0D-AC2C-FB3E5FC1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38450"/>
            <a:ext cx="14382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2" name="Graph pooling&#10;+ node evidence">
            <a:extLst xmlns:a="http://schemas.openxmlformats.org/drawingml/2006/main">
              <a:ext uri="{FF2B5EF4-FFF2-40B4-BE49-F238E27FC236}">
                <a16:creationId xmlns:a16="http://schemas.microsoft.com/office/drawing/2014/main" id="{48857EA3-0025-499E-AC21-A42D8A97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575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Graph pooling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 node evidence</a:t>
            </a:r>
          </a:p>
        </p:txBody>
      </p:sp>
      <p:sp>
        <p:nvSpPr>
          <p:cNvPr id="33" name="line-17">
            <a:extLst xmlns:a="http://schemas.openxmlformats.org/drawingml/2006/main">
              <a:ext uri="{FF2B5EF4-FFF2-40B4-BE49-F238E27FC236}">
                <a16:creationId xmlns:a16="http://schemas.microsoft.com/office/drawing/2014/main" id="{90A61F9F-29A0-44D6-B20A-657BC54F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" name="line-18">
            <a:extLst xmlns:a="http://schemas.openxmlformats.org/drawingml/2006/main">
              <a:ext uri="{FF2B5EF4-FFF2-40B4-BE49-F238E27FC236}">
                <a16:creationId xmlns:a16="http://schemas.microsoft.com/office/drawing/2014/main" id="{949B5A8D-5FA8-433F-91E5-35C8462A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" name="line-19">
            <a:extLst xmlns:a="http://schemas.openxmlformats.org/drawingml/2006/main">
              <a:ext uri="{FF2B5EF4-FFF2-40B4-BE49-F238E27FC236}">
                <a16:creationId xmlns:a16="http://schemas.microsoft.com/office/drawing/2014/main" id="{31E661E5-6059-459F-8105-FDF2C9D0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911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" name="line-20">
            <a:extLst xmlns:a="http://schemas.openxmlformats.org/drawingml/2006/main">
              <a:ext uri="{FF2B5EF4-FFF2-40B4-BE49-F238E27FC236}">
                <a16:creationId xmlns:a16="http://schemas.microsoft.com/office/drawing/2014/main" id="{3FA69205-15F5-4DB9-A57E-AF8886AD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9557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7" name="line-21">
            <a:extLst xmlns:a="http://schemas.openxmlformats.org/drawingml/2006/main">
              <a:ext uri="{FF2B5EF4-FFF2-40B4-BE49-F238E27FC236}">
                <a16:creationId xmlns:a16="http://schemas.microsoft.com/office/drawing/2014/main" id="{96CCFBD6-EEAC-4BAE-B536-403DE3E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8" name="line-22">
            <a:extLst xmlns:a="http://schemas.openxmlformats.org/drawingml/2006/main">
              <a:ext uri="{FF2B5EF4-FFF2-40B4-BE49-F238E27FC236}">
                <a16:creationId xmlns:a16="http://schemas.microsoft.com/office/drawing/2014/main" id="{749E1FF6-C9DF-4FA1-A65E-88A26D6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736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9" name="line-23">
            <a:extLst xmlns:a="http://schemas.openxmlformats.org/drawingml/2006/main">
              <a:ext uri="{FF2B5EF4-FFF2-40B4-BE49-F238E27FC236}">
                <a16:creationId xmlns:a16="http://schemas.microsoft.com/office/drawing/2014/main" id="{40A9EE0C-0EE5-451A-AED8-C5F81604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557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0" name="line-24">
            <a:extLst xmlns:a="http://schemas.openxmlformats.org/drawingml/2006/main">
              <a:ext uri="{FF2B5EF4-FFF2-40B4-BE49-F238E27FC236}">
                <a16:creationId xmlns:a16="http://schemas.microsoft.com/office/drawing/2014/main" id="{F4E9D5EC-D95B-4477-9AB0-F7930401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1" name="line-25">
            <a:extLst xmlns:a="http://schemas.openxmlformats.org/drawingml/2006/main">
              <a:ext uri="{FF2B5EF4-FFF2-40B4-BE49-F238E27FC236}">
                <a16:creationId xmlns:a16="http://schemas.microsoft.com/office/drawing/2014/main" id="{3CA5F189-C091-4621-AA76-11316682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26955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2" name="line-26">
            <a:extLst xmlns:a="http://schemas.openxmlformats.org/drawingml/2006/main">
              <a:ext uri="{FF2B5EF4-FFF2-40B4-BE49-F238E27FC236}">
                <a16:creationId xmlns:a16="http://schemas.microsoft.com/office/drawing/2014/main" id="{F5944AE7-6399-4826-9FF8-6D6CF570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3924300" cy="95"/>
          </a:xfrm>
          <a:custGeom xmlns:a="http://schemas.openxmlformats.org/drawingml/2006/main">
            <a:pathLst>
              <a:path w="3924300" h="95">
                <a:moveTo>
                  <a:pt x="0" y="0"/>
                </a:moveTo>
                <a:lnTo>
                  <a:pt x="392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" name="line-27">
            <a:extLst xmlns:a="http://schemas.openxmlformats.org/drawingml/2006/main">
              <a:ext uri="{FF2B5EF4-FFF2-40B4-BE49-F238E27FC236}">
                <a16:creationId xmlns:a16="http://schemas.microsoft.com/office/drawing/2014/main" id="{133E3B02-FBCD-452A-B828-6C5EC7B8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4" name="line-28">
            <a:extLst xmlns:a="http://schemas.openxmlformats.org/drawingml/2006/main">
              <a:ext uri="{FF2B5EF4-FFF2-40B4-BE49-F238E27FC236}">
                <a16:creationId xmlns:a16="http://schemas.microsoft.com/office/drawing/2014/main" id="{351C7EFF-0D69-4775-AFD7-6974465B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5" name="line-29">
            <a:extLst xmlns:a="http://schemas.openxmlformats.org/drawingml/2006/main">
              <a:ext uri="{FF2B5EF4-FFF2-40B4-BE49-F238E27FC236}">
                <a16:creationId xmlns:a16="http://schemas.microsoft.com/office/drawing/2014/main" id="{74999C16-B061-46C1-B02F-26F94BC7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911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6" name="line-30">
            <a:extLst xmlns:a="http://schemas.openxmlformats.org/drawingml/2006/main">
              <a:ext uri="{FF2B5EF4-FFF2-40B4-BE49-F238E27FC236}">
                <a16:creationId xmlns:a16="http://schemas.microsoft.com/office/drawing/2014/main" id="{CA6C060F-06E1-4DE5-8496-3AD209AE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57550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7" name="line-31">
            <a:extLst xmlns:a="http://schemas.openxmlformats.org/drawingml/2006/main">
              <a:ext uri="{FF2B5EF4-FFF2-40B4-BE49-F238E27FC236}">
                <a16:creationId xmlns:a16="http://schemas.microsoft.com/office/drawing/2014/main" id="{705058F4-B900-42CB-989E-126AA6A6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8" name="line-32">
            <a:extLst xmlns:a="http://schemas.openxmlformats.org/drawingml/2006/main">
              <a:ext uri="{FF2B5EF4-FFF2-40B4-BE49-F238E27FC236}">
                <a16:creationId xmlns:a16="http://schemas.microsoft.com/office/drawing/2014/main" id="{09D1D769-4010-46FB-9523-1079B8B7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736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9" name="line-33">
            <a:extLst xmlns:a="http://schemas.openxmlformats.org/drawingml/2006/main">
              <a:ext uri="{FF2B5EF4-FFF2-40B4-BE49-F238E27FC236}">
                <a16:creationId xmlns:a16="http://schemas.microsoft.com/office/drawing/2014/main" id="{1F6C2947-77F3-495E-A9AA-DA34DE74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0" name="line-34">
            <a:extLst xmlns:a="http://schemas.openxmlformats.org/drawingml/2006/main">
              <a:ext uri="{FF2B5EF4-FFF2-40B4-BE49-F238E27FC236}">
                <a16:creationId xmlns:a16="http://schemas.microsoft.com/office/drawing/2014/main" id="{F2645650-F5E9-4E67-A7D5-B7166683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1" name="line-35">
            <a:extLst xmlns:a="http://schemas.openxmlformats.org/drawingml/2006/main">
              <a:ext uri="{FF2B5EF4-FFF2-40B4-BE49-F238E27FC236}">
                <a16:creationId xmlns:a16="http://schemas.microsoft.com/office/drawing/2014/main" id="{DC5895C6-7001-4B53-91B7-03BA078C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211" y="3257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2" name="line-36">
            <a:extLst xmlns:a="http://schemas.openxmlformats.org/drawingml/2006/main">
              <a:ext uri="{FF2B5EF4-FFF2-40B4-BE49-F238E27FC236}">
                <a16:creationId xmlns:a16="http://schemas.microsoft.com/office/drawing/2014/main" id="{5AA293BE-0BD7-4F42-8F42-5F46E4F3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95" cy="533400"/>
          </a:xfrm>
          <a:custGeom xmlns:a="http://schemas.openxmlformats.org/drawingml/2006/main">
            <a:pathLst>
              <a:path w="95"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3" name="line-37">
            <a:extLst xmlns:a="http://schemas.openxmlformats.org/drawingml/2006/main">
              <a:ext uri="{FF2B5EF4-FFF2-40B4-BE49-F238E27FC236}">
                <a16:creationId xmlns:a16="http://schemas.microsoft.com/office/drawing/2014/main" id="{F158E52E-CAC4-4F07-BB53-03098BE8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4" name="line-38">
            <a:extLst xmlns:a="http://schemas.openxmlformats.org/drawingml/2006/main">
              <a:ext uri="{FF2B5EF4-FFF2-40B4-BE49-F238E27FC236}">
                <a16:creationId xmlns:a16="http://schemas.microsoft.com/office/drawing/2014/main" id="{D9550DEA-F7E8-4749-9F35-827BD8D2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3429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55" name="H(t)">
            <a:extLst xmlns:a="http://schemas.openxmlformats.org/drawingml/2006/main">
              <a:ext uri="{FF2B5EF4-FFF2-40B4-BE49-F238E27FC236}">
                <a16:creationId xmlns:a16="http://schemas.microsoft.com/office/drawing/2014/main" id="{99ECAFAA-2040-45EF-B306-A2C34C16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14725"/>
            <a:ext cx="752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H(t)</a:t>
            </a:r>
          </a:p>
        </p:txBody>
      </p:sp>
      <p:sp>
        <p:nvSpPr>
          <p:cNvPr id="56" name="Repeated encoder block">
            <a:extLst xmlns:a="http://schemas.openxmlformats.org/drawingml/2006/main">
              <a:ext uri="{FF2B5EF4-FFF2-40B4-BE49-F238E27FC236}">
                <a16:creationId xmlns:a16="http://schemas.microsoft.com/office/drawing/2014/main" id="{01C78374-D6A0-47B5-8AFF-B666FD9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5829300" cy="549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02A39"/>
            </a:solidFill>
            <a:prstDash val="dash"/>
          </a:ln>
        </p:spPr>
      </p:sp>
      <p:sp>
        <p:nvSpPr>
          <p:cNvPr id="57" name="Spatiotemporal block × 5">
            <a:extLst xmlns:a="http://schemas.openxmlformats.org/drawingml/2006/main">
              <a:ext uri="{FF2B5EF4-FFF2-40B4-BE49-F238E27FC236}">
                <a16:creationId xmlns:a16="http://schemas.microsoft.com/office/drawing/2014/main" id="{6CF1BB2F-CD83-47BF-BEE2-5B47FAF8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533775"/>
            <a:ext cx="2752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Spatiotemporal block × 5</a:t>
            </a:r>
          </a:p>
        </p:txBody>
      </p:sp>
      <p:sp>
        <p:nvSpPr>
          <p:cNvPr id="58" name="operator-+">
            <a:extLst xmlns:a="http://schemas.openxmlformats.org/drawingml/2006/main">
              <a:ext uri="{FF2B5EF4-FFF2-40B4-BE49-F238E27FC236}">
                <a16:creationId xmlns:a16="http://schemas.microsoft.com/office/drawing/2014/main" id="{92341043-EF9D-41EE-955B-1E372A61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59" name="+">
            <a:extLst xmlns:a="http://schemas.openxmlformats.org/drawingml/2006/main">
              <a:ext uri="{FF2B5EF4-FFF2-40B4-BE49-F238E27FC236}">
                <a16:creationId xmlns:a16="http://schemas.microsoft.com/office/drawing/2014/main" id="{D2870C1C-00F7-4079-8729-920CF11B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0" name="line-39">
            <a:extLst xmlns:a="http://schemas.openxmlformats.org/drawingml/2006/main">
              <a:ext uri="{FF2B5EF4-FFF2-40B4-BE49-F238E27FC236}">
                <a16:creationId xmlns:a16="http://schemas.microsoft.com/office/drawing/2014/main" id="{41C97E24-C305-4F67-9A75-5C35A984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9575"/>
            <a:ext cx="95" cy="257175"/>
          </a:xfrm>
          <a:custGeom xmlns:a="http://schemas.openxmlformats.org/drawingml/2006/main">
            <a:pathLst>
              <a:path w="9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1" name="line-40">
            <a:extLst xmlns:a="http://schemas.openxmlformats.org/drawingml/2006/main">
              <a:ext uri="{FF2B5EF4-FFF2-40B4-BE49-F238E27FC236}">
                <a16:creationId xmlns:a16="http://schemas.microsoft.com/office/drawing/2014/main" id="{C10DF871-6D0B-4864-80DE-264E9A99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95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2" name="line-41">
            <a:extLst xmlns:a="http://schemas.openxmlformats.org/drawingml/2006/main">
              <a:ext uri="{FF2B5EF4-FFF2-40B4-BE49-F238E27FC236}">
                <a16:creationId xmlns:a16="http://schemas.microsoft.com/office/drawing/2014/main" id="{9FF2E344-98D3-4EF3-8AE4-FC922723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42195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3" name="Feed-forward network">
            <a:extLst xmlns:a="http://schemas.openxmlformats.org/drawingml/2006/main">
              <a:ext uri="{FF2B5EF4-FFF2-40B4-BE49-F238E27FC236}">
                <a16:creationId xmlns:a16="http://schemas.microsoft.com/office/drawing/2014/main" id="{1A84AAE9-0A4E-4CE8-A712-5A79774B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64" name="Feed-forward network">
            <a:extLst xmlns:a="http://schemas.openxmlformats.org/drawingml/2006/main">
              <a:ext uri="{FF2B5EF4-FFF2-40B4-BE49-F238E27FC236}">
                <a16:creationId xmlns:a16="http://schemas.microsoft.com/office/drawing/2014/main" id="{43D7C421-2EF3-4A52-A020-8EF9B3C7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958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Feed-forward network</a:t>
            </a:r>
          </a:p>
        </p:txBody>
      </p:sp>
      <p:sp>
        <p:nvSpPr>
          <p:cNvPr id="65" name="line-42">
            <a:extLst xmlns:a="http://schemas.openxmlformats.org/drawingml/2006/main">
              <a:ext uri="{FF2B5EF4-FFF2-40B4-BE49-F238E27FC236}">
                <a16:creationId xmlns:a16="http://schemas.microsoft.com/office/drawing/2014/main" id="{1824F68F-60E1-4307-A0B3-DB66E22A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" name="line-43">
            <a:extLst xmlns:a="http://schemas.openxmlformats.org/drawingml/2006/main">
              <a:ext uri="{FF2B5EF4-FFF2-40B4-BE49-F238E27FC236}">
                <a16:creationId xmlns:a16="http://schemas.microsoft.com/office/drawing/2014/main" id="{7A9A48E3-F154-4C48-B5EA-720B020E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" name="line-44">
            <a:extLst xmlns:a="http://schemas.openxmlformats.org/drawingml/2006/main">
              <a:ext uri="{FF2B5EF4-FFF2-40B4-BE49-F238E27FC236}">
                <a16:creationId xmlns:a16="http://schemas.microsoft.com/office/drawing/2014/main" id="{68C95C23-941F-4DD1-8DDE-EA08E220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48768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8" name="LayerNorm">
            <a:extLst xmlns:a="http://schemas.openxmlformats.org/drawingml/2006/main">
              <a:ext uri="{FF2B5EF4-FFF2-40B4-BE49-F238E27FC236}">
                <a16:creationId xmlns:a16="http://schemas.microsoft.com/office/drawing/2014/main" id="{39824134-BE7D-4D8D-8092-C1CC687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76825"/>
            <a:ext cx="1866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69" name="LayerNorm">
            <a:extLst xmlns:a="http://schemas.openxmlformats.org/drawingml/2006/main">
              <a:ext uri="{FF2B5EF4-FFF2-40B4-BE49-F238E27FC236}">
                <a16:creationId xmlns:a16="http://schemas.microsoft.com/office/drawing/2014/main" id="{1492B7EB-68A1-4B2E-82F5-BB9B89A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95875"/>
            <a:ext cx="1790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70" name="line-45">
            <a:extLst xmlns:a="http://schemas.openxmlformats.org/drawingml/2006/main">
              <a:ext uri="{FF2B5EF4-FFF2-40B4-BE49-F238E27FC236}">
                <a16:creationId xmlns:a16="http://schemas.microsoft.com/office/drawing/2014/main" id="{2BD5077F-4335-4033-B0A2-068D191E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1" name="line-46">
            <a:extLst xmlns:a="http://schemas.openxmlformats.org/drawingml/2006/main">
              <a:ext uri="{FF2B5EF4-FFF2-40B4-BE49-F238E27FC236}">
                <a16:creationId xmlns:a16="http://schemas.microsoft.com/office/drawing/2014/main" id="{01A297DA-F9AA-4744-AC8A-62F349E0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2" name="line-47">
            <a:extLst xmlns:a="http://schemas.openxmlformats.org/drawingml/2006/main">
              <a:ext uri="{FF2B5EF4-FFF2-40B4-BE49-F238E27FC236}">
                <a16:creationId xmlns:a16="http://schemas.microsoft.com/office/drawing/2014/main" id="{91EC2FE6-462F-41D4-B0D9-7CAD13D0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54102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3" name="operator-+">
            <a:extLst xmlns:a="http://schemas.openxmlformats.org/drawingml/2006/main">
              <a:ext uri="{FF2B5EF4-FFF2-40B4-BE49-F238E27FC236}">
                <a16:creationId xmlns:a16="http://schemas.microsoft.com/office/drawing/2014/main" id="{586D4109-4DFE-4D85-9618-5CA6FED7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74" name="+">
            <a:extLst xmlns:a="http://schemas.openxmlformats.org/drawingml/2006/main">
              <a:ext uri="{FF2B5EF4-FFF2-40B4-BE49-F238E27FC236}">
                <a16:creationId xmlns:a16="http://schemas.microsoft.com/office/drawing/2014/main" id="{DE9148BB-5366-4C1D-9229-1515B66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00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75" name="line-48">
            <a:extLst xmlns:a="http://schemas.openxmlformats.org/drawingml/2006/main">
              <a:ext uri="{FF2B5EF4-FFF2-40B4-BE49-F238E27FC236}">
                <a16:creationId xmlns:a16="http://schemas.microsoft.com/office/drawing/2014/main" id="{674A95FA-2E15-4353-80FD-A7796F63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38825"/>
            <a:ext cx="95" cy="171450"/>
          </a:xfrm>
          <a:custGeom xmlns:a="http://schemas.openxmlformats.org/drawingml/2006/main">
            <a:pathLst>
              <a:path w="9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6" name="line-49">
            <a:extLst xmlns:a="http://schemas.openxmlformats.org/drawingml/2006/main">
              <a:ext uri="{FF2B5EF4-FFF2-40B4-BE49-F238E27FC236}">
                <a16:creationId xmlns:a16="http://schemas.microsoft.com/office/drawing/2014/main" id="{FF4422CD-46D5-4688-B00D-34852F87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388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7" name="line-50">
            <a:extLst xmlns:a="http://schemas.openxmlformats.org/drawingml/2006/main">
              <a:ext uri="{FF2B5EF4-FFF2-40B4-BE49-F238E27FC236}">
                <a16:creationId xmlns:a16="http://schemas.microsoft.com/office/drawing/2014/main" id="{CFF88E8A-93A7-4244-8DC3-016F9010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58388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8" name="Concat + Linear">
            <a:extLst xmlns:a="http://schemas.openxmlformats.org/drawingml/2006/main">
              <a:ext uri="{FF2B5EF4-FFF2-40B4-BE49-F238E27FC236}">
                <a16:creationId xmlns:a16="http://schemas.microsoft.com/office/drawing/2014/main" id="{09CFBA58-6542-4BC1-8AA3-7C4327A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01027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79" name="Concat + Linear">
            <a:extLst xmlns:a="http://schemas.openxmlformats.org/drawingml/2006/main">
              <a:ext uri="{FF2B5EF4-FFF2-40B4-BE49-F238E27FC236}">
                <a16:creationId xmlns:a16="http://schemas.microsoft.com/office/drawing/2014/main" id="{845FE16C-A835-4BC0-AD5F-F4038F7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029325"/>
            <a:ext cx="179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Concat + Linear</a:t>
            </a:r>
          </a:p>
        </p:txBody>
      </p:sp>
      <p:sp>
        <p:nvSpPr>
          <p:cNvPr id="80" name="line-51">
            <a:extLst xmlns:a="http://schemas.openxmlformats.org/drawingml/2006/main">
              <a:ext uri="{FF2B5EF4-FFF2-40B4-BE49-F238E27FC236}">
                <a16:creationId xmlns:a16="http://schemas.microsoft.com/office/drawing/2014/main" id="{9E389F59-F9A8-4B7E-8BC9-76D973B1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1985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1" name="line-52">
            <a:extLst xmlns:a="http://schemas.openxmlformats.org/drawingml/2006/main">
              <a:ext uri="{FF2B5EF4-FFF2-40B4-BE49-F238E27FC236}">
                <a16:creationId xmlns:a16="http://schemas.microsoft.com/office/drawing/2014/main" id="{31DD8BDE-4F0A-4EBE-BA46-24B58733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198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2" name="line-53">
            <a:extLst xmlns:a="http://schemas.openxmlformats.org/drawingml/2006/main">
              <a:ext uri="{FF2B5EF4-FFF2-40B4-BE49-F238E27FC236}">
                <a16:creationId xmlns:a16="http://schemas.microsoft.com/office/drawing/2014/main" id="{48E0E0E5-CA5D-410C-ABE4-D6D873E9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64198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" name="line-54">
            <a:extLst xmlns:a="http://schemas.openxmlformats.org/drawingml/2006/main">
              <a:ext uri="{FF2B5EF4-FFF2-40B4-BE49-F238E27FC236}">
                <a16:creationId xmlns:a16="http://schemas.microsoft.com/office/drawing/2014/main" id="{3050653B-C2FA-4F86-990D-7B7A677A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619875"/>
            <a:ext cx="3562350" cy="95"/>
          </a:xfrm>
          <a:custGeom xmlns:a="http://schemas.openxmlformats.org/drawingml/2006/main">
            <a:pathLst>
              <a:path w="3562350" h="95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4" name="Temporal attention">
            <a:extLst xmlns:a="http://schemas.openxmlformats.org/drawingml/2006/main">
              <a:ext uri="{FF2B5EF4-FFF2-40B4-BE49-F238E27FC236}">
                <a16:creationId xmlns:a16="http://schemas.microsoft.com/office/drawing/2014/main" id="{383F1229-986D-4711-A32A-6D34FA3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961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02A39"/>
            </a:solidFill>
            <a:prstDash val="solid"/>
          </a:ln>
        </p:spPr>
      </p:sp>
      <p:sp>
        <p:nvSpPr>
          <p:cNvPr id="85" name="Temporal attention">
            <a:extLst xmlns:a="http://schemas.openxmlformats.org/drawingml/2006/main">
              <a:ext uri="{FF2B5EF4-FFF2-40B4-BE49-F238E27FC236}">
                <a16:creationId xmlns:a16="http://schemas.microsoft.com/office/drawing/2014/main" id="{21B49245-5F60-444D-B1D3-46B9BA5D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69532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Temporal attention</a:t>
            </a:r>
          </a:p>
        </p:txBody>
      </p:sp>
      <p:sp>
        <p:nvSpPr>
          <p:cNvPr id="86" name="line-55">
            <a:extLst xmlns:a="http://schemas.openxmlformats.org/drawingml/2006/main">
              <a:ext uri="{FF2B5EF4-FFF2-40B4-BE49-F238E27FC236}">
                <a16:creationId xmlns:a16="http://schemas.microsoft.com/office/drawing/2014/main" id="{553D1311-4C36-4FB4-ACF2-D4391D92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619875"/>
            <a:ext cx="95" cy="276225"/>
          </a:xfrm>
          <a:custGeom xmlns:a="http://schemas.openxmlformats.org/drawingml/2006/main">
            <a:pathLst>
              <a:path w="95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7" name="line-56">
            <a:extLst xmlns:a="http://schemas.openxmlformats.org/drawingml/2006/main">
              <a:ext uri="{FF2B5EF4-FFF2-40B4-BE49-F238E27FC236}">
                <a16:creationId xmlns:a16="http://schemas.microsoft.com/office/drawing/2014/main" id="{DE68BD56-995F-43EB-8A3F-6CCEC650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8" name="line-57">
            <a:extLst xmlns:a="http://schemas.openxmlformats.org/drawingml/2006/main">
              <a:ext uri="{FF2B5EF4-FFF2-40B4-BE49-F238E27FC236}">
                <a16:creationId xmlns:a16="http://schemas.microsoft.com/office/drawing/2014/main" id="{A59FF4BB-F575-4C5D-B90A-E7900A57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536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9" name="line-58">
            <a:extLst xmlns:a="http://schemas.openxmlformats.org/drawingml/2006/main">
              <a:ext uri="{FF2B5EF4-FFF2-40B4-BE49-F238E27FC236}">
                <a16:creationId xmlns:a16="http://schemas.microsoft.com/office/drawing/2014/main" id="{EF6892E0-34FE-4CE4-A0A7-DF3A072A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32485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0" name="line-59">
            <a:extLst xmlns:a="http://schemas.openxmlformats.org/drawingml/2006/main">
              <a:ext uri="{FF2B5EF4-FFF2-40B4-BE49-F238E27FC236}">
                <a16:creationId xmlns:a16="http://schemas.microsoft.com/office/drawing/2014/main" id="{386B7B5F-49AA-4A37-9DCA-897E07E4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3248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1" name="line-60">
            <a:extLst xmlns:a="http://schemas.openxmlformats.org/drawingml/2006/main">
              <a:ext uri="{FF2B5EF4-FFF2-40B4-BE49-F238E27FC236}">
                <a16:creationId xmlns:a16="http://schemas.microsoft.com/office/drawing/2014/main" id="{1BB3F3CD-8F2B-49B3-BF14-B93A4BAB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536" y="83248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2" name="Geographic (b)">
            <a:extLst xmlns:a="http://schemas.openxmlformats.org/drawingml/2006/main">
              <a:ext uri="{FF2B5EF4-FFF2-40B4-BE49-F238E27FC236}">
                <a16:creationId xmlns:a16="http://schemas.microsoft.com/office/drawing/2014/main" id="{225D61F4-E8A3-4C5D-9966-4C37C191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8961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02A39"/>
            </a:solidFill>
            <a:prstDash val="solid"/>
          </a:ln>
        </p:spPr>
      </p:sp>
      <p:sp>
        <p:nvSpPr>
          <p:cNvPr id="93" name="Geographic (b)">
            <a:extLst xmlns:a="http://schemas.openxmlformats.org/drawingml/2006/main">
              <a:ext uri="{FF2B5EF4-FFF2-40B4-BE49-F238E27FC236}">
                <a16:creationId xmlns:a16="http://schemas.microsoft.com/office/drawing/2014/main" id="{04179660-D014-42B3-A8DB-02695DEC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9532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Geographic (b)</a:t>
            </a:r>
          </a:p>
        </p:txBody>
      </p:sp>
      <p:sp>
        <p:nvSpPr>
          <p:cNvPr id="94" name="line-61">
            <a:extLst xmlns:a="http://schemas.openxmlformats.org/drawingml/2006/main">
              <a:ext uri="{FF2B5EF4-FFF2-40B4-BE49-F238E27FC236}">
                <a16:creationId xmlns:a16="http://schemas.microsoft.com/office/drawing/2014/main" id="{9B713E89-BB47-4865-8624-7796357D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19875"/>
            <a:ext cx="95" cy="276225"/>
          </a:xfrm>
          <a:custGeom xmlns:a="http://schemas.openxmlformats.org/drawingml/2006/main">
            <a:pathLst>
              <a:path w="95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5" name="line-62">
            <a:extLst xmlns:a="http://schemas.openxmlformats.org/drawingml/2006/main">
              <a:ext uri="{FF2B5EF4-FFF2-40B4-BE49-F238E27FC236}">
                <a16:creationId xmlns:a16="http://schemas.microsoft.com/office/drawing/2014/main" id="{D8E9959A-0949-43A9-A586-7EB9F82D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6" name="line-63">
            <a:extLst xmlns:a="http://schemas.openxmlformats.org/drawingml/2006/main">
              <a:ext uri="{FF2B5EF4-FFF2-40B4-BE49-F238E27FC236}">
                <a16:creationId xmlns:a16="http://schemas.microsoft.com/office/drawing/2014/main" id="{8AC59B2A-5C84-4078-BD58-57F4C000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7" name="line-64">
            <a:extLst xmlns:a="http://schemas.openxmlformats.org/drawingml/2006/main">
              <a:ext uri="{FF2B5EF4-FFF2-40B4-BE49-F238E27FC236}">
                <a16:creationId xmlns:a16="http://schemas.microsoft.com/office/drawing/2014/main" id="{8CE984A8-1C64-4A63-8301-519E279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2485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8" name="line-65">
            <a:extLst xmlns:a="http://schemas.openxmlformats.org/drawingml/2006/main">
              <a:ext uri="{FF2B5EF4-FFF2-40B4-BE49-F238E27FC236}">
                <a16:creationId xmlns:a16="http://schemas.microsoft.com/office/drawing/2014/main" id="{164D00F4-7DA0-464E-84D5-D147E441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248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99" name="line-66">
            <a:extLst xmlns:a="http://schemas.openxmlformats.org/drawingml/2006/main">
              <a:ext uri="{FF2B5EF4-FFF2-40B4-BE49-F238E27FC236}">
                <a16:creationId xmlns:a16="http://schemas.microsoft.com/office/drawing/2014/main" id="{539C87EA-1D68-4219-99B6-45214675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3248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0" name="Semantic attention">
            <a:extLst xmlns:a="http://schemas.openxmlformats.org/drawingml/2006/main">
              <a:ext uri="{FF2B5EF4-FFF2-40B4-BE49-F238E27FC236}">
                <a16:creationId xmlns:a16="http://schemas.microsoft.com/office/drawing/2014/main" id="{B40D0B13-F4F6-4692-8217-1996EF52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896100"/>
            <a:ext cx="1676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02A39"/>
            </a:solidFill>
            <a:prstDash val="solid"/>
          </a:ln>
        </p:spPr>
      </p:sp>
      <p:sp>
        <p:nvSpPr>
          <p:cNvPr id="101" name="Semantic attention">
            <a:extLst xmlns:a="http://schemas.openxmlformats.org/drawingml/2006/main">
              <a:ext uri="{FF2B5EF4-FFF2-40B4-BE49-F238E27FC236}">
                <a16:creationId xmlns:a16="http://schemas.microsoft.com/office/drawing/2014/main" id="{D820D354-B5D8-49B1-92E8-F1EA9CA3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69532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Semantic attention</a:t>
            </a:r>
          </a:p>
        </p:txBody>
      </p:sp>
      <p:sp>
        <p:nvSpPr>
          <p:cNvPr id="102" name="line-67">
            <a:extLst xmlns:a="http://schemas.openxmlformats.org/drawingml/2006/main">
              <a:ext uri="{FF2B5EF4-FFF2-40B4-BE49-F238E27FC236}">
                <a16:creationId xmlns:a16="http://schemas.microsoft.com/office/drawing/2014/main" id="{7D449A45-B59B-404F-AED5-8CA61E9F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619875"/>
            <a:ext cx="95" cy="276225"/>
          </a:xfrm>
          <a:custGeom xmlns:a="http://schemas.openxmlformats.org/drawingml/2006/main">
            <a:pathLst>
              <a:path w="95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3" name="line-68">
            <a:extLst xmlns:a="http://schemas.openxmlformats.org/drawingml/2006/main">
              <a:ext uri="{FF2B5EF4-FFF2-40B4-BE49-F238E27FC236}">
                <a16:creationId xmlns:a16="http://schemas.microsoft.com/office/drawing/2014/main" id="{F26FE841-9E88-410F-BF0C-4618F01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4" name="line-69">
            <a:extLst xmlns:a="http://schemas.openxmlformats.org/drawingml/2006/main">
              <a:ext uri="{FF2B5EF4-FFF2-40B4-BE49-F238E27FC236}">
                <a16:creationId xmlns:a16="http://schemas.microsoft.com/office/drawing/2014/main" id="{D1A5AC41-34E3-4882-87CE-690540B5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886" y="66198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5" name="line-70">
            <a:extLst xmlns:a="http://schemas.openxmlformats.org/drawingml/2006/main">
              <a:ext uri="{FF2B5EF4-FFF2-40B4-BE49-F238E27FC236}">
                <a16:creationId xmlns:a16="http://schemas.microsoft.com/office/drawing/2014/main" id="{1AC8FE51-D829-417F-B850-93ADEEBA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8324850"/>
            <a:ext cx="95" cy="200025"/>
          </a:xfrm>
          <a:custGeom xmlns:a="http://schemas.openxmlformats.org/drawingml/2006/main">
            <a:pathLst>
              <a:path w="95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6" name="line-71">
            <a:extLst xmlns:a="http://schemas.openxmlformats.org/drawingml/2006/main">
              <a:ext uri="{FF2B5EF4-FFF2-40B4-BE49-F238E27FC236}">
                <a16:creationId xmlns:a16="http://schemas.microsoft.com/office/drawing/2014/main" id="{E2C0DAD5-1385-4D10-B917-133C408B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83248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7" name="line-72">
            <a:extLst xmlns:a="http://schemas.openxmlformats.org/drawingml/2006/main">
              <a:ext uri="{FF2B5EF4-FFF2-40B4-BE49-F238E27FC236}">
                <a16:creationId xmlns:a16="http://schemas.microsoft.com/office/drawing/2014/main" id="{5B9EA57B-D349-4412-B654-CE201F76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886" y="83248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08" name="temporal attention link">
            <a:extLst xmlns:a="http://schemas.openxmlformats.org/drawingml/2006/main">
              <a:ext uri="{FF2B5EF4-FFF2-40B4-BE49-F238E27FC236}">
                <a16:creationId xmlns:a16="http://schemas.microsoft.com/office/drawing/2014/main" id="{5C8184A7-ED7C-4F01-91D1-4796D7C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334250"/>
            <a:ext cx="1181100" cy="381000"/>
          </a:xfrm>
          <a:custGeom xmlns:a="http://schemas.openxmlformats.org/drawingml/2006/main">
            <a:pathLst>
              <a:path w="1181100" h="381000">
                <a:moveTo>
                  <a:pt x="0" y="381000"/>
                </a:moveTo>
                <a:cubicBezTo>
                  <a:pt x="0" y="0"/>
                  <a:pt x="1181100" y="0"/>
                  <a:pt x="1181100" y="3810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CBBC7"/>
            </a:solidFill>
          </a:ln>
        </p:spPr>
      </p:sp>
      <p:sp>
        <p:nvSpPr>
          <p:cNvPr id="109" name="temporal attention link">
            <a:extLst xmlns:a="http://schemas.openxmlformats.org/drawingml/2006/main">
              <a:ext uri="{FF2B5EF4-FFF2-40B4-BE49-F238E27FC236}">
                <a16:creationId xmlns:a16="http://schemas.microsoft.com/office/drawing/2014/main" id="{448F664F-5D00-4127-B390-4329665C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7439025"/>
            <a:ext cx="790575" cy="276225"/>
          </a:xfrm>
          <a:custGeom xmlns:a="http://schemas.openxmlformats.org/drawingml/2006/main">
            <a:pathLst>
              <a:path w="790575" h="276225">
                <a:moveTo>
                  <a:pt x="0" y="276225"/>
                </a:moveTo>
                <a:cubicBezTo>
                  <a:pt x="0" y="0"/>
                  <a:pt x="790575" y="0"/>
                  <a:pt x="790575" y="2762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10" name="temporal attention link">
            <a:extLst xmlns:a="http://schemas.openxmlformats.org/drawingml/2006/main">
              <a:ext uri="{FF2B5EF4-FFF2-40B4-BE49-F238E27FC236}">
                <a16:creationId xmlns:a16="http://schemas.microsoft.com/office/drawing/2014/main" id="{24FA96D3-D454-4FD9-9CBE-16E3C23A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543800"/>
            <a:ext cx="400050" cy="171450"/>
          </a:xfrm>
          <a:custGeom xmlns:a="http://schemas.openxmlformats.org/drawingml/2006/main">
            <a:pathLst>
              <a:path w="400050" h="171450">
                <a:moveTo>
                  <a:pt x="0" y="171450"/>
                </a:moveTo>
                <a:cubicBezTo>
                  <a:pt x="0" y="0"/>
                  <a:pt x="400050" y="0"/>
                  <a:pt x="400050" y="1714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11" name="line-73">
            <a:extLst xmlns:a="http://schemas.openxmlformats.org/drawingml/2006/main">
              <a:ext uri="{FF2B5EF4-FFF2-40B4-BE49-F238E27FC236}">
                <a16:creationId xmlns:a16="http://schemas.microsoft.com/office/drawing/2014/main" id="{9AB5A793-6E1F-487D-AF77-2C45EF79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715250"/>
            <a:ext cx="1333500" cy="95"/>
          </a:xfrm>
          <a:custGeom xmlns:a="http://schemas.openxmlformats.org/drawingml/2006/main">
            <a:pathLst>
              <a:path w="1333500" h="9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5C2CD"/>
            </a:solidFill>
            <a:prstDash val="solid"/>
          </a:ln>
        </p:spPr>
      </p:sp>
      <p:sp>
        <p:nvSpPr>
          <p:cNvPr id="11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B9AE615-11A5-457B-8398-719F360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433" y="765143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1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671F51DB-F08C-448E-A9D5-1BA8AF3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958" y="765143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1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819DB97-AEA3-453E-A7F0-3F909869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483" y="765143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1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19C4C713-A38B-4A27-8E2F-B45638D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533" y="7651433"/>
            <a:ext cx="127635" cy="1276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68D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16" name="time steps">
            <a:extLst xmlns:a="http://schemas.openxmlformats.org/drawingml/2006/main">
              <a:ext uri="{FF2B5EF4-FFF2-40B4-BE49-F238E27FC236}">
                <a16:creationId xmlns:a16="http://schemas.microsoft.com/office/drawing/2014/main" id="{C9A29FE9-3EB6-42ED-AA1B-2EEF244A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8486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rPr>
              <a:t>time steps</a:t>
            </a:r>
          </a:p>
        </p:txBody>
      </p:sp>
      <p:sp>
        <p:nvSpPr>
          <p:cNvPr id="117" name="4 heads">
            <a:extLst xmlns:a="http://schemas.openxmlformats.org/drawingml/2006/main">
              <a:ext uri="{FF2B5EF4-FFF2-40B4-BE49-F238E27FC236}">
                <a16:creationId xmlns:a16="http://schemas.microsoft.com/office/drawing/2014/main" id="{3CF8C2A4-BCDB-4211-9411-327F6D9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0772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4 heads</a:t>
            </a:r>
          </a:p>
        </p:txBody>
      </p:sp>
      <p:sp>
        <p:nvSpPr>
          <p:cNvPr id="118" name="line-74">
            <a:extLst xmlns:a="http://schemas.openxmlformats.org/drawingml/2006/main">
              <a:ext uri="{FF2B5EF4-FFF2-40B4-BE49-F238E27FC236}">
                <a16:creationId xmlns:a16="http://schemas.microsoft.com/office/drawing/2014/main" id="{A3BD6EC2-A581-461A-B08F-4E5D78E2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452" y="7401687"/>
            <a:ext cx="384048" cy="246888"/>
          </a:xfrm>
          <a:custGeom xmlns:a="http://schemas.openxmlformats.org/drawingml/2006/main">
            <a:pathLst>
              <a:path w="384048" h="246888">
                <a:moveTo>
                  <a:pt x="384048" y="2468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119" name="line-75">
            <a:extLst xmlns:a="http://schemas.openxmlformats.org/drawingml/2006/main">
              <a:ext uri="{FF2B5EF4-FFF2-40B4-BE49-F238E27FC236}">
                <a16:creationId xmlns:a16="http://schemas.microsoft.com/office/drawing/2014/main" id="{0156CDAE-67A0-4996-8884-7CAAF6C0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365111"/>
            <a:ext cx="329184" cy="283464"/>
          </a:xfrm>
          <a:custGeom xmlns:a="http://schemas.openxmlformats.org/drawingml/2006/main">
            <a:pathLst>
              <a:path w="329184" h="283464">
                <a:moveTo>
                  <a:pt x="0" y="283464"/>
                </a:moveTo>
                <a:lnTo>
                  <a:pt x="3291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120" name="line-76">
            <a:extLst xmlns:a="http://schemas.openxmlformats.org/drawingml/2006/main">
              <a:ext uri="{FF2B5EF4-FFF2-40B4-BE49-F238E27FC236}">
                <a16:creationId xmlns:a16="http://schemas.microsoft.com/office/drawing/2014/main" id="{BA4978D2-AFA8-45DA-BB90-ECA5508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7648575"/>
            <a:ext cx="420624" cy="274320"/>
          </a:xfrm>
          <a:custGeom xmlns:a="http://schemas.openxmlformats.org/drawingml/2006/main">
            <a:pathLst>
              <a:path w="420624" h="274320">
                <a:moveTo>
                  <a:pt x="420624" y="0"/>
                </a:moveTo>
                <a:lnTo>
                  <a:pt x="0" y="27432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121" name="line-77">
            <a:extLst xmlns:a="http://schemas.openxmlformats.org/drawingml/2006/main">
              <a:ext uri="{FF2B5EF4-FFF2-40B4-BE49-F238E27FC236}">
                <a16:creationId xmlns:a16="http://schemas.microsoft.com/office/drawing/2014/main" id="{E36E7D6D-68FA-4A99-81D8-573C7EE0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48575"/>
            <a:ext cx="384048" cy="265176"/>
          </a:xfrm>
          <a:custGeom xmlns:a="http://schemas.openxmlformats.org/drawingml/2006/main">
            <a:pathLst>
              <a:path w="384048" h="265176">
                <a:moveTo>
                  <a:pt x="0" y="0"/>
                </a:moveTo>
                <a:lnTo>
                  <a:pt x="384048" y="265176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122" name="line-78">
            <a:extLst xmlns:a="http://schemas.openxmlformats.org/drawingml/2006/main">
              <a:ext uri="{FF2B5EF4-FFF2-40B4-BE49-F238E27FC236}">
                <a16:creationId xmlns:a16="http://schemas.microsoft.com/office/drawing/2014/main" id="{97F6E3A4-CE07-4D5F-89B2-5AE2F6CA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76" y="7401687"/>
            <a:ext cx="36576" cy="521208"/>
          </a:xfrm>
          <a:custGeom xmlns:a="http://schemas.openxmlformats.org/drawingml/2006/main">
            <a:pathLst>
              <a:path w="36576" h="521208">
                <a:moveTo>
                  <a:pt x="36576" y="0"/>
                </a:moveTo>
                <a:lnTo>
                  <a:pt x="0" y="521208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7D1D8"/>
            </a:solidFill>
            <a:prstDash val="solid"/>
          </a:ln>
        </p:spPr>
      </p:sp>
      <p:sp>
        <p:nvSpPr>
          <p:cNvPr id="123" name="line-79">
            <a:extLst xmlns:a="http://schemas.openxmlformats.org/drawingml/2006/main">
              <a:ext uri="{FF2B5EF4-FFF2-40B4-BE49-F238E27FC236}">
                <a16:creationId xmlns:a16="http://schemas.microsoft.com/office/drawing/2014/main" id="{C0A7ADD1-B024-4BD2-87A7-7855D55A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684" y="7365111"/>
            <a:ext cx="54864" cy="548640"/>
          </a:xfrm>
          <a:custGeom xmlns:a="http://schemas.openxmlformats.org/drawingml/2006/main">
            <a:pathLst>
              <a:path w="54864" h="548640">
                <a:moveTo>
                  <a:pt x="0" y="0"/>
                </a:moveTo>
                <a:lnTo>
                  <a:pt x="54864" y="54864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7D1D8"/>
            </a:solidFill>
            <a:prstDash val="solid"/>
          </a:ln>
        </p:spPr>
      </p:sp>
      <p:sp>
        <p:nvSpPr>
          <p:cNvPr id="12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D2BD009-5B68-49C3-BAD2-82E08422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553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12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2BB464A-B8DC-4D22-AA3C-F080D5FB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77" y="733501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12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6C4F991-F72F-4490-958B-BF5D3511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009" y="729843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12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4C17750-5423-4C0A-95CA-4A810E38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201" y="785622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12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3CEEAE8C-8A1A-4736-AE5C-7E633DF7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873" y="784707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129" name="2 heads, hop mask">
            <a:extLst xmlns:a="http://schemas.openxmlformats.org/drawingml/2006/main">
              <a:ext uri="{FF2B5EF4-FFF2-40B4-BE49-F238E27FC236}">
                <a16:creationId xmlns:a16="http://schemas.microsoft.com/office/drawing/2014/main" id="{C65876DD-24A7-4357-B9DB-D308E5A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807720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2 heads, hop mask</a:t>
            </a:r>
          </a:p>
        </p:txBody>
      </p:sp>
      <p:sp>
        <p:nvSpPr>
          <p:cNvPr id="130" name="similarity-0-0">
            <a:extLst xmlns:a="http://schemas.openxmlformats.org/drawingml/2006/main">
              <a:ext uri="{FF2B5EF4-FFF2-40B4-BE49-F238E27FC236}">
                <a16:creationId xmlns:a16="http://schemas.microsoft.com/office/drawing/2014/main" id="{D9E5F31C-9A92-46A5-95B3-108DB033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35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1" name="similarity-0-1">
            <a:extLst xmlns:a="http://schemas.openxmlformats.org/drawingml/2006/main">
              <a:ext uri="{FF2B5EF4-FFF2-40B4-BE49-F238E27FC236}">
                <a16:creationId xmlns:a16="http://schemas.microsoft.com/office/drawing/2014/main" id="{944CB1B3-3747-42D4-8395-5EEFF6F2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35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2" name="similarity-0-2">
            <a:extLst xmlns:a="http://schemas.openxmlformats.org/drawingml/2006/main">
              <a:ext uri="{FF2B5EF4-FFF2-40B4-BE49-F238E27FC236}">
                <a16:creationId xmlns:a16="http://schemas.microsoft.com/office/drawing/2014/main" id="{235DA666-F914-4311-9E7D-DE21FCD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35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3" name="similarity-0-3">
            <a:extLst xmlns:a="http://schemas.openxmlformats.org/drawingml/2006/main">
              <a:ext uri="{FF2B5EF4-FFF2-40B4-BE49-F238E27FC236}">
                <a16:creationId xmlns:a16="http://schemas.microsoft.com/office/drawing/2014/main" id="{E9EACC56-CAFE-4D04-99EB-F8A9462E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35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4" name="similarity-0-4">
            <a:extLst xmlns:a="http://schemas.openxmlformats.org/drawingml/2006/main">
              <a:ext uri="{FF2B5EF4-FFF2-40B4-BE49-F238E27FC236}">
                <a16:creationId xmlns:a16="http://schemas.microsoft.com/office/drawing/2014/main" id="{2C7AEE50-4E10-43F6-A59D-89B47DD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735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5" name="similarity-0-5">
            <a:extLst xmlns:a="http://schemas.openxmlformats.org/drawingml/2006/main">
              <a:ext uri="{FF2B5EF4-FFF2-40B4-BE49-F238E27FC236}">
                <a16:creationId xmlns:a16="http://schemas.microsoft.com/office/drawing/2014/main" id="{69173680-1605-4638-BC51-C32FE98F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35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6" name="similarity-1-0">
            <a:extLst xmlns:a="http://schemas.openxmlformats.org/drawingml/2006/main">
              <a:ext uri="{FF2B5EF4-FFF2-40B4-BE49-F238E27FC236}">
                <a16:creationId xmlns:a16="http://schemas.microsoft.com/office/drawing/2014/main" id="{4634724D-FD50-4B3B-A644-83488872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43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7" name="similarity-1-1">
            <a:extLst xmlns:a="http://schemas.openxmlformats.org/drawingml/2006/main">
              <a:ext uri="{FF2B5EF4-FFF2-40B4-BE49-F238E27FC236}">
                <a16:creationId xmlns:a16="http://schemas.microsoft.com/office/drawing/2014/main" id="{55B74531-AE14-46D3-82EC-E4ACB7E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43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8" name="similarity-1-2">
            <a:extLst xmlns:a="http://schemas.openxmlformats.org/drawingml/2006/main">
              <a:ext uri="{FF2B5EF4-FFF2-40B4-BE49-F238E27FC236}">
                <a16:creationId xmlns:a16="http://schemas.microsoft.com/office/drawing/2014/main" id="{27EFDC74-B366-40C9-B52A-B5A0645A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43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39" name="similarity-1-3">
            <a:extLst xmlns:a="http://schemas.openxmlformats.org/drawingml/2006/main">
              <a:ext uri="{FF2B5EF4-FFF2-40B4-BE49-F238E27FC236}">
                <a16:creationId xmlns:a16="http://schemas.microsoft.com/office/drawing/2014/main" id="{F28EB95D-554B-4EFB-912F-9430B33A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43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0" name="similarity-1-4">
            <a:extLst xmlns:a="http://schemas.openxmlformats.org/drawingml/2006/main">
              <a:ext uri="{FF2B5EF4-FFF2-40B4-BE49-F238E27FC236}">
                <a16:creationId xmlns:a16="http://schemas.microsoft.com/office/drawing/2014/main" id="{7980E58F-2C3F-4E5C-B37B-EB402161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743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1" name="similarity-1-5">
            <a:extLst xmlns:a="http://schemas.openxmlformats.org/drawingml/2006/main">
              <a:ext uri="{FF2B5EF4-FFF2-40B4-BE49-F238E27FC236}">
                <a16:creationId xmlns:a16="http://schemas.microsoft.com/office/drawing/2014/main" id="{C7B005C1-BDC0-4946-8498-50E76FE3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43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2" name="similarity-2-0">
            <a:extLst xmlns:a="http://schemas.openxmlformats.org/drawingml/2006/main">
              <a:ext uri="{FF2B5EF4-FFF2-40B4-BE49-F238E27FC236}">
                <a16:creationId xmlns:a16="http://schemas.microsoft.com/office/drawing/2014/main" id="{6B4B7A2C-0F9B-4E9D-8773-46A559B4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52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3" name="similarity-2-1">
            <a:extLst xmlns:a="http://schemas.openxmlformats.org/drawingml/2006/main">
              <a:ext uri="{FF2B5EF4-FFF2-40B4-BE49-F238E27FC236}">
                <a16:creationId xmlns:a16="http://schemas.microsoft.com/office/drawing/2014/main" id="{6400015E-7A4F-47B2-A70B-90DD90FC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52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4" name="similarity-2-2">
            <a:extLst xmlns:a="http://schemas.openxmlformats.org/drawingml/2006/main">
              <a:ext uri="{FF2B5EF4-FFF2-40B4-BE49-F238E27FC236}">
                <a16:creationId xmlns:a16="http://schemas.microsoft.com/office/drawing/2014/main" id="{1CF1EE8F-62A4-4F86-9EB5-793A11E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52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5" name="similarity-2-3">
            <a:extLst xmlns:a="http://schemas.openxmlformats.org/drawingml/2006/main">
              <a:ext uri="{FF2B5EF4-FFF2-40B4-BE49-F238E27FC236}">
                <a16:creationId xmlns:a16="http://schemas.microsoft.com/office/drawing/2014/main" id="{8B8A0C8A-B6DA-4BDC-880A-B0D9970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52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6" name="similarity-2-4">
            <a:extLst xmlns:a="http://schemas.openxmlformats.org/drawingml/2006/main">
              <a:ext uri="{FF2B5EF4-FFF2-40B4-BE49-F238E27FC236}">
                <a16:creationId xmlns:a16="http://schemas.microsoft.com/office/drawing/2014/main" id="{AC3E9C88-9DE9-48AA-A234-A1AB4CA6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752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7" name="similarity-2-5">
            <a:extLst xmlns:a="http://schemas.openxmlformats.org/drawingml/2006/main">
              <a:ext uri="{FF2B5EF4-FFF2-40B4-BE49-F238E27FC236}">
                <a16:creationId xmlns:a16="http://schemas.microsoft.com/office/drawing/2014/main" id="{A87B0049-B89A-4D74-841A-2DED2A6B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52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8" name="similarity-3-0">
            <a:extLst xmlns:a="http://schemas.openxmlformats.org/drawingml/2006/main">
              <a:ext uri="{FF2B5EF4-FFF2-40B4-BE49-F238E27FC236}">
                <a16:creationId xmlns:a16="http://schemas.microsoft.com/office/drawing/2014/main" id="{1FB3779E-F35E-4430-A937-BBE158D2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61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49" name="similarity-3-1">
            <a:extLst xmlns:a="http://schemas.openxmlformats.org/drawingml/2006/main">
              <a:ext uri="{FF2B5EF4-FFF2-40B4-BE49-F238E27FC236}">
                <a16:creationId xmlns:a16="http://schemas.microsoft.com/office/drawing/2014/main" id="{7CA36C4B-C48C-44C7-B953-B799F317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61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0" name="similarity-3-2">
            <a:extLst xmlns:a="http://schemas.openxmlformats.org/drawingml/2006/main">
              <a:ext uri="{FF2B5EF4-FFF2-40B4-BE49-F238E27FC236}">
                <a16:creationId xmlns:a16="http://schemas.microsoft.com/office/drawing/2014/main" id="{2A622564-2B4E-4816-86CF-0A3675C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1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1" name="similarity-3-3">
            <a:extLst xmlns:a="http://schemas.openxmlformats.org/drawingml/2006/main">
              <a:ext uri="{FF2B5EF4-FFF2-40B4-BE49-F238E27FC236}">
                <a16:creationId xmlns:a16="http://schemas.microsoft.com/office/drawing/2014/main" id="{0CC8BEE4-DF43-4C66-AB31-373FB3E0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61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2" name="similarity-3-4">
            <a:extLst xmlns:a="http://schemas.openxmlformats.org/drawingml/2006/main">
              <a:ext uri="{FF2B5EF4-FFF2-40B4-BE49-F238E27FC236}">
                <a16:creationId xmlns:a16="http://schemas.microsoft.com/office/drawing/2014/main" id="{61F3C82C-E083-4D32-9A75-2C4BD9A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761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3" name="similarity-3-5">
            <a:extLst xmlns:a="http://schemas.openxmlformats.org/drawingml/2006/main">
              <a:ext uri="{FF2B5EF4-FFF2-40B4-BE49-F238E27FC236}">
                <a16:creationId xmlns:a16="http://schemas.microsoft.com/office/drawing/2014/main" id="{8DA9AC71-23EC-4DF8-87F2-858C9652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61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4" name="similarity-4-0">
            <a:extLst xmlns:a="http://schemas.openxmlformats.org/drawingml/2006/main">
              <a:ext uri="{FF2B5EF4-FFF2-40B4-BE49-F238E27FC236}">
                <a16:creationId xmlns:a16="http://schemas.microsoft.com/office/drawing/2014/main" id="{92DA4207-03B5-40CE-8BE5-32D065CF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696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5" name="similarity-4-1">
            <a:extLst xmlns:a="http://schemas.openxmlformats.org/drawingml/2006/main">
              <a:ext uri="{FF2B5EF4-FFF2-40B4-BE49-F238E27FC236}">
                <a16:creationId xmlns:a16="http://schemas.microsoft.com/office/drawing/2014/main" id="{C0AC9F23-C20B-4937-ADB6-20A78CCC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696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6" name="similarity-4-2">
            <a:extLst xmlns:a="http://schemas.openxmlformats.org/drawingml/2006/main">
              <a:ext uri="{FF2B5EF4-FFF2-40B4-BE49-F238E27FC236}">
                <a16:creationId xmlns:a16="http://schemas.microsoft.com/office/drawing/2014/main" id="{83709594-30AE-4C19-9C42-E63468A9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96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7" name="similarity-4-3">
            <a:extLst xmlns:a="http://schemas.openxmlformats.org/drawingml/2006/main">
              <a:ext uri="{FF2B5EF4-FFF2-40B4-BE49-F238E27FC236}">
                <a16:creationId xmlns:a16="http://schemas.microsoft.com/office/drawing/2014/main" id="{4F97AD28-D3B5-447C-8815-3BA72A47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696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8" name="similarity-4-4">
            <a:extLst xmlns:a="http://schemas.openxmlformats.org/drawingml/2006/main">
              <a:ext uri="{FF2B5EF4-FFF2-40B4-BE49-F238E27FC236}">
                <a16:creationId xmlns:a16="http://schemas.microsoft.com/office/drawing/2014/main" id="{1A411015-B683-4C00-99FF-4F5CB195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7696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59" name="similarity-4-5">
            <a:extLst xmlns:a="http://schemas.openxmlformats.org/drawingml/2006/main">
              <a:ext uri="{FF2B5EF4-FFF2-40B4-BE49-F238E27FC236}">
                <a16:creationId xmlns:a16="http://schemas.microsoft.com/office/drawing/2014/main" id="{D4DA921C-7DDA-4EE9-AE5B-CA666A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696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60" name="similarity-5-0">
            <a:extLst xmlns:a="http://schemas.openxmlformats.org/drawingml/2006/main">
              <a:ext uri="{FF2B5EF4-FFF2-40B4-BE49-F238E27FC236}">
                <a16:creationId xmlns:a16="http://schemas.microsoft.com/office/drawing/2014/main" id="{78E3128B-AE6F-4AFA-AF95-D2DFC476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78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61" name="similarity-5-1">
            <a:extLst xmlns:a="http://schemas.openxmlformats.org/drawingml/2006/main">
              <a:ext uri="{FF2B5EF4-FFF2-40B4-BE49-F238E27FC236}">
                <a16:creationId xmlns:a16="http://schemas.microsoft.com/office/drawing/2014/main" id="{69993B4D-5B54-41E5-8D4A-1567428B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78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62" name="similarity-5-2">
            <a:extLst xmlns:a="http://schemas.openxmlformats.org/drawingml/2006/main">
              <a:ext uri="{FF2B5EF4-FFF2-40B4-BE49-F238E27FC236}">
                <a16:creationId xmlns:a16="http://schemas.microsoft.com/office/drawing/2014/main" id="{5FA8D85E-00A7-4A7D-8B55-4BFDBC1F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78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63" name="similarity-5-3">
            <a:extLst xmlns:a="http://schemas.openxmlformats.org/drawingml/2006/main">
              <a:ext uri="{FF2B5EF4-FFF2-40B4-BE49-F238E27FC236}">
                <a16:creationId xmlns:a16="http://schemas.microsoft.com/office/drawing/2014/main" id="{45E90FDB-42A3-48C6-95B4-AD020C50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78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64" name="similarity-5-4">
            <a:extLst xmlns:a="http://schemas.openxmlformats.org/drawingml/2006/main">
              <a:ext uri="{FF2B5EF4-FFF2-40B4-BE49-F238E27FC236}">
                <a16:creationId xmlns:a16="http://schemas.microsoft.com/office/drawing/2014/main" id="{B5ED4A0B-C144-4BDF-AD19-83B2C83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778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65" name="similarity-5-5">
            <a:extLst xmlns:a="http://schemas.openxmlformats.org/drawingml/2006/main">
              <a:ext uri="{FF2B5EF4-FFF2-40B4-BE49-F238E27FC236}">
                <a16:creationId xmlns:a16="http://schemas.microsoft.com/office/drawing/2014/main" id="{AE8464B5-0D85-421C-AE66-81EA0329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78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166" name="shape-80">
            <a:extLst xmlns:a="http://schemas.openxmlformats.org/drawingml/2006/main">
              <a:ext uri="{FF2B5EF4-FFF2-40B4-BE49-F238E27FC236}">
                <a16:creationId xmlns:a16="http://schemas.microsoft.com/office/drawing/2014/main" id="{90B7CFE6-BC26-4BB6-B75A-DF13CD4D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353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167" name="line-81">
            <a:extLst xmlns:a="http://schemas.openxmlformats.org/drawingml/2006/main">
              <a:ext uri="{FF2B5EF4-FFF2-40B4-BE49-F238E27FC236}">
                <a16:creationId xmlns:a16="http://schemas.microsoft.com/office/drawing/2014/main" id="{623D6688-B3EF-4EBA-ACA7-9AB71AC6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7629525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7079"/>
            </a:solidFill>
            <a:prstDash val="solid"/>
          </a:ln>
        </p:spPr>
      </p:sp>
      <p:sp>
        <p:nvSpPr>
          <p:cNvPr id="168" name="line-82">
            <a:extLst xmlns:a="http://schemas.openxmlformats.org/drawingml/2006/main">
              <a:ext uri="{FF2B5EF4-FFF2-40B4-BE49-F238E27FC236}">
                <a16:creationId xmlns:a16="http://schemas.microsoft.com/office/drawing/2014/main" id="{0A7A1985-13F1-4DDD-BE08-2227F8F6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210" y="762952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7079"/>
            </a:solidFill>
            <a:prstDash val="solid"/>
          </a:ln>
        </p:spPr>
      </p:sp>
      <p:sp>
        <p:nvSpPr>
          <p:cNvPr id="169" name="line-83">
            <a:extLst xmlns:a="http://schemas.openxmlformats.org/drawingml/2006/main">
              <a:ext uri="{FF2B5EF4-FFF2-40B4-BE49-F238E27FC236}">
                <a16:creationId xmlns:a16="http://schemas.microsoft.com/office/drawing/2014/main" id="{02E63930-7B05-4220-962E-C30C2CD9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210" y="759873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6B7079"/>
            </a:solidFill>
            <a:prstDash val="solid"/>
          </a:ln>
        </p:spPr>
      </p:sp>
      <p:sp>
        <p:nvSpPr>
          <p:cNvPr id="170" name="line-84">
            <a:extLst xmlns:a="http://schemas.openxmlformats.org/drawingml/2006/main">
              <a:ext uri="{FF2B5EF4-FFF2-40B4-BE49-F238E27FC236}">
                <a16:creationId xmlns:a16="http://schemas.microsoft.com/office/drawing/2014/main" id="{08659770-BF4A-47BF-9B5F-5C12B4CB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400925"/>
            <a:ext cx="38100" cy="285750"/>
          </a:xfrm>
          <a:custGeom xmlns:a="http://schemas.openxmlformats.org/drawingml/2006/main">
            <a:pathLst>
              <a:path w="38100" h="285750">
                <a:moveTo>
                  <a:pt x="0" y="28575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0BECB"/>
            </a:solidFill>
            <a:prstDash val="solid"/>
          </a:ln>
        </p:spPr>
      </p:sp>
      <p:sp>
        <p:nvSpPr>
          <p:cNvPr id="171" name="line-85">
            <a:extLst xmlns:a="http://schemas.openxmlformats.org/drawingml/2006/main">
              <a:ext uri="{FF2B5EF4-FFF2-40B4-BE49-F238E27FC236}">
                <a16:creationId xmlns:a16="http://schemas.microsoft.com/office/drawing/2014/main" id="{8F2FF201-060D-4BE6-822A-D2C55CDB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591425"/>
            <a:ext cx="342900" cy="95250"/>
          </a:xfrm>
          <a:custGeom xmlns:a="http://schemas.openxmlformats.org/drawingml/2006/main">
            <a:pathLst>
              <a:path w="342900" h="95250">
                <a:moveTo>
                  <a:pt x="0" y="9525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0BECB"/>
            </a:solidFill>
            <a:prstDash val="solid"/>
          </a:ln>
        </p:spPr>
      </p:sp>
      <p:sp>
        <p:nvSpPr>
          <p:cNvPr id="172" name="line-86">
            <a:extLst xmlns:a="http://schemas.openxmlformats.org/drawingml/2006/main">
              <a:ext uri="{FF2B5EF4-FFF2-40B4-BE49-F238E27FC236}">
                <a16:creationId xmlns:a16="http://schemas.microsoft.com/office/drawing/2014/main" id="{64355EAE-A9E5-4235-A998-033E77F7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686675"/>
            <a:ext cx="133350" cy="171450"/>
          </a:xfrm>
          <a:custGeom xmlns:a="http://schemas.openxmlformats.org/drawingml/2006/main">
            <a:pathLst>
              <a:path w="133350" h="171450">
                <a:moveTo>
                  <a:pt x="0" y="0"/>
                </a:moveTo>
                <a:lnTo>
                  <a:pt x="1333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0BECB"/>
            </a:solidFill>
            <a:prstDash val="solid"/>
          </a:ln>
        </p:spPr>
      </p:sp>
      <p:sp>
        <p:nvSpPr>
          <p:cNvPr id="17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9A9B26D-EA46-40B1-8EAC-13259C3E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61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68D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7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9832CE7-59EE-4E6F-8342-F19B685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735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7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8A3BF5EA-9FD9-4E91-9456-D8B5204B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534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7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57F13F0-4961-4360-99E3-5654176A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800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177" name="2 heads, corr. mask">
            <a:extLst xmlns:a="http://schemas.openxmlformats.org/drawingml/2006/main">
              <a:ext uri="{FF2B5EF4-FFF2-40B4-BE49-F238E27FC236}">
                <a16:creationId xmlns:a16="http://schemas.microsoft.com/office/drawing/2014/main" id="{7F82C1A4-0DB6-46D5-ADD3-38EE13F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8077200"/>
            <a:ext cx="1533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2 heads, corr. mask</a:t>
            </a:r>
          </a:p>
        </p:txBody>
      </p:sp>
      <p:sp>
        <p:nvSpPr>
          <p:cNvPr id="178" name="line-87">
            <a:extLst xmlns:a="http://schemas.openxmlformats.org/drawingml/2006/main">
              <a:ext uri="{FF2B5EF4-FFF2-40B4-BE49-F238E27FC236}">
                <a16:creationId xmlns:a16="http://schemas.microsoft.com/office/drawing/2014/main" id="{026A941A-43C8-48A2-8D18-57FE2A0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524875"/>
            <a:ext cx="3562350" cy="95"/>
          </a:xfrm>
          <a:custGeom xmlns:a="http://schemas.openxmlformats.org/drawingml/2006/main">
            <a:pathLst>
              <a:path w="3562350" h="95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79" name="line-88">
            <a:extLst xmlns:a="http://schemas.openxmlformats.org/drawingml/2006/main">
              <a:ext uri="{FF2B5EF4-FFF2-40B4-BE49-F238E27FC236}">
                <a16:creationId xmlns:a16="http://schemas.microsoft.com/office/drawing/2014/main" id="{3F9C2DD3-B9B5-42B4-AA54-CBA6B375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24875"/>
            <a:ext cx="95" cy="190500"/>
          </a:xfrm>
          <a:custGeom xmlns:a="http://schemas.openxmlformats.org/drawingml/2006/main">
            <a:pathLst>
              <a:path w="95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0" name="line-89">
            <a:extLst xmlns:a="http://schemas.openxmlformats.org/drawingml/2006/main">
              <a:ext uri="{FF2B5EF4-FFF2-40B4-BE49-F238E27FC236}">
                <a16:creationId xmlns:a16="http://schemas.microsoft.com/office/drawing/2014/main" id="{678381CF-D180-473D-B4A2-B5BCDB14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248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1" name="line-90">
            <a:extLst xmlns:a="http://schemas.openxmlformats.org/drawingml/2006/main">
              <a:ext uri="{FF2B5EF4-FFF2-40B4-BE49-F238E27FC236}">
                <a16:creationId xmlns:a16="http://schemas.microsoft.com/office/drawing/2014/main" id="{88D560E3-98DD-4B85-9F68-9889E490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85248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2" name="LayerNorm">
            <a:extLst xmlns:a="http://schemas.openxmlformats.org/drawingml/2006/main">
              <a:ext uri="{FF2B5EF4-FFF2-40B4-BE49-F238E27FC236}">
                <a16:creationId xmlns:a16="http://schemas.microsoft.com/office/drawing/2014/main" id="{1032B180-C0FA-464A-A131-09CA6EF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8715375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183" name="LayerNorm">
            <a:extLst xmlns:a="http://schemas.openxmlformats.org/drawingml/2006/main">
              <a:ext uri="{FF2B5EF4-FFF2-40B4-BE49-F238E27FC236}">
                <a16:creationId xmlns:a16="http://schemas.microsoft.com/office/drawing/2014/main" id="{B5763816-260A-4B34-9F71-4F2B0BF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7344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184" name="line-91">
            <a:extLst xmlns:a="http://schemas.openxmlformats.org/drawingml/2006/main">
              <a:ext uri="{FF2B5EF4-FFF2-40B4-BE49-F238E27FC236}">
                <a16:creationId xmlns:a16="http://schemas.microsoft.com/office/drawing/2014/main" id="{F2F73912-63AC-40C6-84D4-224BF053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58275"/>
            <a:ext cx="95" cy="161925"/>
          </a:xfrm>
          <a:custGeom xmlns:a="http://schemas.openxmlformats.org/drawingml/2006/main">
            <a:pathLst>
              <a:path w="95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5" name="line-92">
            <a:extLst xmlns:a="http://schemas.openxmlformats.org/drawingml/2006/main">
              <a:ext uri="{FF2B5EF4-FFF2-40B4-BE49-F238E27FC236}">
                <a16:creationId xmlns:a16="http://schemas.microsoft.com/office/drawing/2014/main" id="{EEB9C68C-EAAF-45C9-BDA1-E3771508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582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6" name="line-93">
            <a:extLst xmlns:a="http://schemas.openxmlformats.org/drawingml/2006/main">
              <a:ext uri="{FF2B5EF4-FFF2-40B4-BE49-F238E27FC236}">
                <a16:creationId xmlns:a16="http://schemas.microsoft.com/office/drawing/2014/main" id="{6D985107-099D-4C2E-BD62-019643B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90582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7" name="line-94">
            <a:extLst xmlns:a="http://schemas.openxmlformats.org/drawingml/2006/main">
              <a:ext uri="{FF2B5EF4-FFF2-40B4-BE49-F238E27FC236}">
                <a16:creationId xmlns:a16="http://schemas.microsoft.com/office/drawing/2014/main" id="{E1071EB5-807A-455F-AFB9-A9451678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191625"/>
            <a:ext cx="2752725" cy="95"/>
          </a:xfrm>
          <a:custGeom xmlns:a="http://schemas.openxmlformats.org/drawingml/2006/main">
            <a:pathLst>
              <a:path w="2752725" h="95">
                <a:moveTo>
                  <a:pt x="0" y="0"/>
                </a:moveTo>
                <a:lnTo>
                  <a:pt x="2752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8" name="line-95">
            <a:extLst xmlns:a="http://schemas.openxmlformats.org/drawingml/2006/main">
              <a:ext uri="{FF2B5EF4-FFF2-40B4-BE49-F238E27FC236}">
                <a16:creationId xmlns:a16="http://schemas.microsoft.com/office/drawing/2014/main" id="{BAB4D52A-6499-4E87-9742-2C0B88C7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715000"/>
            <a:ext cx="95" cy="3476625"/>
          </a:xfrm>
          <a:custGeom xmlns:a="http://schemas.openxmlformats.org/drawingml/2006/main">
            <a:pathLst>
              <a:path w="95" h="3476625">
                <a:moveTo>
                  <a:pt x="0" y="3476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89" name="line-96">
            <a:extLst xmlns:a="http://schemas.openxmlformats.org/drawingml/2006/main">
              <a:ext uri="{FF2B5EF4-FFF2-40B4-BE49-F238E27FC236}">
                <a16:creationId xmlns:a16="http://schemas.microsoft.com/office/drawing/2014/main" id="{570CF052-FD6C-4E69-A698-108A7183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15000"/>
            <a:ext cx="2628900" cy="95"/>
          </a:xfrm>
          <a:custGeom xmlns:a="http://schemas.openxmlformats.org/drawingml/2006/main">
            <a:pathLst>
              <a:path w="2628900" h="95">
                <a:moveTo>
                  <a:pt x="2628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0" name="line-97">
            <a:extLst xmlns:a="http://schemas.openxmlformats.org/drawingml/2006/main">
              <a:ext uri="{FF2B5EF4-FFF2-40B4-BE49-F238E27FC236}">
                <a16:creationId xmlns:a16="http://schemas.microsoft.com/office/drawing/2014/main" id="{654A4D91-05C8-4CF7-B114-8CB4F831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68421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1" name="line-98">
            <a:extLst xmlns:a="http://schemas.openxmlformats.org/drawingml/2006/main">
              <a:ext uri="{FF2B5EF4-FFF2-40B4-BE49-F238E27FC236}">
                <a16:creationId xmlns:a16="http://schemas.microsoft.com/office/drawing/2014/main" id="{97ED289F-FB64-4533-9C28-8904B8FC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1500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2" name="line-99">
            <a:extLst xmlns:a="http://schemas.openxmlformats.org/drawingml/2006/main">
              <a:ext uri="{FF2B5EF4-FFF2-40B4-BE49-F238E27FC236}">
                <a16:creationId xmlns:a16="http://schemas.microsoft.com/office/drawing/2014/main" id="{6873648C-63CC-436D-B0A3-688073F8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95925"/>
            <a:ext cx="2724150" cy="95"/>
          </a:xfrm>
          <a:custGeom xmlns:a="http://schemas.openxmlformats.org/drawingml/2006/main">
            <a:pathLst>
              <a:path w="2724150" h="95">
                <a:moveTo>
                  <a:pt x="27241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3" name="line-100">
            <a:extLst xmlns:a="http://schemas.openxmlformats.org/drawingml/2006/main">
              <a:ext uri="{FF2B5EF4-FFF2-40B4-BE49-F238E27FC236}">
                <a16:creationId xmlns:a16="http://schemas.microsoft.com/office/drawing/2014/main" id="{59BF16C0-8BB9-4CE4-AB61-10245FFA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95" cy="1400175"/>
          </a:xfrm>
          <a:custGeom xmlns:a="http://schemas.openxmlformats.org/drawingml/2006/main">
            <a:pathLst>
              <a:path w="95" h="1400175">
                <a:moveTo>
                  <a:pt x="0" y="1400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4" name="line-101">
            <a:extLst xmlns:a="http://schemas.openxmlformats.org/drawingml/2006/main">
              <a:ext uri="{FF2B5EF4-FFF2-40B4-BE49-F238E27FC236}">
                <a16:creationId xmlns:a16="http://schemas.microsoft.com/office/drawing/2014/main" id="{30A00020-85DA-4718-9C05-0D048D44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600325" cy="95"/>
          </a:xfrm>
          <a:custGeom xmlns:a="http://schemas.openxmlformats.org/drawingml/2006/main">
            <a:pathLst>
              <a:path w="2600325" h="95">
                <a:moveTo>
                  <a:pt x="0" y="0"/>
                </a:moveTo>
                <a:lnTo>
                  <a:pt x="2600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5" name="line-102">
            <a:extLst xmlns:a="http://schemas.openxmlformats.org/drawingml/2006/main">
              <a:ext uri="{FF2B5EF4-FFF2-40B4-BE49-F238E27FC236}">
                <a16:creationId xmlns:a16="http://schemas.microsoft.com/office/drawing/2014/main" id="{C3FF28BA-9D9D-47E2-83B4-96D6F6FE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35" y="40957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6" name="line-103">
            <a:extLst xmlns:a="http://schemas.openxmlformats.org/drawingml/2006/main">
              <a:ext uri="{FF2B5EF4-FFF2-40B4-BE49-F238E27FC236}">
                <a16:creationId xmlns:a16="http://schemas.microsoft.com/office/drawing/2014/main" id="{982D28B1-527E-4C36-816F-F3CBB95C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535" y="40649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197" name="residual">
            <a:extLst xmlns:a="http://schemas.openxmlformats.org/drawingml/2006/main">
              <a:ext uri="{FF2B5EF4-FFF2-40B4-BE49-F238E27FC236}">
                <a16:creationId xmlns:a16="http://schemas.microsoft.com/office/drawing/2014/main" id="{6218B5BC-F5BE-48DF-B4FB-891D61C9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915400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198" name="residual">
            <a:extLst xmlns:a="http://schemas.openxmlformats.org/drawingml/2006/main">
              <a:ext uri="{FF2B5EF4-FFF2-40B4-BE49-F238E27FC236}">
                <a16:creationId xmlns:a16="http://schemas.microsoft.com/office/drawing/2014/main" id="{11643D28-13ED-4B4F-9D13-98A8207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1057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199" name="line-104">
            <a:extLst xmlns:a="http://schemas.openxmlformats.org/drawingml/2006/main">
              <a:ext uri="{FF2B5EF4-FFF2-40B4-BE49-F238E27FC236}">
                <a16:creationId xmlns:a16="http://schemas.microsoft.com/office/drawing/2014/main" id="{08A856F1-2ED8-4DF4-B9FF-62C4007C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324975"/>
            <a:ext cx="95" cy="180975"/>
          </a:xfrm>
          <a:custGeom xmlns:a="http://schemas.openxmlformats.org/drawingml/2006/main">
            <a:pathLst>
              <a:path w="95" h="180975">
                <a:moveTo>
                  <a:pt x="0" y="180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0" name="line-105">
            <a:extLst xmlns:a="http://schemas.openxmlformats.org/drawingml/2006/main">
              <a:ext uri="{FF2B5EF4-FFF2-40B4-BE49-F238E27FC236}">
                <a16:creationId xmlns:a16="http://schemas.microsoft.com/office/drawing/2014/main" id="{361F4907-B50E-430E-B05A-D9974873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32497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1" name="line-106">
            <a:extLst xmlns:a="http://schemas.openxmlformats.org/drawingml/2006/main">
              <a:ext uri="{FF2B5EF4-FFF2-40B4-BE49-F238E27FC236}">
                <a16:creationId xmlns:a16="http://schemas.microsoft.com/office/drawing/2014/main" id="{9218353C-FF92-4141-BA29-E2A491DF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932497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2" name="operator-+">
            <a:extLst xmlns:a="http://schemas.openxmlformats.org/drawingml/2006/main">
              <a:ext uri="{FF2B5EF4-FFF2-40B4-BE49-F238E27FC236}">
                <a16:creationId xmlns:a16="http://schemas.microsoft.com/office/drawing/2014/main" id="{86558916-C644-439E-A352-0F26E93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515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203" name="+">
            <a:extLst xmlns:a="http://schemas.openxmlformats.org/drawingml/2006/main">
              <a:ext uri="{FF2B5EF4-FFF2-40B4-BE49-F238E27FC236}">
                <a16:creationId xmlns:a16="http://schemas.microsoft.com/office/drawing/2014/main" id="{0004DB5F-8BE2-4778-9D41-7F4690D0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5154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04" name="line-107">
            <a:extLst xmlns:a="http://schemas.openxmlformats.org/drawingml/2006/main">
              <a:ext uri="{FF2B5EF4-FFF2-40B4-BE49-F238E27FC236}">
                <a16:creationId xmlns:a16="http://schemas.microsoft.com/office/drawing/2014/main" id="{B8D13A6E-4DA0-4CEF-91F1-1F40684A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53600"/>
            <a:ext cx="95" cy="285750"/>
          </a:xfrm>
          <a:custGeom xmlns:a="http://schemas.openxmlformats.org/drawingml/2006/main">
            <a:pathLst>
              <a:path w="9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5" name="line-108">
            <a:extLst xmlns:a="http://schemas.openxmlformats.org/drawingml/2006/main">
              <a:ext uri="{FF2B5EF4-FFF2-40B4-BE49-F238E27FC236}">
                <a16:creationId xmlns:a16="http://schemas.microsoft.com/office/drawing/2014/main" id="{9D1FF774-EAE4-45B0-B12C-4E5F9286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536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6" name="line-109">
            <a:extLst xmlns:a="http://schemas.openxmlformats.org/drawingml/2006/main">
              <a:ext uri="{FF2B5EF4-FFF2-40B4-BE49-F238E27FC236}">
                <a16:creationId xmlns:a16="http://schemas.microsoft.com/office/drawing/2014/main" id="{4DB9A259-2F5C-460B-8A23-1A146514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97536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07" name="Grouped Linear + GELU&#10;Mean aggregation">
            <a:extLst xmlns:a="http://schemas.openxmlformats.org/drawingml/2006/main">
              <a:ext uri="{FF2B5EF4-FFF2-40B4-BE49-F238E27FC236}">
                <a16:creationId xmlns:a16="http://schemas.microsoft.com/office/drawing/2014/main" id="{9E778DF7-CFEA-4CFF-87D1-3A1CB7B3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03935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208" name="Grouped Linear + GELU&#10;Mean aggregation">
            <a:extLst xmlns:a="http://schemas.openxmlformats.org/drawingml/2006/main">
              <a:ext uri="{FF2B5EF4-FFF2-40B4-BE49-F238E27FC236}">
                <a16:creationId xmlns:a16="http://schemas.microsoft.com/office/drawing/2014/main" id="{D7E62A35-8F16-412A-B0BA-87A03BF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005840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Grouped Linear + GELU</a:t>
            </a:r>
          </a:p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Mean aggregation</a:t>
            </a:r>
          </a:p>
        </p:txBody>
      </p:sp>
      <p:sp>
        <p:nvSpPr>
          <p:cNvPr id="209" name="line-110">
            <a:extLst xmlns:a="http://schemas.openxmlformats.org/drawingml/2006/main">
              <a:ext uri="{FF2B5EF4-FFF2-40B4-BE49-F238E27FC236}">
                <a16:creationId xmlns:a16="http://schemas.microsoft.com/office/drawing/2014/main" id="{A87E9AD6-B4D5-4B90-BD6F-BE748DF5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572750"/>
            <a:ext cx="95" cy="228600"/>
          </a:xfrm>
          <a:custGeom xmlns:a="http://schemas.openxmlformats.org/drawingml/2006/main">
            <a:pathLst>
              <a:path w="95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0" name="line-111">
            <a:extLst xmlns:a="http://schemas.openxmlformats.org/drawingml/2006/main">
              <a:ext uri="{FF2B5EF4-FFF2-40B4-BE49-F238E27FC236}">
                <a16:creationId xmlns:a16="http://schemas.microsoft.com/office/drawing/2014/main" id="{F79B8289-E0D2-4BF6-AD87-2C577EB0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5727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1" name="line-112">
            <a:extLst xmlns:a="http://schemas.openxmlformats.org/drawingml/2006/main">
              <a:ext uri="{FF2B5EF4-FFF2-40B4-BE49-F238E27FC236}">
                <a16:creationId xmlns:a16="http://schemas.microsoft.com/office/drawing/2014/main" id="{D074A27F-27EF-464A-B15D-2FE899D9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11" y="105727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212" name="Historical tensor layer">
            <a:extLst xmlns:a="http://schemas.openxmlformats.org/drawingml/2006/main">
              <a:ext uri="{FF2B5EF4-FFF2-40B4-BE49-F238E27FC236}">
                <a16:creationId xmlns:a16="http://schemas.microsoft.com/office/drawing/2014/main" id="{A8B1E1BB-8AD9-4B41-BFFA-2BD90C88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07442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6668">
            <a:solidFill>
              <a:srgbClr val="B5C3CF"/>
            </a:solidFill>
            <a:prstDash val="solid"/>
          </a:ln>
        </p:spPr>
      </p:sp>
      <p:sp>
        <p:nvSpPr>
          <p:cNvPr id="213" name="Historical tensor layer">
            <a:extLst xmlns:a="http://schemas.openxmlformats.org/drawingml/2006/main">
              <a:ext uri="{FF2B5EF4-FFF2-40B4-BE49-F238E27FC236}">
                <a16:creationId xmlns:a16="http://schemas.microsoft.com/office/drawing/2014/main" id="{4117A76A-EC52-4514-9496-4389BD6F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0810875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6668">
            <a:solidFill>
              <a:srgbClr val="B5C3CF"/>
            </a:solidFill>
            <a:prstDash val="solid"/>
          </a:ln>
        </p:spPr>
      </p:sp>
      <p:sp>
        <p:nvSpPr>
          <p:cNvPr id="214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F00767B4-D8DE-4649-B905-8FA78760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15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9CA52090-0E36-4233-AFDA-50E8B41B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16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AB65B146-5C17-41BF-A61A-EB914B3F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17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7506831B-CF7B-47A0-BFC9-0E10E42E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18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5E5F7C3C-7460-4D34-A5E0-5C26FB0D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19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57299487-DBF7-46FA-9B14-BBEEEC41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0" name="features-0-6">
            <a:extLst xmlns:a="http://schemas.openxmlformats.org/drawingml/2006/main">
              <a:ext uri="{FF2B5EF4-FFF2-40B4-BE49-F238E27FC236}">
                <a16:creationId xmlns:a16="http://schemas.microsoft.com/office/drawing/2014/main" id="{7054AB59-0728-4569-91EC-3ADAA2C4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1" name="features-0-7">
            <a:extLst xmlns:a="http://schemas.openxmlformats.org/drawingml/2006/main">
              <a:ext uri="{FF2B5EF4-FFF2-40B4-BE49-F238E27FC236}">
                <a16:creationId xmlns:a16="http://schemas.microsoft.com/office/drawing/2014/main" id="{65AEA394-C195-4D17-9F9D-1A0E4C82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2" name="features-0-8">
            <a:extLst xmlns:a="http://schemas.openxmlformats.org/drawingml/2006/main">
              <a:ext uri="{FF2B5EF4-FFF2-40B4-BE49-F238E27FC236}">
                <a16:creationId xmlns:a16="http://schemas.microsoft.com/office/drawing/2014/main" id="{2D2E0FD6-83CA-456D-837A-28A5CBD9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3" name="features-0-9">
            <a:extLst xmlns:a="http://schemas.openxmlformats.org/drawingml/2006/main">
              <a:ext uri="{FF2B5EF4-FFF2-40B4-BE49-F238E27FC236}">
                <a16:creationId xmlns:a16="http://schemas.microsoft.com/office/drawing/2014/main" id="{50018310-E328-48AE-8061-0AC8D05B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4" name="features-0-10">
            <a:extLst xmlns:a="http://schemas.openxmlformats.org/drawingml/2006/main">
              <a:ext uri="{FF2B5EF4-FFF2-40B4-BE49-F238E27FC236}">
                <a16:creationId xmlns:a16="http://schemas.microsoft.com/office/drawing/2014/main" id="{FEA1C06D-B89F-4198-B754-BA07046A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5" name="features-0-11">
            <a:extLst xmlns:a="http://schemas.openxmlformats.org/drawingml/2006/main">
              <a:ext uri="{FF2B5EF4-FFF2-40B4-BE49-F238E27FC236}">
                <a16:creationId xmlns:a16="http://schemas.microsoft.com/office/drawing/2014/main" id="{020760B2-408C-4916-B4B2-33D327F3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6" name="features-0-12">
            <a:extLst xmlns:a="http://schemas.openxmlformats.org/drawingml/2006/main">
              <a:ext uri="{FF2B5EF4-FFF2-40B4-BE49-F238E27FC236}">
                <a16:creationId xmlns:a16="http://schemas.microsoft.com/office/drawing/2014/main" id="{550F4E79-3189-48B1-BB1A-09161A42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7" name="features-0-13">
            <a:extLst xmlns:a="http://schemas.openxmlformats.org/drawingml/2006/main">
              <a:ext uri="{FF2B5EF4-FFF2-40B4-BE49-F238E27FC236}">
                <a16:creationId xmlns:a16="http://schemas.microsoft.com/office/drawing/2014/main" id="{73546532-0C1E-4652-B2F7-16BE64BE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8" name="features-0-14">
            <a:extLst xmlns:a="http://schemas.openxmlformats.org/drawingml/2006/main">
              <a:ext uri="{FF2B5EF4-FFF2-40B4-BE49-F238E27FC236}">
                <a16:creationId xmlns:a16="http://schemas.microsoft.com/office/drawing/2014/main" id="{87FBEB40-92D4-46E8-8E06-398A0980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29" name="features-0-15">
            <a:extLst xmlns:a="http://schemas.openxmlformats.org/drawingml/2006/main">
              <a:ext uri="{FF2B5EF4-FFF2-40B4-BE49-F238E27FC236}">
                <a16:creationId xmlns:a16="http://schemas.microsoft.com/office/drawing/2014/main" id="{9FAC73F9-FE3E-4633-966C-297AC623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87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0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41C68F22-8933-4515-A558-2AE06A91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1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1E341A95-6CAF-45F5-93AE-4EC8CAF0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2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CCD38506-05A2-4F3F-BE75-AE1572D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3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86C42242-0319-4E80-B512-A7B39F61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4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33711E10-1F96-456D-A27D-D3434909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5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E29D8D45-3B6A-4F45-B8DD-5C1FB402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6" name="features-1-6">
            <a:extLst xmlns:a="http://schemas.openxmlformats.org/drawingml/2006/main">
              <a:ext uri="{FF2B5EF4-FFF2-40B4-BE49-F238E27FC236}">
                <a16:creationId xmlns:a16="http://schemas.microsoft.com/office/drawing/2014/main" id="{7B57C213-999B-4591-9B94-C70A79E4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7" name="features-1-7">
            <a:extLst xmlns:a="http://schemas.openxmlformats.org/drawingml/2006/main">
              <a:ext uri="{FF2B5EF4-FFF2-40B4-BE49-F238E27FC236}">
                <a16:creationId xmlns:a16="http://schemas.microsoft.com/office/drawing/2014/main" id="{C82C0E5B-7211-46FC-933D-D2CE7141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8" name="features-1-8">
            <a:extLst xmlns:a="http://schemas.openxmlformats.org/drawingml/2006/main">
              <a:ext uri="{FF2B5EF4-FFF2-40B4-BE49-F238E27FC236}">
                <a16:creationId xmlns:a16="http://schemas.microsoft.com/office/drawing/2014/main" id="{240C48BF-1B26-4E18-AFA4-03C5A572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39" name="features-1-9">
            <a:extLst xmlns:a="http://schemas.openxmlformats.org/drawingml/2006/main">
              <a:ext uri="{FF2B5EF4-FFF2-40B4-BE49-F238E27FC236}">
                <a16:creationId xmlns:a16="http://schemas.microsoft.com/office/drawing/2014/main" id="{A53D7D51-3FC8-4B05-822F-CDAA294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0" name="features-1-10">
            <a:extLst xmlns:a="http://schemas.openxmlformats.org/drawingml/2006/main">
              <a:ext uri="{FF2B5EF4-FFF2-40B4-BE49-F238E27FC236}">
                <a16:creationId xmlns:a16="http://schemas.microsoft.com/office/drawing/2014/main" id="{4E99539C-DA9B-4E3B-B76E-2C65F5C5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1" name="features-1-11">
            <a:extLst xmlns:a="http://schemas.openxmlformats.org/drawingml/2006/main">
              <a:ext uri="{FF2B5EF4-FFF2-40B4-BE49-F238E27FC236}">
                <a16:creationId xmlns:a16="http://schemas.microsoft.com/office/drawing/2014/main" id="{31600556-C253-459C-94E4-DDF96FD4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2" name="features-1-12">
            <a:extLst xmlns:a="http://schemas.openxmlformats.org/drawingml/2006/main">
              <a:ext uri="{FF2B5EF4-FFF2-40B4-BE49-F238E27FC236}">
                <a16:creationId xmlns:a16="http://schemas.microsoft.com/office/drawing/2014/main" id="{95AAE15A-5679-4371-B8E0-75BE913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3" name="features-1-13">
            <a:extLst xmlns:a="http://schemas.openxmlformats.org/drawingml/2006/main">
              <a:ext uri="{FF2B5EF4-FFF2-40B4-BE49-F238E27FC236}">
                <a16:creationId xmlns:a16="http://schemas.microsoft.com/office/drawing/2014/main" id="{811DBB8E-1967-4FF0-9D3B-F2FA8D96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4" name="features-1-14">
            <a:extLst xmlns:a="http://schemas.openxmlformats.org/drawingml/2006/main">
              <a:ext uri="{FF2B5EF4-FFF2-40B4-BE49-F238E27FC236}">
                <a16:creationId xmlns:a16="http://schemas.microsoft.com/office/drawing/2014/main" id="{70D94E55-1119-4747-801D-99C0EDA7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5" name="features-1-15">
            <a:extLst xmlns:a="http://schemas.openxmlformats.org/drawingml/2006/main">
              <a:ext uri="{FF2B5EF4-FFF2-40B4-BE49-F238E27FC236}">
                <a16:creationId xmlns:a16="http://schemas.microsoft.com/office/drawing/2014/main" id="{7C032D83-05F7-4BDB-B6B2-54373FA7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97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6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5049D1B7-E7EC-4486-AA50-05197DBE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7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5841BCBF-B21D-4D4E-A6E3-68E8514A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8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99C8237F-454C-45B0-AF78-B9D66187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49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4CCC3204-5AFD-48FB-8F25-E2698AC2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0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DAA8D167-D70C-4CAA-A4E7-DF6B0454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1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D3CF31DA-152A-4A12-95C8-70B9534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2" name="features-2-6">
            <a:extLst xmlns:a="http://schemas.openxmlformats.org/drawingml/2006/main">
              <a:ext uri="{FF2B5EF4-FFF2-40B4-BE49-F238E27FC236}">
                <a16:creationId xmlns:a16="http://schemas.microsoft.com/office/drawing/2014/main" id="{FB38DC26-D48D-4B98-B470-1A8D9239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3" name="features-2-7">
            <a:extLst xmlns:a="http://schemas.openxmlformats.org/drawingml/2006/main">
              <a:ext uri="{FF2B5EF4-FFF2-40B4-BE49-F238E27FC236}">
                <a16:creationId xmlns:a16="http://schemas.microsoft.com/office/drawing/2014/main" id="{D97BD2EE-B6B4-46CB-B83E-85D6ABB5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4" name="features-2-8">
            <a:extLst xmlns:a="http://schemas.openxmlformats.org/drawingml/2006/main">
              <a:ext uri="{FF2B5EF4-FFF2-40B4-BE49-F238E27FC236}">
                <a16:creationId xmlns:a16="http://schemas.microsoft.com/office/drawing/2014/main" id="{AB5800BB-9570-46DC-9398-84F7C15B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5" name="features-2-9">
            <a:extLst xmlns:a="http://schemas.openxmlformats.org/drawingml/2006/main">
              <a:ext uri="{FF2B5EF4-FFF2-40B4-BE49-F238E27FC236}">
                <a16:creationId xmlns:a16="http://schemas.microsoft.com/office/drawing/2014/main" id="{BE867593-B463-4EF9-9065-00B0472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6" name="features-2-10">
            <a:extLst xmlns:a="http://schemas.openxmlformats.org/drawingml/2006/main">
              <a:ext uri="{FF2B5EF4-FFF2-40B4-BE49-F238E27FC236}">
                <a16:creationId xmlns:a16="http://schemas.microsoft.com/office/drawing/2014/main" id="{5F98A85C-C4A9-4FB0-B93D-AF3C1B66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7" name="features-2-11">
            <a:extLst xmlns:a="http://schemas.openxmlformats.org/drawingml/2006/main">
              <a:ext uri="{FF2B5EF4-FFF2-40B4-BE49-F238E27FC236}">
                <a16:creationId xmlns:a16="http://schemas.microsoft.com/office/drawing/2014/main" id="{9BA5E432-56A4-4206-AE58-606E8AF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8" name="features-2-12">
            <a:extLst xmlns:a="http://schemas.openxmlformats.org/drawingml/2006/main">
              <a:ext uri="{FF2B5EF4-FFF2-40B4-BE49-F238E27FC236}">
                <a16:creationId xmlns:a16="http://schemas.microsoft.com/office/drawing/2014/main" id="{E49A1241-C07F-4699-B405-6B307F48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59" name="features-2-13">
            <a:extLst xmlns:a="http://schemas.openxmlformats.org/drawingml/2006/main">
              <a:ext uri="{FF2B5EF4-FFF2-40B4-BE49-F238E27FC236}">
                <a16:creationId xmlns:a16="http://schemas.microsoft.com/office/drawing/2014/main" id="{300579C4-0EAD-4C2E-9EE4-F782AB3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0" name="features-2-14">
            <a:extLst xmlns:a="http://schemas.openxmlformats.org/drawingml/2006/main">
              <a:ext uri="{FF2B5EF4-FFF2-40B4-BE49-F238E27FC236}">
                <a16:creationId xmlns:a16="http://schemas.microsoft.com/office/drawing/2014/main" id="{DEFBEA6E-0459-47EE-8F30-6ADA973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1" name="features-2-15">
            <a:extLst xmlns:a="http://schemas.openxmlformats.org/drawingml/2006/main">
              <a:ext uri="{FF2B5EF4-FFF2-40B4-BE49-F238E27FC236}">
                <a16:creationId xmlns:a16="http://schemas.microsoft.com/office/drawing/2014/main" id="{6232AEA6-485B-4D37-8EA6-CD48A071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06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2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29F7D229-CC27-413F-80B2-E647835C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3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BAF3CC70-6D4B-46C4-AA07-795C6193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4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8E600F58-673A-4C24-BEAE-836C31BC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5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6EC6CEE4-8BAD-4886-8F12-61E448BB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6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41E67B57-0D84-4B30-874F-3425356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7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63C1DEBF-84D6-45D0-AE62-A3A64537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8" name="features-3-6">
            <a:extLst xmlns:a="http://schemas.openxmlformats.org/drawingml/2006/main">
              <a:ext uri="{FF2B5EF4-FFF2-40B4-BE49-F238E27FC236}">
                <a16:creationId xmlns:a16="http://schemas.microsoft.com/office/drawing/2014/main" id="{AD7EF032-F77E-4B38-AD00-3CED14E9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69" name="features-3-7">
            <a:extLst xmlns:a="http://schemas.openxmlformats.org/drawingml/2006/main">
              <a:ext uri="{FF2B5EF4-FFF2-40B4-BE49-F238E27FC236}">
                <a16:creationId xmlns:a16="http://schemas.microsoft.com/office/drawing/2014/main" id="{E329AA2D-6BE3-4C18-84D0-C69B2C05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0" name="features-3-8">
            <a:extLst xmlns:a="http://schemas.openxmlformats.org/drawingml/2006/main">
              <a:ext uri="{FF2B5EF4-FFF2-40B4-BE49-F238E27FC236}">
                <a16:creationId xmlns:a16="http://schemas.microsoft.com/office/drawing/2014/main" id="{ECA98AED-FD86-4444-A77A-25333E06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1" name="features-3-9">
            <a:extLst xmlns:a="http://schemas.openxmlformats.org/drawingml/2006/main">
              <a:ext uri="{FF2B5EF4-FFF2-40B4-BE49-F238E27FC236}">
                <a16:creationId xmlns:a16="http://schemas.microsoft.com/office/drawing/2014/main" id="{ED5B2F71-8482-4B87-9D18-662FF280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2" name="features-3-10">
            <a:extLst xmlns:a="http://schemas.openxmlformats.org/drawingml/2006/main">
              <a:ext uri="{FF2B5EF4-FFF2-40B4-BE49-F238E27FC236}">
                <a16:creationId xmlns:a16="http://schemas.microsoft.com/office/drawing/2014/main" id="{F8DE80BB-6C31-46A3-89E3-61236A6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3" name="features-3-11">
            <a:extLst xmlns:a="http://schemas.openxmlformats.org/drawingml/2006/main">
              <a:ext uri="{FF2B5EF4-FFF2-40B4-BE49-F238E27FC236}">
                <a16:creationId xmlns:a16="http://schemas.microsoft.com/office/drawing/2014/main" id="{30A23E1C-4919-4716-A305-E38EED3E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4" name="features-3-12">
            <a:extLst xmlns:a="http://schemas.openxmlformats.org/drawingml/2006/main">
              <a:ext uri="{FF2B5EF4-FFF2-40B4-BE49-F238E27FC236}">
                <a16:creationId xmlns:a16="http://schemas.microsoft.com/office/drawing/2014/main" id="{F1F1A5F1-9A68-469F-95B3-9827B8F3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5" name="features-3-13">
            <a:extLst xmlns:a="http://schemas.openxmlformats.org/drawingml/2006/main">
              <a:ext uri="{FF2B5EF4-FFF2-40B4-BE49-F238E27FC236}">
                <a16:creationId xmlns:a16="http://schemas.microsoft.com/office/drawing/2014/main" id="{88C28C91-8C12-49DC-8825-2050D89B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6" name="features-3-14">
            <a:extLst xmlns:a="http://schemas.openxmlformats.org/drawingml/2006/main">
              <a:ext uri="{FF2B5EF4-FFF2-40B4-BE49-F238E27FC236}">
                <a16:creationId xmlns:a16="http://schemas.microsoft.com/office/drawing/2014/main" id="{9EC5BF88-A735-4E1B-89C4-608B6064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7" name="features-3-15">
            <a:extLst xmlns:a="http://schemas.openxmlformats.org/drawingml/2006/main">
              <a:ext uri="{FF2B5EF4-FFF2-40B4-BE49-F238E27FC236}">
                <a16:creationId xmlns:a16="http://schemas.microsoft.com/office/drawing/2014/main" id="{3EB58224-8415-4B97-AE06-6243CB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16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278" name="shape-113">
            <a:extLst xmlns:a="http://schemas.openxmlformats.org/drawingml/2006/main">
              <a:ext uri="{FF2B5EF4-FFF2-40B4-BE49-F238E27FC236}">
                <a16:creationId xmlns:a16="http://schemas.microsoft.com/office/drawing/2014/main" id="{4B467E1C-C906-4F01-8BAB-3470247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8775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279" name="Historical features X (30 × 38 × 27)">
            <a:extLst xmlns:a="http://schemas.openxmlformats.org/drawingml/2006/main">
              <a:ext uri="{FF2B5EF4-FFF2-40B4-BE49-F238E27FC236}">
                <a16:creationId xmlns:a16="http://schemas.microsoft.com/office/drawing/2014/main" id="{9DC28983-8BFF-46BF-9025-6E722863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38237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Historical features X (30 × 38 × 27)</a:t>
            </a:r>
          </a:p>
        </p:txBody>
      </p:sp>
      <p:sp>
        <p:nvSpPr>
          <p:cNvPr id="280" name="Time + Laplacian&#10;+ node embeddings">
            <a:extLst xmlns:a="http://schemas.openxmlformats.org/drawingml/2006/main">
              <a:ext uri="{FF2B5EF4-FFF2-40B4-BE49-F238E27FC236}">
                <a16:creationId xmlns:a16="http://schemas.microsoft.com/office/drawing/2014/main" id="{DFCF6574-84D3-44BA-BFA3-64F6689E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4488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Time + Laplacian</a:t>
            </a:r>
          </a:p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 node embeddings</a:t>
            </a:r>
          </a:p>
        </p:txBody>
      </p:sp>
      <p:sp>
        <p:nvSpPr>
          <p:cNvPr id="281" name="line-114">
            <a:extLst xmlns:a="http://schemas.openxmlformats.org/drawingml/2006/main">
              <a:ext uri="{FF2B5EF4-FFF2-40B4-BE49-F238E27FC236}">
                <a16:creationId xmlns:a16="http://schemas.microsoft.com/office/drawing/2014/main" id="{357471F8-8683-4700-8943-65171BB8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9629775"/>
            <a:ext cx="800100" cy="95"/>
          </a:xfrm>
          <a:custGeom xmlns:a="http://schemas.openxmlformats.org/drawingml/2006/main">
            <a:pathLst>
              <a:path w="800100" h="95">
                <a:moveTo>
                  <a:pt x="8001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282" name="line-115">
            <a:extLst xmlns:a="http://schemas.openxmlformats.org/drawingml/2006/main">
              <a:ext uri="{FF2B5EF4-FFF2-40B4-BE49-F238E27FC236}">
                <a16:creationId xmlns:a16="http://schemas.microsoft.com/office/drawing/2014/main" id="{A6EC1C98-02EE-405D-B21E-844B5260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9598986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283" name="line-116">
            <a:extLst xmlns:a="http://schemas.openxmlformats.org/drawingml/2006/main">
              <a:ext uri="{FF2B5EF4-FFF2-40B4-BE49-F238E27FC236}">
                <a16:creationId xmlns:a16="http://schemas.microsoft.com/office/drawing/2014/main" id="{4567F0A7-0295-4C43-A60A-568A5FC9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9629775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284" name="Feature group">
            <a:extLst xmlns:a="http://schemas.openxmlformats.org/drawingml/2006/main">
              <a:ext uri="{FF2B5EF4-FFF2-40B4-BE49-F238E27FC236}">
                <a16:creationId xmlns:a16="http://schemas.microsoft.com/office/drawing/2014/main" id="{494338C0-FBD0-4C86-86DD-395987E0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0201275"/>
            <a:ext cx="238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5" name="Feature group">
            <a:extLst xmlns:a="http://schemas.openxmlformats.org/drawingml/2006/main">
              <a:ext uri="{FF2B5EF4-FFF2-40B4-BE49-F238E27FC236}">
                <a16:creationId xmlns:a16="http://schemas.microsoft.com/office/drawing/2014/main" id="{0A04DAD2-A6E3-4AB6-8BBC-D5C48982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0201275"/>
            <a:ext cx="238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6" name="Feature group">
            <a:extLst xmlns:a="http://schemas.openxmlformats.org/drawingml/2006/main">
              <a:ext uri="{FF2B5EF4-FFF2-40B4-BE49-F238E27FC236}">
                <a16:creationId xmlns:a16="http://schemas.microsoft.com/office/drawing/2014/main" id="{8D561800-EB77-4813-BC64-27C50CF1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0201275"/>
            <a:ext cx="238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7" name="Feature group">
            <a:extLst xmlns:a="http://schemas.openxmlformats.org/drawingml/2006/main">
              <a:ext uri="{FF2B5EF4-FFF2-40B4-BE49-F238E27FC236}">
                <a16:creationId xmlns:a16="http://schemas.microsoft.com/office/drawing/2014/main" id="{DFECF978-1634-4F3B-8A32-8274691E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0201275"/>
            <a:ext cx="238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8" name="Feature group">
            <a:extLst xmlns:a="http://schemas.openxmlformats.org/drawingml/2006/main">
              <a:ext uri="{FF2B5EF4-FFF2-40B4-BE49-F238E27FC236}">
                <a16:creationId xmlns:a16="http://schemas.microsoft.com/office/drawing/2014/main" id="{B1E1497B-6B42-4437-A721-D0A617DE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201275"/>
            <a:ext cx="238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BD7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9" name="Feature group">
            <a:extLst xmlns:a="http://schemas.openxmlformats.org/drawingml/2006/main">
              <a:ext uri="{FF2B5EF4-FFF2-40B4-BE49-F238E27FC236}">
                <a16:creationId xmlns:a16="http://schemas.microsoft.com/office/drawing/2014/main" id="{864028EA-0203-4243-82D2-5908503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0201275"/>
            <a:ext cx="238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ABB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90" name="6 feature groups">
            <a:extLst xmlns:a="http://schemas.openxmlformats.org/drawingml/2006/main">
              <a:ext uri="{FF2B5EF4-FFF2-40B4-BE49-F238E27FC236}">
                <a16:creationId xmlns:a16="http://schemas.microsoft.com/office/drawing/2014/main" id="{B9364BC2-E7F2-455D-9A92-E4D7ECE2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0420350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6 feature groups</a:t>
            </a:r>
          </a:p>
        </p:txBody>
      </p:sp>
      <p:sp>
        <p:nvSpPr>
          <p:cNvPr id="291" name="line-117">
            <a:extLst xmlns:a="http://schemas.openxmlformats.org/drawingml/2006/main">
              <a:ext uri="{FF2B5EF4-FFF2-40B4-BE49-F238E27FC236}">
                <a16:creationId xmlns:a16="http://schemas.microsoft.com/office/drawing/2014/main" id="{2550657E-4347-49BA-ABA1-0E40752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0306050"/>
            <a:ext cx="485775" cy="95"/>
          </a:xfrm>
          <a:custGeom xmlns:a="http://schemas.openxmlformats.org/drawingml/2006/main">
            <a:pathLst>
              <a:path w="485775" h="9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292" name="line-118">
            <a:extLst xmlns:a="http://schemas.openxmlformats.org/drawingml/2006/main">
              <a:ext uri="{FF2B5EF4-FFF2-40B4-BE49-F238E27FC236}">
                <a16:creationId xmlns:a16="http://schemas.microsoft.com/office/drawing/2014/main" id="{8EDC644B-00C3-41F1-8648-DE7BAFA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610" y="103060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293" name="line-119">
            <a:extLst xmlns:a="http://schemas.openxmlformats.org/drawingml/2006/main">
              <a:ext uri="{FF2B5EF4-FFF2-40B4-BE49-F238E27FC236}">
                <a16:creationId xmlns:a16="http://schemas.microsoft.com/office/drawing/2014/main" id="{20D6463F-5902-4241-8F03-3E9186C3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610" y="102752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294" name="line-120">
            <a:extLst xmlns:a="http://schemas.openxmlformats.org/drawingml/2006/main">
              <a:ext uri="{FF2B5EF4-FFF2-40B4-BE49-F238E27FC236}">
                <a16:creationId xmlns:a16="http://schemas.microsoft.com/office/drawing/2014/main" id="{5394A0B4-0516-4319-A593-81024ED9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762000" cy="95"/>
          </a:xfrm>
          <a:custGeom xmlns:a="http://schemas.openxmlformats.org/drawingml/2006/main">
            <a:pathLst>
              <a:path w="762000" h="95">
                <a:moveTo>
                  <a:pt x="762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57386"/>
            </a:solidFill>
            <a:prstDash val="dash"/>
          </a:ln>
        </p:spPr>
      </p:sp>
      <p:sp>
        <p:nvSpPr>
          <p:cNvPr id="295" name="line-121">
            <a:extLst xmlns:a="http://schemas.openxmlformats.org/drawingml/2006/main">
              <a:ext uri="{FF2B5EF4-FFF2-40B4-BE49-F238E27FC236}">
                <a16:creationId xmlns:a16="http://schemas.microsoft.com/office/drawing/2014/main" id="{BDB217D3-7F7B-45F9-A671-C3FDFFBA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743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57386"/>
            </a:solidFill>
            <a:prstDash val="dash"/>
          </a:ln>
        </p:spPr>
      </p:sp>
      <p:sp>
        <p:nvSpPr>
          <p:cNvPr id="296" name="line-122">
            <a:extLst xmlns:a="http://schemas.openxmlformats.org/drawingml/2006/main">
              <a:ext uri="{FF2B5EF4-FFF2-40B4-BE49-F238E27FC236}">
                <a16:creationId xmlns:a16="http://schemas.microsoft.com/office/drawing/2014/main" id="{10CD9E51-5D56-4D83-9CE9-28333BA7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743700"/>
            <a:ext cx="3143250" cy="95"/>
          </a:xfrm>
          <a:custGeom xmlns:a="http://schemas.openxmlformats.org/drawingml/2006/main">
            <a:pathLst>
              <a:path w="3143250" h="9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57386"/>
            </a:solidFill>
            <a:prstDash val="dash"/>
          </a:ln>
        </p:spPr>
      </p:sp>
      <p:sp>
        <p:nvSpPr>
          <p:cNvPr id="297" name="line-123">
            <a:extLst xmlns:a="http://schemas.openxmlformats.org/drawingml/2006/main">
              <a:ext uri="{FF2B5EF4-FFF2-40B4-BE49-F238E27FC236}">
                <a16:creationId xmlns:a16="http://schemas.microsoft.com/office/drawing/2014/main" id="{021CD334-87E5-400E-8CA9-37A5F5A9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743700"/>
            <a:ext cx="190500" cy="95"/>
          </a:xfrm>
          <a:custGeom xmlns:a="http://schemas.openxmlformats.org/drawingml/2006/main">
            <a:pathLst>
              <a:path w="190500" h="9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57386"/>
            </a:solidFill>
            <a:prstDash val="dash"/>
          </a:ln>
        </p:spPr>
      </p:sp>
      <p:sp>
        <p:nvSpPr>
          <p:cNvPr id="298" name="Event-head detail">
            <a:extLst xmlns:a="http://schemas.openxmlformats.org/drawingml/2006/main">
              <a:ext uri="{FF2B5EF4-FFF2-40B4-BE49-F238E27FC236}">
                <a16:creationId xmlns:a16="http://schemas.microsoft.com/office/drawing/2014/main" id="{8AFFD777-244B-4A03-86CC-AE4F35C0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76400"/>
            <a:ext cx="4810125" cy="6219825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A39"/>
            </a:solidFill>
            <a:prstDash val="dash"/>
          </a:ln>
        </p:spPr>
      </p:sp>
      <p:sp>
        <p:nvSpPr>
          <p:cNvPr id="299" name="(a) Process-informed event head">
            <a:extLst xmlns:a="http://schemas.openxmlformats.org/drawingml/2006/main">
              <a:ext uri="{FF2B5EF4-FFF2-40B4-BE49-F238E27FC236}">
                <a16:creationId xmlns:a16="http://schemas.microsoft.com/office/drawing/2014/main" id="{EB795705-D3CC-442F-889F-3BF50C3F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(a) Process-informed event head</a:t>
            </a:r>
          </a:p>
        </p:txBody>
      </p:sp>
      <p:sp>
        <p:nvSpPr>
          <p:cNvPr id="300" name="Occurrence, onset, duration and prefix">
            <a:extLst xmlns:a="http://schemas.openxmlformats.org/drawingml/2006/main">
              <a:ext uri="{FF2B5EF4-FFF2-40B4-BE49-F238E27FC236}">
                <a16:creationId xmlns:a16="http://schemas.microsoft.com/office/drawing/2014/main" id="{BE2723E2-36E1-44D0-A6D3-F0E8AA6B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4048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01" name="Occurrence, onset, duration and prefix">
            <a:extLst xmlns:a="http://schemas.openxmlformats.org/drawingml/2006/main">
              <a:ext uri="{FF2B5EF4-FFF2-40B4-BE49-F238E27FC236}">
                <a16:creationId xmlns:a16="http://schemas.microsoft.com/office/drawing/2014/main" id="{D700CA55-CF2A-4FCB-8B57-CE90FCC5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971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Occurrence, onset, duration and prefix</a:t>
            </a:r>
          </a:p>
        </p:txBody>
      </p:sp>
      <p:sp>
        <p:nvSpPr>
          <p:cNvPr id="302" name="Hot / cold selection">
            <a:extLst xmlns:a="http://schemas.openxmlformats.org/drawingml/2006/main">
              <a:ext uri="{FF2B5EF4-FFF2-40B4-BE49-F238E27FC236}">
                <a16:creationId xmlns:a16="http://schemas.microsoft.com/office/drawing/2014/main" id="{E5FAD578-8F32-48DD-BAF6-A075D81F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43225"/>
            <a:ext cx="17240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03" name="Hot / cold selection">
            <a:extLst xmlns:a="http://schemas.openxmlformats.org/drawingml/2006/main">
              <a:ext uri="{FF2B5EF4-FFF2-40B4-BE49-F238E27FC236}">
                <a16:creationId xmlns:a16="http://schemas.microsoft.com/office/drawing/2014/main" id="{B63CF4DA-880B-45F9-B26A-EE2CD8AD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62275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Hot / cold selection</a:t>
            </a:r>
          </a:p>
        </p:txBody>
      </p:sp>
      <p:sp>
        <p:nvSpPr>
          <p:cNvPr id="304" name="line-124">
            <a:extLst xmlns:a="http://schemas.openxmlformats.org/drawingml/2006/main">
              <a:ext uri="{FF2B5EF4-FFF2-40B4-BE49-F238E27FC236}">
                <a16:creationId xmlns:a16="http://schemas.microsoft.com/office/drawing/2014/main" id="{6754A0F2-7E20-4451-8916-5E255A0A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95" cy="161925"/>
          </a:xfrm>
          <a:custGeom xmlns:a="http://schemas.openxmlformats.org/drawingml/2006/main">
            <a:pathLst>
              <a:path w="95" h="161925">
                <a:moveTo>
                  <a:pt x="0" y="161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05" name="line-125">
            <a:extLst xmlns:a="http://schemas.openxmlformats.org/drawingml/2006/main">
              <a:ext uri="{FF2B5EF4-FFF2-40B4-BE49-F238E27FC236}">
                <a16:creationId xmlns:a16="http://schemas.microsoft.com/office/drawing/2014/main" id="{CF23498C-4BE8-4972-9833-FB15427B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1266825" cy="95"/>
          </a:xfrm>
          <a:custGeom xmlns:a="http://schemas.openxmlformats.org/drawingml/2006/main">
            <a:pathLst>
              <a:path w="1266825" h="95">
                <a:moveTo>
                  <a:pt x="0" y="0"/>
                </a:moveTo>
                <a:lnTo>
                  <a:pt x="1266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06" name="line-126">
            <a:extLst xmlns:a="http://schemas.openxmlformats.org/drawingml/2006/main">
              <a:ext uri="{FF2B5EF4-FFF2-40B4-BE49-F238E27FC236}">
                <a16:creationId xmlns:a16="http://schemas.microsoft.com/office/drawing/2014/main" id="{A278A7B8-54DE-417F-B166-A0BDD204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14625"/>
            <a:ext cx="95" cy="66675"/>
          </a:xfrm>
          <a:custGeom xmlns:a="http://schemas.openxmlformats.org/drawingml/2006/main">
            <a:pathLst>
              <a:path w="95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07" name="line-127">
            <a:extLst xmlns:a="http://schemas.openxmlformats.org/drawingml/2006/main">
              <a:ext uri="{FF2B5EF4-FFF2-40B4-BE49-F238E27FC236}">
                <a16:creationId xmlns:a16="http://schemas.microsoft.com/office/drawing/2014/main" id="{5E35C021-DCCB-4505-9617-A32D9154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08" name="line-128">
            <a:extLst xmlns:a="http://schemas.openxmlformats.org/drawingml/2006/main">
              <a:ext uri="{FF2B5EF4-FFF2-40B4-BE49-F238E27FC236}">
                <a16:creationId xmlns:a16="http://schemas.microsoft.com/office/drawing/2014/main" id="{7BE08929-5C46-4C76-A50F-864E6A79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361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09" name="History-end state">
            <a:extLst xmlns:a="http://schemas.openxmlformats.org/drawingml/2006/main">
              <a:ext uri="{FF2B5EF4-FFF2-40B4-BE49-F238E27FC236}">
                <a16:creationId xmlns:a16="http://schemas.microsoft.com/office/drawing/2014/main" id="{2997DD76-E523-4529-9817-A4A62376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1838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History-end state</a:t>
            </a:r>
          </a:p>
        </p:txBody>
      </p:sp>
      <p:sp>
        <p:nvSpPr>
          <p:cNvPr id="310" name="line-129">
            <a:extLst xmlns:a="http://schemas.openxmlformats.org/drawingml/2006/main">
              <a:ext uri="{FF2B5EF4-FFF2-40B4-BE49-F238E27FC236}">
                <a16:creationId xmlns:a16="http://schemas.microsoft.com/office/drawing/2014/main" id="{BFD2C3DF-4C4E-4DC3-9B58-5126B84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95" cy="95250"/>
          </a:xfrm>
          <a:custGeom xmlns:a="http://schemas.openxmlformats.org/drawingml/2006/main">
            <a:pathLst>
              <a:path w="9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311" name="line-130">
            <a:extLst xmlns:a="http://schemas.openxmlformats.org/drawingml/2006/main">
              <a:ext uri="{FF2B5EF4-FFF2-40B4-BE49-F238E27FC236}">
                <a16:creationId xmlns:a16="http://schemas.microsoft.com/office/drawing/2014/main" id="{EB8F4ABC-92D0-484A-9D7A-9FD71A8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312" name="line-131">
            <a:extLst xmlns:a="http://schemas.openxmlformats.org/drawingml/2006/main">
              <a:ext uri="{FF2B5EF4-FFF2-40B4-BE49-F238E27FC236}">
                <a16:creationId xmlns:a16="http://schemas.microsoft.com/office/drawing/2014/main" id="{06B7C37D-2242-46E7-93AA-40CA785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61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B7079"/>
            </a:solidFill>
            <a:prstDash val="solid"/>
          </a:ln>
        </p:spPr>
      </p:sp>
      <p:sp>
        <p:nvSpPr>
          <p:cNvPr id="313" name="Continue&#10;head">
            <a:extLst xmlns:a="http://schemas.openxmlformats.org/drawingml/2006/main">
              <a:ext uri="{FF2B5EF4-FFF2-40B4-BE49-F238E27FC236}">
                <a16:creationId xmlns:a16="http://schemas.microsoft.com/office/drawing/2014/main" id="{7DF2C96B-CEE2-41B4-A49E-7545D3FB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14" name="Continue&#10;head">
            <a:extLst xmlns:a="http://schemas.openxmlformats.org/drawingml/2006/main">
              <a:ext uri="{FF2B5EF4-FFF2-40B4-BE49-F238E27FC236}">
                <a16:creationId xmlns:a16="http://schemas.microsoft.com/office/drawing/2014/main" id="{906C573B-1EE4-49CC-9095-6ECF0479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Continue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315" name="line-132">
            <a:extLst xmlns:a="http://schemas.openxmlformats.org/drawingml/2006/main">
              <a:ext uri="{FF2B5EF4-FFF2-40B4-BE49-F238E27FC236}">
                <a16:creationId xmlns:a16="http://schemas.microsoft.com/office/drawing/2014/main" id="{00E85D3B-269B-4486-AF8E-1D876C6B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16" name="line-133">
            <a:extLst xmlns:a="http://schemas.openxmlformats.org/drawingml/2006/main">
              <a:ext uri="{FF2B5EF4-FFF2-40B4-BE49-F238E27FC236}">
                <a16:creationId xmlns:a16="http://schemas.microsoft.com/office/drawing/2014/main" id="{69AC7A0D-B014-4722-BC4B-3DB085B6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17" name="line-134">
            <a:extLst xmlns:a="http://schemas.openxmlformats.org/drawingml/2006/main">
              <a:ext uri="{FF2B5EF4-FFF2-40B4-BE49-F238E27FC236}">
                <a16:creationId xmlns:a16="http://schemas.microsoft.com/office/drawing/2014/main" id="{1119CD9F-7D18-486F-9C91-87C36677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18" name="Onset&#10;head">
            <a:extLst xmlns:a="http://schemas.openxmlformats.org/drawingml/2006/main">
              <a:ext uri="{FF2B5EF4-FFF2-40B4-BE49-F238E27FC236}">
                <a16:creationId xmlns:a16="http://schemas.microsoft.com/office/drawing/2014/main" id="{0F7EFFE0-2A81-4DB3-A14C-6E2C22AE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19" name="Onset&#10;head">
            <a:extLst xmlns:a="http://schemas.openxmlformats.org/drawingml/2006/main">
              <a:ext uri="{FF2B5EF4-FFF2-40B4-BE49-F238E27FC236}">
                <a16:creationId xmlns:a16="http://schemas.microsoft.com/office/drawing/2014/main" id="{B15E2EC1-137B-42E7-96A4-DC954B1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Onset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320" name="line-135">
            <a:extLst xmlns:a="http://schemas.openxmlformats.org/drawingml/2006/main">
              <a:ext uri="{FF2B5EF4-FFF2-40B4-BE49-F238E27FC236}">
                <a16:creationId xmlns:a16="http://schemas.microsoft.com/office/drawing/2014/main" id="{EEF7327C-540C-4A08-A414-79CF2CE2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1" name="line-136">
            <a:extLst xmlns:a="http://schemas.openxmlformats.org/drawingml/2006/main">
              <a:ext uri="{FF2B5EF4-FFF2-40B4-BE49-F238E27FC236}">
                <a16:creationId xmlns:a16="http://schemas.microsoft.com/office/drawing/2014/main" id="{46A23C68-D60D-47A9-9C08-9B4B7FBF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2" name="line-137">
            <a:extLst xmlns:a="http://schemas.openxmlformats.org/drawingml/2006/main">
              <a:ext uri="{FF2B5EF4-FFF2-40B4-BE49-F238E27FC236}">
                <a16:creationId xmlns:a16="http://schemas.microsoft.com/office/drawing/2014/main" id="{F59363DA-EA00-4C5E-A5A4-B48E4A91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6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3" name="Start&#10;head">
            <a:extLst xmlns:a="http://schemas.openxmlformats.org/drawingml/2006/main">
              <a:ext uri="{FF2B5EF4-FFF2-40B4-BE49-F238E27FC236}">
                <a16:creationId xmlns:a16="http://schemas.microsoft.com/office/drawing/2014/main" id="{989ABF65-8FBB-4587-B2F5-12500212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24" name="Start&#10;head">
            <a:extLst xmlns:a="http://schemas.openxmlformats.org/drawingml/2006/main">
              <a:ext uri="{FF2B5EF4-FFF2-40B4-BE49-F238E27FC236}">
                <a16:creationId xmlns:a16="http://schemas.microsoft.com/office/drawing/2014/main" id="{5A50E1FA-CC2F-4A07-A8BE-B6CE5293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Start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325" name="line-138">
            <a:extLst xmlns:a="http://schemas.openxmlformats.org/drawingml/2006/main">
              <a:ext uri="{FF2B5EF4-FFF2-40B4-BE49-F238E27FC236}">
                <a16:creationId xmlns:a16="http://schemas.microsoft.com/office/drawing/2014/main" id="{563F4542-726F-4719-9708-3F66C210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6" name="line-139">
            <a:extLst xmlns:a="http://schemas.openxmlformats.org/drawingml/2006/main">
              <a:ext uri="{FF2B5EF4-FFF2-40B4-BE49-F238E27FC236}">
                <a16:creationId xmlns:a16="http://schemas.microsoft.com/office/drawing/2014/main" id="{3BFD07F9-4794-4BDC-9F1E-FAD6FD6B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7" name="line-140">
            <a:extLst xmlns:a="http://schemas.openxmlformats.org/drawingml/2006/main">
              <a:ext uri="{FF2B5EF4-FFF2-40B4-BE49-F238E27FC236}">
                <a16:creationId xmlns:a16="http://schemas.microsoft.com/office/drawing/2014/main" id="{99542B5A-3053-4305-A5DA-C73E64AF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0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28" name="Duration&#10;head">
            <a:extLst xmlns:a="http://schemas.openxmlformats.org/drawingml/2006/main">
              <a:ext uri="{FF2B5EF4-FFF2-40B4-BE49-F238E27FC236}">
                <a16:creationId xmlns:a16="http://schemas.microsoft.com/office/drawing/2014/main" id="{9EC1D6B0-2C9D-42F5-A837-5EDBDD68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29" name="Duration&#10;head">
            <a:extLst xmlns:a="http://schemas.openxmlformats.org/drawingml/2006/main">
              <a:ext uri="{FF2B5EF4-FFF2-40B4-BE49-F238E27FC236}">
                <a16:creationId xmlns:a16="http://schemas.microsoft.com/office/drawing/2014/main" id="{9D0634D7-2DDE-4F67-A30A-7BEF66DD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Duration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330" name="line-141">
            <a:extLst xmlns:a="http://schemas.openxmlformats.org/drawingml/2006/main">
              <a:ext uri="{FF2B5EF4-FFF2-40B4-BE49-F238E27FC236}">
                <a16:creationId xmlns:a16="http://schemas.microsoft.com/office/drawing/2014/main" id="{0A8F1A2E-7CC5-4502-8876-D326CF6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1" name="line-142">
            <a:extLst xmlns:a="http://schemas.openxmlformats.org/drawingml/2006/main">
              <a:ext uri="{FF2B5EF4-FFF2-40B4-BE49-F238E27FC236}">
                <a16:creationId xmlns:a16="http://schemas.microsoft.com/office/drawing/2014/main" id="{9145953C-9392-4243-B40B-FA5877E4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2" name="line-143">
            <a:extLst xmlns:a="http://schemas.openxmlformats.org/drawingml/2006/main">
              <a:ext uri="{FF2B5EF4-FFF2-40B4-BE49-F238E27FC236}">
                <a16:creationId xmlns:a16="http://schemas.microsoft.com/office/drawing/2014/main" id="{2E95DA9D-6810-4A1A-A501-83D87655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4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3" name="Prefix&#10;head">
            <a:extLst xmlns:a="http://schemas.openxmlformats.org/drawingml/2006/main">
              <a:ext uri="{FF2B5EF4-FFF2-40B4-BE49-F238E27FC236}">
                <a16:creationId xmlns:a16="http://schemas.microsoft.com/office/drawing/2014/main" id="{CCE48C98-053F-421A-8685-A71188C4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57625"/>
            <a:ext cx="819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4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334" name="Prefix&#10;head">
            <a:extLst xmlns:a="http://schemas.openxmlformats.org/drawingml/2006/main">
              <a:ext uri="{FF2B5EF4-FFF2-40B4-BE49-F238E27FC236}">
                <a16:creationId xmlns:a16="http://schemas.microsoft.com/office/drawing/2014/main" id="{AEE1AC5F-1D32-4247-9D80-B7F6C592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76675"/>
            <a:ext cx="742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Prefix</a:t>
            </a:r>
          </a:p>
          <a:p xmlns:a="http://schemas.openxmlformats.org/drawingml/2006/main">
            <a:pPr algn="ctr"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335" name="line-144">
            <a:extLst xmlns:a="http://schemas.openxmlformats.org/drawingml/2006/main">
              <a:ext uri="{FF2B5EF4-FFF2-40B4-BE49-F238E27FC236}">
                <a16:creationId xmlns:a16="http://schemas.microsoft.com/office/drawing/2014/main" id="{DFCA2037-5D25-4676-9C3B-6E1F0C2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005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6" name="line-145">
            <a:extLst xmlns:a="http://schemas.openxmlformats.org/drawingml/2006/main">
              <a:ext uri="{FF2B5EF4-FFF2-40B4-BE49-F238E27FC236}">
                <a16:creationId xmlns:a16="http://schemas.microsoft.com/office/drawing/2014/main" id="{0D5F4474-7E69-4AA5-9353-00A07991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7" name="line-146">
            <a:extLst xmlns:a="http://schemas.openxmlformats.org/drawingml/2006/main">
              <a:ext uri="{FF2B5EF4-FFF2-40B4-BE49-F238E27FC236}">
                <a16:creationId xmlns:a16="http://schemas.microsoft.com/office/drawing/2014/main" id="{24259F8B-4839-400E-9E91-BCC85F5D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886" y="440055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8" name="line-147">
            <a:extLst xmlns:a="http://schemas.openxmlformats.org/drawingml/2006/main">
              <a:ext uri="{FF2B5EF4-FFF2-40B4-BE49-F238E27FC236}">
                <a16:creationId xmlns:a16="http://schemas.microsoft.com/office/drawing/2014/main" id="{A3554D85-953E-45F1-AEB0-DE79821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62375"/>
            <a:ext cx="95" cy="95250"/>
          </a:xfrm>
          <a:custGeom xmlns:a="http://schemas.openxmlformats.org/drawingml/2006/main">
            <a:pathLst>
              <a:path w="9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39" name="line-148">
            <a:extLst xmlns:a="http://schemas.openxmlformats.org/drawingml/2006/main">
              <a:ext uri="{FF2B5EF4-FFF2-40B4-BE49-F238E27FC236}">
                <a16:creationId xmlns:a16="http://schemas.microsoft.com/office/drawing/2014/main" id="{7BAB6E6D-F378-4B98-BCE8-A82E8E78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62375"/>
            <a:ext cx="247650" cy="95"/>
          </a:xfrm>
          <a:custGeom xmlns:a="http://schemas.openxmlformats.org/drawingml/2006/main">
            <a:pathLst>
              <a:path w="247650" h="95">
                <a:moveTo>
                  <a:pt x="247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0" name="line-149">
            <a:extLst xmlns:a="http://schemas.openxmlformats.org/drawingml/2006/main">
              <a:ext uri="{FF2B5EF4-FFF2-40B4-BE49-F238E27FC236}">
                <a16:creationId xmlns:a16="http://schemas.microsoft.com/office/drawing/2014/main" id="{A87B0653-C462-4152-B879-ADFECB74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52800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1" name="line-150">
            <a:extLst xmlns:a="http://schemas.openxmlformats.org/drawingml/2006/main">
              <a:ext uri="{FF2B5EF4-FFF2-40B4-BE49-F238E27FC236}">
                <a16:creationId xmlns:a16="http://schemas.microsoft.com/office/drawing/2014/main" id="{FBADD194-675A-4577-A608-77D05C9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2" name="line-151">
            <a:extLst xmlns:a="http://schemas.openxmlformats.org/drawingml/2006/main">
              <a:ext uri="{FF2B5EF4-FFF2-40B4-BE49-F238E27FC236}">
                <a16:creationId xmlns:a16="http://schemas.microsoft.com/office/drawing/2014/main" id="{4385A708-4B54-4B46-A989-B7F56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36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3" name="line-152">
            <a:extLst xmlns:a="http://schemas.openxmlformats.org/drawingml/2006/main">
              <a:ext uri="{FF2B5EF4-FFF2-40B4-BE49-F238E27FC236}">
                <a16:creationId xmlns:a16="http://schemas.microsoft.com/office/drawing/2014/main" id="{AB0803E6-37C3-4D5F-B89D-830B2D7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62375"/>
            <a:ext cx="95" cy="95250"/>
          </a:xfrm>
          <a:custGeom xmlns:a="http://schemas.openxmlformats.org/drawingml/2006/main">
            <a:pathLst>
              <a:path w="95" h="95250">
                <a:moveTo>
                  <a:pt x="0" y="95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4" name="line-153">
            <a:extLst xmlns:a="http://schemas.openxmlformats.org/drawingml/2006/main">
              <a:ext uri="{FF2B5EF4-FFF2-40B4-BE49-F238E27FC236}">
                <a16:creationId xmlns:a16="http://schemas.microsoft.com/office/drawing/2014/main" id="{EA59D4D4-151D-478B-9202-21F314A7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6237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5" name="line-154">
            <a:extLst xmlns:a="http://schemas.openxmlformats.org/drawingml/2006/main">
              <a:ext uri="{FF2B5EF4-FFF2-40B4-BE49-F238E27FC236}">
                <a16:creationId xmlns:a16="http://schemas.microsoft.com/office/drawing/2014/main" id="{611E56CC-9CA8-4B36-9E7A-3DF06964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95" cy="409575"/>
          </a:xfrm>
          <a:custGeom xmlns:a="http://schemas.openxmlformats.org/drawingml/2006/main">
            <a:pathLst>
              <a:path w="95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6" name="line-155">
            <a:extLst xmlns:a="http://schemas.openxmlformats.org/drawingml/2006/main">
              <a:ext uri="{FF2B5EF4-FFF2-40B4-BE49-F238E27FC236}">
                <a16:creationId xmlns:a16="http://schemas.microsoft.com/office/drawing/2014/main" id="{E44A7559-171E-4009-B3BD-C70EC2C9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7" name="line-156">
            <a:extLst xmlns:a="http://schemas.openxmlformats.org/drawingml/2006/main">
              <a:ext uri="{FF2B5EF4-FFF2-40B4-BE49-F238E27FC236}">
                <a16:creationId xmlns:a16="http://schemas.microsoft.com/office/drawing/2014/main" id="{71399D3F-23A2-4E30-8FBE-178AE243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961" y="33528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8" name="line-157">
            <a:extLst xmlns:a="http://schemas.openxmlformats.org/drawingml/2006/main">
              <a:ext uri="{FF2B5EF4-FFF2-40B4-BE49-F238E27FC236}">
                <a16:creationId xmlns:a16="http://schemas.microsoft.com/office/drawing/2014/main" id="{2BEDBBCE-2744-43D5-BBEC-18827DEB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57500"/>
            <a:ext cx="95" cy="1000125"/>
          </a:xfrm>
          <a:custGeom xmlns:a="http://schemas.openxmlformats.org/drawingml/2006/main">
            <a:pathLst>
              <a:path w="95" h="1000125">
                <a:moveTo>
                  <a:pt x="0" y="1000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49" name="line-158">
            <a:extLst xmlns:a="http://schemas.openxmlformats.org/drawingml/2006/main">
              <a:ext uri="{FF2B5EF4-FFF2-40B4-BE49-F238E27FC236}">
                <a16:creationId xmlns:a16="http://schemas.microsoft.com/office/drawing/2014/main" id="{98F9AA36-EDAB-4A7F-A15D-45E55F3C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1462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0" name="line-159">
            <a:extLst xmlns:a="http://schemas.openxmlformats.org/drawingml/2006/main">
              <a:ext uri="{FF2B5EF4-FFF2-40B4-BE49-F238E27FC236}">
                <a16:creationId xmlns:a16="http://schemas.microsoft.com/office/drawing/2014/main" id="{02728E6E-019C-45EB-9378-0EDD3AFB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1" name="line-160">
            <a:extLst xmlns:a="http://schemas.openxmlformats.org/drawingml/2006/main">
              <a:ext uri="{FF2B5EF4-FFF2-40B4-BE49-F238E27FC236}">
                <a16:creationId xmlns:a16="http://schemas.microsoft.com/office/drawing/2014/main" id="{028B876F-3FE2-4CBA-8B96-047DA198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086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2" name="line-161">
            <a:extLst xmlns:a="http://schemas.openxmlformats.org/drawingml/2006/main">
              <a:ext uri="{FF2B5EF4-FFF2-40B4-BE49-F238E27FC236}">
                <a16:creationId xmlns:a16="http://schemas.microsoft.com/office/drawing/2014/main" id="{3CCE76C7-8AAA-4239-89F9-455DB2E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57500"/>
            <a:ext cx="95" cy="1000125"/>
          </a:xfrm>
          <a:custGeom xmlns:a="http://schemas.openxmlformats.org/drawingml/2006/main">
            <a:pathLst>
              <a:path w="95" h="1000125">
                <a:moveTo>
                  <a:pt x="0" y="1000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3" name="line-162">
            <a:extLst xmlns:a="http://schemas.openxmlformats.org/drawingml/2006/main">
              <a:ext uri="{FF2B5EF4-FFF2-40B4-BE49-F238E27FC236}">
                <a16:creationId xmlns:a16="http://schemas.microsoft.com/office/drawing/2014/main" id="{69F00CF2-09DC-4F56-86B4-8ABA1775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1462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4" name="line-163">
            <a:extLst xmlns:a="http://schemas.openxmlformats.org/drawingml/2006/main">
              <a:ext uri="{FF2B5EF4-FFF2-40B4-BE49-F238E27FC236}">
                <a16:creationId xmlns:a16="http://schemas.microsoft.com/office/drawing/2014/main" id="{244981B5-6F9E-41C3-95F5-2EAD6157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5" name="line-164">
            <a:extLst xmlns:a="http://schemas.openxmlformats.org/drawingml/2006/main">
              <a:ext uri="{FF2B5EF4-FFF2-40B4-BE49-F238E27FC236}">
                <a16:creationId xmlns:a16="http://schemas.microsoft.com/office/drawing/2014/main" id="{94B5B870-8409-4F25-BDD1-86E6D312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486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6" name="line-165">
            <a:extLst xmlns:a="http://schemas.openxmlformats.org/drawingml/2006/main">
              <a:ext uri="{FF2B5EF4-FFF2-40B4-BE49-F238E27FC236}">
                <a16:creationId xmlns:a16="http://schemas.microsoft.com/office/drawing/2014/main" id="{4F4F3053-1966-45B2-8ECF-4E9EE63C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57500"/>
            <a:ext cx="95" cy="1000125"/>
          </a:xfrm>
          <a:custGeom xmlns:a="http://schemas.openxmlformats.org/drawingml/2006/main">
            <a:pathLst>
              <a:path w="95" h="1000125">
                <a:moveTo>
                  <a:pt x="0" y="1000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7" name="line-166">
            <a:extLst xmlns:a="http://schemas.openxmlformats.org/drawingml/2006/main">
              <a:ext uri="{FF2B5EF4-FFF2-40B4-BE49-F238E27FC236}">
                <a16:creationId xmlns:a16="http://schemas.microsoft.com/office/drawing/2014/main" id="{E69C5F0D-14B3-4965-89A9-E59383CF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14625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8" name="line-167">
            <a:extLst xmlns:a="http://schemas.openxmlformats.org/drawingml/2006/main">
              <a:ext uri="{FF2B5EF4-FFF2-40B4-BE49-F238E27FC236}">
                <a16:creationId xmlns:a16="http://schemas.microsoft.com/office/drawing/2014/main" id="{5A4F3DF4-9639-46D9-9F2A-E4ED9C06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59" name="line-168">
            <a:extLst xmlns:a="http://schemas.openxmlformats.org/drawingml/2006/main">
              <a:ext uri="{FF2B5EF4-FFF2-40B4-BE49-F238E27FC236}">
                <a16:creationId xmlns:a16="http://schemas.microsoft.com/office/drawing/2014/main" id="{363566D4-65E2-496A-B018-259CC121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886" y="27146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0" name="line-169">
            <a:extLst xmlns:a="http://schemas.openxmlformats.org/drawingml/2006/main">
              <a:ext uri="{FF2B5EF4-FFF2-40B4-BE49-F238E27FC236}">
                <a16:creationId xmlns:a16="http://schemas.microsoft.com/office/drawing/2014/main" id="{A8F89FCC-6595-4A0F-80D2-86790DE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48200"/>
            <a:ext cx="3657600" cy="95"/>
          </a:xfrm>
          <a:custGeom xmlns:a="http://schemas.openxmlformats.org/drawingml/2006/main">
            <a:pathLst>
              <a:path w="3657600" h="95">
                <a:moveTo>
                  <a:pt x="0" y="0"/>
                </a:moveTo>
                <a:lnTo>
                  <a:pt x="3657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1" name="line-170">
            <a:extLst xmlns:a="http://schemas.openxmlformats.org/drawingml/2006/main">
              <a:ext uri="{FF2B5EF4-FFF2-40B4-BE49-F238E27FC236}">
                <a16:creationId xmlns:a16="http://schemas.microsoft.com/office/drawing/2014/main" id="{A53531D0-47D8-4789-A3CD-2FA32E5D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48200"/>
            <a:ext cx="95" cy="142875"/>
          </a:xfrm>
          <a:custGeom xmlns:a="http://schemas.openxmlformats.org/drawingml/2006/main">
            <a:pathLst>
              <a:path w="95" h="142875">
                <a:moveTo>
                  <a:pt x="0" y="142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2" name="line-171">
            <a:extLst xmlns:a="http://schemas.openxmlformats.org/drawingml/2006/main">
              <a:ext uri="{FF2B5EF4-FFF2-40B4-BE49-F238E27FC236}">
                <a16:creationId xmlns:a16="http://schemas.microsoft.com/office/drawing/2014/main" id="{A06A9898-F964-419F-8BD4-44C76915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482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3" name="line-172">
            <a:extLst xmlns:a="http://schemas.openxmlformats.org/drawingml/2006/main">
              <a:ext uri="{FF2B5EF4-FFF2-40B4-BE49-F238E27FC236}">
                <a16:creationId xmlns:a16="http://schemas.microsoft.com/office/drawing/2014/main" id="{0070D0EA-973A-427F-AD6B-DA14B924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61" y="46482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4" name="operator-+">
            <a:extLst xmlns:a="http://schemas.openxmlformats.org/drawingml/2006/main">
              <a:ext uri="{FF2B5EF4-FFF2-40B4-BE49-F238E27FC236}">
                <a16:creationId xmlns:a16="http://schemas.microsoft.com/office/drawing/2014/main" id="{8254F67B-ABEC-4FAB-80E2-50361025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365" name="+">
            <a:extLst xmlns:a="http://schemas.openxmlformats.org/drawingml/2006/main">
              <a:ext uri="{FF2B5EF4-FFF2-40B4-BE49-F238E27FC236}">
                <a16:creationId xmlns:a16="http://schemas.microsoft.com/office/drawing/2014/main" id="{09E3C045-A00E-4499-B387-D3CFC4FD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66" name="line-173">
            <a:extLst xmlns:a="http://schemas.openxmlformats.org/drawingml/2006/main">
              <a:ext uri="{FF2B5EF4-FFF2-40B4-BE49-F238E27FC236}">
                <a16:creationId xmlns:a16="http://schemas.microsoft.com/office/drawing/2014/main" id="{07E0E857-C388-4A4B-A66D-4CCCA937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38725"/>
            <a:ext cx="95" cy="266700"/>
          </a:xfrm>
          <a:custGeom xmlns:a="http://schemas.openxmlformats.org/drawingml/2006/main">
            <a:pathLst>
              <a:path w="95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7" name="line-174">
            <a:extLst xmlns:a="http://schemas.openxmlformats.org/drawingml/2006/main">
              <a:ext uri="{FF2B5EF4-FFF2-40B4-BE49-F238E27FC236}">
                <a16:creationId xmlns:a16="http://schemas.microsoft.com/office/drawing/2014/main" id="{D1771076-AB0A-47B4-B5E7-BDA9F52D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387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8" name="line-175">
            <a:extLst xmlns:a="http://schemas.openxmlformats.org/drawingml/2006/main">
              <a:ext uri="{FF2B5EF4-FFF2-40B4-BE49-F238E27FC236}">
                <a16:creationId xmlns:a16="http://schemas.microsoft.com/office/drawing/2014/main" id="{61B8AF4D-A077-4CFB-8D5F-FC700D7D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361" y="50387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369" name="operator-+">
            <a:extLst xmlns:a="http://schemas.openxmlformats.org/drawingml/2006/main">
              <a:ext uri="{FF2B5EF4-FFF2-40B4-BE49-F238E27FC236}">
                <a16:creationId xmlns:a16="http://schemas.microsoft.com/office/drawing/2014/main" id="{D10D6D92-D187-4597-B6E6-52E37218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370" name="+">
            <a:extLst xmlns:a="http://schemas.openxmlformats.org/drawingml/2006/main">
              <a:ext uri="{FF2B5EF4-FFF2-40B4-BE49-F238E27FC236}">
                <a16:creationId xmlns:a16="http://schemas.microsoft.com/office/drawing/2014/main" id="{D77CE4C2-B280-4AC2-81E0-2362692E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71" name="h(event)">
            <a:extLst xmlns:a="http://schemas.openxmlformats.org/drawingml/2006/main">
              <a:ext uri="{FF2B5EF4-FFF2-40B4-BE49-F238E27FC236}">
                <a16:creationId xmlns:a16="http://schemas.microsoft.com/office/drawing/2014/main" id="{006D63C6-5DA8-4DFE-8D5C-1EC3694C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57725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h(event)</a:t>
            </a:r>
          </a:p>
        </p:txBody>
      </p:sp>
      <p:sp>
        <p:nvSpPr>
          <p:cNvPr id="372" name="vector-0-0">
            <a:extLst xmlns:a="http://schemas.openxmlformats.org/drawingml/2006/main">
              <a:ext uri="{FF2B5EF4-FFF2-40B4-BE49-F238E27FC236}">
                <a16:creationId xmlns:a16="http://schemas.microsoft.com/office/drawing/2014/main" id="{65D0B29B-5444-4C08-9A9D-0F2AEA42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73" name="vector-0-1">
            <a:extLst xmlns:a="http://schemas.openxmlformats.org/drawingml/2006/main">
              <a:ext uri="{FF2B5EF4-FFF2-40B4-BE49-F238E27FC236}">
                <a16:creationId xmlns:a16="http://schemas.microsoft.com/office/drawing/2014/main" id="{3D866E3A-9F70-4868-A07D-57A91DD4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74" name="vector-0-2">
            <a:extLst xmlns:a="http://schemas.openxmlformats.org/drawingml/2006/main">
              <a:ext uri="{FF2B5EF4-FFF2-40B4-BE49-F238E27FC236}">
                <a16:creationId xmlns:a16="http://schemas.microsoft.com/office/drawing/2014/main" id="{B9C890C8-52B9-40D2-91B2-795E85AB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75" name="vector-0-3">
            <a:extLst xmlns:a="http://schemas.openxmlformats.org/drawingml/2006/main">
              <a:ext uri="{FF2B5EF4-FFF2-40B4-BE49-F238E27FC236}">
                <a16:creationId xmlns:a16="http://schemas.microsoft.com/office/drawing/2014/main" id="{B0D6F747-F52B-4915-974D-EDA2741C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BCA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76" name="vector-0-4">
            <a:extLst xmlns:a="http://schemas.openxmlformats.org/drawingml/2006/main">
              <a:ext uri="{FF2B5EF4-FFF2-40B4-BE49-F238E27FC236}">
                <a16:creationId xmlns:a16="http://schemas.microsoft.com/office/drawing/2014/main" id="{209FA220-2C1F-43EE-BA1F-A6AE1630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A6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77" name="vector-0-5">
            <a:extLst xmlns:a="http://schemas.openxmlformats.org/drawingml/2006/main">
              <a:ext uri="{FF2B5EF4-FFF2-40B4-BE49-F238E27FC236}">
                <a16:creationId xmlns:a16="http://schemas.microsoft.com/office/drawing/2014/main" id="{FDDCFC49-4BD8-4806-9BB5-CCE23E32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78" name="vector-0-6">
            <a:extLst xmlns:a="http://schemas.openxmlformats.org/drawingml/2006/main">
              <a:ext uri="{FF2B5EF4-FFF2-40B4-BE49-F238E27FC236}">
                <a16:creationId xmlns:a16="http://schemas.microsoft.com/office/drawing/2014/main" id="{7A9B1520-4A10-4569-9A3D-DCC5662B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79" name="vector-0-7">
            <a:extLst xmlns:a="http://schemas.openxmlformats.org/drawingml/2006/main">
              <a:ext uri="{FF2B5EF4-FFF2-40B4-BE49-F238E27FC236}">
                <a16:creationId xmlns:a16="http://schemas.microsoft.com/office/drawing/2014/main" id="{239D1939-5528-4458-A8A6-4184AD9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0" name="shape-176">
            <a:extLst xmlns:a="http://schemas.openxmlformats.org/drawingml/2006/main">
              <a:ext uri="{FF2B5EF4-FFF2-40B4-BE49-F238E27FC236}">
                <a16:creationId xmlns:a16="http://schemas.microsoft.com/office/drawing/2014/main" id="{285AE6BF-F927-44F2-B192-6F81EAA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705350"/>
            <a:ext cx="762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381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1FCDE498-3875-4E0B-8F9C-86BB1849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28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2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D4A42F8E-6973-40B6-A33F-87C4801C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28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3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06842DAC-448E-4085-BB33-C99FF660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28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4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9DEE0B76-6495-4C71-B547-9BF39240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28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5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288C4EFD-6DEA-4670-BA7C-2EE45DF5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28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6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9A079F25-28A2-4F07-8854-5209286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28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7" name="features-0-6">
            <a:extLst xmlns:a="http://schemas.openxmlformats.org/drawingml/2006/main">
              <a:ext uri="{FF2B5EF4-FFF2-40B4-BE49-F238E27FC236}">
                <a16:creationId xmlns:a16="http://schemas.microsoft.com/office/drawing/2014/main" id="{BD727BDF-BA60-4EFE-ACA7-25CEF85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28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8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9E2C0912-9D45-46AE-BC2B-316ED7BC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38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89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2504AA82-3E96-485B-B9B5-BD698A18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38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0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ECB5DE46-E413-4D0F-B5A2-7CEF08FD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1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77E054EF-3E0F-4058-98DA-A4554B80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38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2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4F99EBCA-8298-4ABD-924F-7FF9C0BA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38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3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CB963FF4-7A9B-47A9-B319-2A304DA9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38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4" name="features-1-6">
            <a:extLst xmlns:a="http://schemas.openxmlformats.org/drawingml/2006/main">
              <a:ext uri="{FF2B5EF4-FFF2-40B4-BE49-F238E27FC236}">
                <a16:creationId xmlns:a16="http://schemas.microsoft.com/office/drawing/2014/main" id="{027FF48A-41C1-4C10-9E45-FE62168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381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5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7800C70F-391E-4203-A1DC-D8613B8D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47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6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29217B9A-2D17-4548-8411-64736B7F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7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A2B3FA07-4BBC-4E46-9582-D6E15560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47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8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30F8F14C-7614-4B11-919A-8FE5299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7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399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64218E05-2DC6-444F-8035-79D61D47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47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0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4FA84789-80E4-441E-84B3-8D14C439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47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1" name="features-2-6">
            <a:extLst xmlns:a="http://schemas.openxmlformats.org/drawingml/2006/main">
              <a:ext uri="{FF2B5EF4-FFF2-40B4-BE49-F238E27FC236}">
                <a16:creationId xmlns:a16="http://schemas.microsoft.com/office/drawing/2014/main" id="{E41A8C30-37B8-4B01-804E-DFEFD50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47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2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6B9A923C-FCCB-475D-950A-341FD421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57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3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3520EAE2-87AB-4C0E-9229-8192E808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7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4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D076A135-A0F9-4042-8034-84BEEE27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57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5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CDF11316-1689-4AD8-AD2E-8ECB8DE9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57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6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BD3D3154-D507-4C12-9514-4E3507F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57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7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ECB2248E-E085-4B47-93FC-4A1BA36B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657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8" name="features-3-6">
            <a:extLst xmlns:a="http://schemas.openxmlformats.org/drawingml/2006/main">
              <a:ext uri="{FF2B5EF4-FFF2-40B4-BE49-F238E27FC236}">
                <a16:creationId xmlns:a16="http://schemas.microsoft.com/office/drawing/2014/main" id="{2E3208A3-1BD8-439F-9AF6-237A3A6D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57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09" name="shape-177">
            <a:extLst xmlns:a="http://schemas.openxmlformats.org/drawingml/2006/main">
              <a:ext uri="{FF2B5EF4-FFF2-40B4-BE49-F238E27FC236}">
                <a16:creationId xmlns:a16="http://schemas.microsoft.com/office/drawing/2014/main" id="{EDAC7B75-5C49-409F-A80A-134D5F36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286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410" name="H(t)">
            <a:extLst xmlns:a="http://schemas.openxmlformats.org/drawingml/2006/main">
              <a:ext uri="{FF2B5EF4-FFF2-40B4-BE49-F238E27FC236}">
                <a16:creationId xmlns:a16="http://schemas.microsoft.com/office/drawing/2014/main" id="{3F1471D9-33B3-420A-A6D2-8BF99A3F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53225"/>
            <a:ext cx="1133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H(t)</a:t>
            </a:r>
          </a:p>
        </p:txBody>
      </p:sp>
      <p:sp>
        <p:nvSpPr>
          <p:cNvPr id="411" name="line-178">
            <a:extLst xmlns:a="http://schemas.openxmlformats.org/drawingml/2006/main">
              <a:ext uri="{FF2B5EF4-FFF2-40B4-BE49-F238E27FC236}">
                <a16:creationId xmlns:a16="http://schemas.microsoft.com/office/drawing/2014/main" id="{6A4FB5BE-B5CB-4845-8AB9-3A970CA6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29250"/>
            <a:ext cx="95" cy="857250"/>
          </a:xfrm>
          <a:custGeom xmlns:a="http://schemas.openxmlformats.org/drawingml/2006/main">
            <a:pathLst>
              <a:path w="95" h="857250">
                <a:moveTo>
                  <a:pt x="0" y="857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12" name="line-179">
            <a:extLst xmlns:a="http://schemas.openxmlformats.org/drawingml/2006/main">
              <a:ext uri="{FF2B5EF4-FFF2-40B4-BE49-F238E27FC236}">
                <a16:creationId xmlns:a16="http://schemas.microsoft.com/office/drawing/2014/main" id="{360A595B-F63C-4FA7-9179-3858EB69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2925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13" name="line-180">
            <a:extLst xmlns:a="http://schemas.openxmlformats.org/drawingml/2006/main">
              <a:ext uri="{FF2B5EF4-FFF2-40B4-BE49-F238E27FC236}">
                <a16:creationId xmlns:a16="http://schemas.microsoft.com/office/drawing/2014/main" id="{9A081A42-4694-404B-B90C-54228C8F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185" y="5429250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14" name="line-181">
            <a:extLst xmlns:a="http://schemas.openxmlformats.org/drawingml/2006/main">
              <a:ext uri="{FF2B5EF4-FFF2-40B4-BE49-F238E27FC236}">
                <a16:creationId xmlns:a16="http://schemas.microsoft.com/office/drawing/2014/main" id="{DCAC50A9-B37D-43D9-9839-90CB25ED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185" y="5398461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1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0FB0DDB0-01C0-4F68-8079-C0D0332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64246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1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69EC4316-D329-4A1E-8C14-1FC7F3F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64246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1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EB011DBF-79A6-4B19-945E-32A6BB05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64246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1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839BA2FE-C14B-4008-B67D-B3534B08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64246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8358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1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C199083-4085-4E86-8E9D-44F5108E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488" y="64246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2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AF13955-E7C8-4856-BC2A-8A1404E0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64246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2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9CD8BE7-9859-4264-A307-CA94864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64246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22" name="History regime">
            <a:extLst xmlns:a="http://schemas.openxmlformats.org/drawingml/2006/main">
              <a:ext uri="{FF2B5EF4-FFF2-40B4-BE49-F238E27FC236}">
                <a16:creationId xmlns:a16="http://schemas.microsoft.com/office/drawing/2014/main" id="{30F95BC6-18CE-4519-81EA-C4A6B482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753225"/>
            <a:ext cx="1552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History regime</a:t>
            </a:r>
          </a:p>
        </p:txBody>
      </p:sp>
      <p:sp>
        <p:nvSpPr>
          <p:cNvPr id="423" name="Embedding">
            <a:extLst xmlns:a="http://schemas.openxmlformats.org/drawingml/2006/main">
              <a:ext uri="{FF2B5EF4-FFF2-40B4-BE49-F238E27FC236}">
                <a16:creationId xmlns:a16="http://schemas.microsoft.com/office/drawing/2014/main" id="{00D63F6C-3814-4C37-AE34-A89279B2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676900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424" name="vector-0-0">
            <a:extLst xmlns:a="http://schemas.openxmlformats.org/drawingml/2006/main">
              <a:ext uri="{FF2B5EF4-FFF2-40B4-BE49-F238E27FC236}">
                <a16:creationId xmlns:a16="http://schemas.microsoft.com/office/drawing/2014/main" id="{2DDAD171-75BE-44AA-9CE1-D8922C39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25" name="vector-0-1">
            <a:extLst xmlns:a="http://schemas.openxmlformats.org/drawingml/2006/main">
              <a:ext uri="{FF2B5EF4-FFF2-40B4-BE49-F238E27FC236}">
                <a16:creationId xmlns:a16="http://schemas.microsoft.com/office/drawing/2014/main" id="{7A18E099-FDB7-464F-B4C6-3B389F3D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26" name="vector-0-2">
            <a:extLst xmlns:a="http://schemas.openxmlformats.org/drawingml/2006/main">
              <a:ext uri="{FF2B5EF4-FFF2-40B4-BE49-F238E27FC236}">
                <a16:creationId xmlns:a16="http://schemas.microsoft.com/office/drawing/2014/main" id="{23B70F30-FE39-4E7D-80C6-F7D8A6F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27" name="vector-0-3">
            <a:extLst xmlns:a="http://schemas.openxmlformats.org/drawingml/2006/main">
              <a:ext uri="{FF2B5EF4-FFF2-40B4-BE49-F238E27FC236}">
                <a16:creationId xmlns:a16="http://schemas.microsoft.com/office/drawing/2014/main" id="{3F351CE1-7B86-4B8C-91D6-474B2FB9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DBCA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28" name="vector-0-4">
            <a:extLst xmlns:a="http://schemas.openxmlformats.org/drawingml/2006/main">
              <a:ext uri="{FF2B5EF4-FFF2-40B4-BE49-F238E27FC236}">
                <a16:creationId xmlns:a16="http://schemas.microsoft.com/office/drawing/2014/main" id="{D7C8604D-5FCA-4DBC-B422-F63D460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A6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29" name="vector-0-5">
            <a:extLst xmlns:a="http://schemas.openxmlformats.org/drawingml/2006/main">
              <a:ext uri="{FF2B5EF4-FFF2-40B4-BE49-F238E27FC236}">
                <a16:creationId xmlns:a16="http://schemas.microsoft.com/office/drawing/2014/main" id="{20AC0BDC-EEA0-475B-8437-CB00B50B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6E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30" name="vector-0-6">
            <a:extLst xmlns:a="http://schemas.openxmlformats.org/drawingml/2006/main">
              <a:ext uri="{FF2B5EF4-FFF2-40B4-BE49-F238E27FC236}">
                <a16:creationId xmlns:a16="http://schemas.microsoft.com/office/drawing/2014/main" id="{8D758F18-27F6-4B35-9EA2-3FE196B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9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31" name="vector-0-7">
            <a:extLst xmlns:a="http://schemas.openxmlformats.org/drawingml/2006/main">
              <a:ext uri="{FF2B5EF4-FFF2-40B4-BE49-F238E27FC236}">
                <a16:creationId xmlns:a16="http://schemas.microsoft.com/office/drawing/2014/main" id="{BF439FF1-C721-4A2C-9165-868AAA3A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7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3F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432" name="shape-182">
            <a:extLst xmlns:a="http://schemas.openxmlformats.org/drawingml/2006/main">
              <a:ext uri="{FF2B5EF4-FFF2-40B4-BE49-F238E27FC236}">
                <a16:creationId xmlns:a16="http://schemas.microsoft.com/office/drawing/2014/main" id="{55918D96-860E-4AEC-82D5-49771D1F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72175"/>
            <a:ext cx="914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433" name="line-183">
            <a:extLst xmlns:a="http://schemas.openxmlformats.org/drawingml/2006/main">
              <a:ext uri="{FF2B5EF4-FFF2-40B4-BE49-F238E27FC236}">
                <a16:creationId xmlns:a16="http://schemas.microsoft.com/office/drawing/2014/main" id="{01C66F67-B2DD-473F-94C8-97F0FB44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096000"/>
            <a:ext cx="95" cy="276225"/>
          </a:xfrm>
          <a:custGeom xmlns:a="http://schemas.openxmlformats.org/drawingml/2006/main">
            <a:pathLst>
              <a:path w="95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4" name="line-184">
            <a:extLst xmlns:a="http://schemas.openxmlformats.org/drawingml/2006/main">
              <a:ext uri="{FF2B5EF4-FFF2-40B4-BE49-F238E27FC236}">
                <a16:creationId xmlns:a16="http://schemas.microsoft.com/office/drawing/2014/main" id="{543D87BA-48C0-4F97-982D-99BEEDDC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09600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5" name="line-185">
            <a:extLst xmlns:a="http://schemas.openxmlformats.org/drawingml/2006/main">
              <a:ext uri="{FF2B5EF4-FFF2-40B4-BE49-F238E27FC236}">
                <a16:creationId xmlns:a16="http://schemas.microsoft.com/office/drawing/2014/main" id="{B22E68CD-6141-4D28-9C39-9E17C43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636" y="609600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6" name="line-186">
            <a:extLst xmlns:a="http://schemas.openxmlformats.org/drawingml/2006/main">
              <a:ext uri="{FF2B5EF4-FFF2-40B4-BE49-F238E27FC236}">
                <a16:creationId xmlns:a16="http://schemas.microsoft.com/office/drawing/2014/main" id="{6134FB6E-7AC2-4576-BE0D-BB123F1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429250"/>
            <a:ext cx="95" cy="247650"/>
          </a:xfrm>
          <a:custGeom xmlns:a="http://schemas.openxmlformats.org/drawingml/2006/main">
            <a:pathLst>
              <a:path w="95" h="247650">
                <a:moveTo>
                  <a:pt x="0" y="2476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7" name="line-187">
            <a:extLst xmlns:a="http://schemas.openxmlformats.org/drawingml/2006/main">
              <a:ext uri="{FF2B5EF4-FFF2-40B4-BE49-F238E27FC236}">
                <a16:creationId xmlns:a16="http://schemas.microsoft.com/office/drawing/2014/main" id="{EF385F99-A2F2-4011-81E7-6142D038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429250"/>
            <a:ext cx="552450" cy="95"/>
          </a:xfrm>
          <a:custGeom xmlns:a="http://schemas.openxmlformats.org/drawingml/2006/main">
            <a:pathLst>
              <a:path w="552450" h="95">
                <a:moveTo>
                  <a:pt x="5524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8" name="line-188">
            <a:extLst xmlns:a="http://schemas.openxmlformats.org/drawingml/2006/main">
              <a:ext uri="{FF2B5EF4-FFF2-40B4-BE49-F238E27FC236}">
                <a16:creationId xmlns:a16="http://schemas.microsoft.com/office/drawing/2014/main" id="{9BEBD38E-C2D4-4A4E-9F42-0141A6F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39846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39" name="line-189">
            <a:extLst xmlns:a="http://schemas.openxmlformats.org/drawingml/2006/main">
              <a:ext uri="{FF2B5EF4-FFF2-40B4-BE49-F238E27FC236}">
                <a16:creationId xmlns:a16="http://schemas.microsoft.com/office/drawing/2014/main" id="{9B71AF65-AB75-49AF-B4D9-9D25CFDA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42925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40" name="line-190">
            <a:extLst xmlns:a="http://schemas.openxmlformats.org/drawingml/2006/main">
              <a:ext uri="{FF2B5EF4-FFF2-40B4-BE49-F238E27FC236}">
                <a16:creationId xmlns:a16="http://schemas.microsoft.com/office/drawing/2014/main" id="{241D04FD-9E10-4AF8-BF5D-DD64058E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061" y="6531007"/>
            <a:ext cx="316040" cy="203168"/>
          </a:xfrm>
          <a:custGeom xmlns:a="http://schemas.openxmlformats.org/drawingml/2006/main">
            <a:pathLst>
              <a:path w="316040" h="203168">
                <a:moveTo>
                  <a:pt x="316040" y="2031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441" name="line-191">
            <a:extLst xmlns:a="http://schemas.openxmlformats.org/drawingml/2006/main">
              <a:ext uri="{FF2B5EF4-FFF2-40B4-BE49-F238E27FC236}">
                <a16:creationId xmlns:a16="http://schemas.microsoft.com/office/drawing/2014/main" id="{D2FF82B6-59CD-40E3-949C-2A7F9E53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00908"/>
            <a:ext cx="270891" cy="233267"/>
          </a:xfrm>
          <a:custGeom xmlns:a="http://schemas.openxmlformats.org/drawingml/2006/main">
            <a:pathLst>
              <a:path w="270891" h="233267">
                <a:moveTo>
                  <a:pt x="0" y="233267"/>
                </a:moveTo>
                <a:lnTo>
                  <a:pt x="2708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442" name="line-192">
            <a:extLst xmlns:a="http://schemas.openxmlformats.org/drawingml/2006/main">
              <a:ext uri="{FF2B5EF4-FFF2-40B4-BE49-F238E27FC236}">
                <a16:creationId xmlns:a16="http://schemas.microsoft.com/office/drawing/2014/main" id="{42172EEA-6975-4BE6-B780-16B98B6B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961" y="6734175"/>
            <a:ext cx="346139" cy="225743"/>
          </a:xfrm>
          <a:custGeom xmlns:a="http://schemas.openxmlformats.org/drawingml/2006/main">
            <a:pathLst>
              <a:path w="346139" h="225743">
                <a:moveTo>
                  <a:pt x="346139" y="0"/>
                </a:moveTo>
                <a:lnTo>
                  <a:pt x="0" y="225743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443" name="line-193">
            <a:extLst xmlns:a="http://schemas.openxmlformats.org/drawingml/2006/main">
              <a:ext uri="{FF2B5EF4-FFF2-40B4-BE49-F238E27FC236}">
                <a16:creationId xmlns:a16="http://schemas.microsoft.com/office/drawing/2014/main" id="{37548938-BD3A-44C2-8315-A3045DBF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734175"/>
            <a:ext cx="316040" cy="218218"/>
          </a:xfrm>
          <a:custGeom xmlns:a="http://schemas.openxmlformats.org/drawingml/2006/main">
            <a:pathLst>
              <a:path w="316040" h="218218">
                <a:moveTo>
                  <a:pt x="0" y="0"/>
                </a:moveTo>
                <a:lnTo>
                  <a:pt x="316040" y="218218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9C4"/>
            </a:solidFill>
            <a:prstDash val="solid"/>
          </a:ln>
        </p:spPr>
      </p:sp>
      <p:sp>
        <p:nvSpPr>
          <p:cNvPr id="444" name="line-194">
            <a:extLst xmlns:a="http://schemas.openxmlformats.org/drawingml/2006/main">
              <a:ext uri="{FF2B5EF4-FFF2-40B4-BE49-F238E27FC236}">
                <a16:creationId xmlns:a16="http://schemas.microsoft.com/office/drawing/2014/main" id="{0E5A7FDF-4EB9-46D9-B43E-D121242C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961" y="6531007"/>
            <a:ext cx="30099" cy="428911"/>
          </a:xfrm>
          <a:custGeom xmlns:a="http://schemas.openxmlformats.org/drawingml/2006/main">
            <a:pathLst>
              <a:path w="30099" h="428911">
                <a:moveTo>
                  <a:pt x="30099" y="0"/>
                </a:moveTo>
                <a:lnTo>
                  <a:pt x="0" y="42891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7D1D8"/>
            </a:solidFill>
            <a:prstDash val="solid"/>
          </a:ln>
        </p:spPr>
      </p:sp>
      <p:sp>
        <p:nvSpPr>
          <p:cNvPr id="445" name="line-195">
            <a:extLst xmlns:a="http://schemas.openxmlformats.org/drawingml/2006/main">
              <a:ext uri="{FF2B5EF4-FFF2-40B4-BE49-F238E27FC236}">
                <a16:creationId xmlns:a16="http://schemas.microsoft.com/office/drawing/2014/main" id="{E7C91C1B-23BB-4D83-9560-58707A2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91" y="6500908"/>
            <a:ext cx="45149" cy="451485"/>
          </a:xfrm>
          <a:custGeom xmlns:a="http://schemas.openxmlformats.org/drawingml/2006/main">
            <a:pathLst>
              <a:path w="45149" h="451485">
                <a:moveTo>
                  <a:pt x="0" y="0"/>
                </a:moveTo>
                <a:lnTo>
                  <a:pt x="45149" y="45148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7D1D8"/>
            </a:solidFill>
            <a:prstDash val="solid"/>
          </a:ln>
        </p:spPr>
      </p:sp>
      <p:sp>
        <p:nvSpPr>
          <p:cNvPr id="44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D99D972-B8C5-4857-A507-C80CF8A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63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8358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4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9751E90A-D47B-48B3-9445-2A4F1FCF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386" y="6464332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44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E9CE0BB-F17F-49D7-9489-AF82D0D9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316" y="643423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44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0A7C027F-9379-44BA-BDA8-E1B0C115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286" y="689324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45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0C81B34F-F072-4639-98C4-505585E5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65" y="688571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57386"/>
            </a:solidFill>
          </a:ln>
        </p:spPr>
      </p:sp>
      <p:sp>
        <p:nvSpPr>
          <p:cNvPr id="451" name="Precursor cues">
            <a:extLst xmlns:a="http://schemas.openxmlformats.org/drawingml/2006/main">
              <a:ext uri="{FF2B5EF4-FFF2-40B4-BE49-F238E27FC236}">
                <a16:creationId xmlns:a16="http://schemas.microsoft.com/office/drawing/2014/main" id="{97805AE5-2A7B-4370-8961-0AE2B7A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717232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Precursor cues</a:t>
            </a:r>
          </a:p>
        </p:txBody>
      </p:sp>
      <p:sp>
        <p:nvSpPr>
          <p:cNvPr id="452" name="Local + neighbour MLP">
            <a:extLst xmlns:a="http://schemas.openxmlformats.org/drawingml/2006/main">
              <a:ext uri="{FF2B5EF4-FFF2-40B4-BE49-F238E27FC236}">
                <a16:creationId xmlns:a16="http://schemas.microsoft.com/office/drawing/2014/main" id="{42FEB9BF-CC36-42E9-806E-D52913F5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295900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Local + neighbour MLP</a:t>
            </a:r>
          </a:p>
        </p:txBody>
      </p:sp>
      <p:sp>
        <p:nvSpPr>
          <p:cNvPr id="453" name="line-196">
            <a:extLst xmlns:a="http://schemas.openxmlformats.org/drawingml/2006/main">
              <a:ext uri="{FF2B5EF4-FFF2-40B4-BE49-F238E27FC236}">
                <a16:creationId xmlns:a16="http://schemas.microsoft.com/office/drawing/2014/main" id="{DDB51DCD-BEB1-4DD1-8194-76210B86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142875" cy="238125"/>
          </a:xfrm>
          <a:custGeom xmlns:a="http://schemas.openxmlformats.org/drawingml/2006/main">
            <a:pathLst>
              <a:path w="142875" h="238125">
                <a:moveTo>
                  <a:pt x="142875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54" name="line-197">
            <a:extLst xmlns:a="http://schemas.openxmlformats.org/drawingml/2006/main">
              <a:ext uri="{FF2B5EF4-FFF2-40B4-BE49-F238E27FC236}">
                <a16:creationId xmlns:a16="http://schemas.microsoft.com/office/drawing/2014/main" id="{2BD2F3C1-C97D-4564-9BA3-66DAFF9C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10250"/>
            <a:ext cx="219075" cy="238125"/>
          </a:xfrm>
          <a:custGeom xmlns:a="http://schemas.openxmlformats.org/drawingml/2006/main">
            <a:pathLst>
              <a:path w="219075" h="238125">
                <a:moveTo>
                  <a:pt x="0" y="238125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55" name="line-198">
            <a:extLst xmlns:a="http://schemas.openxmlformats.org/drawingml/2006/main">
              <a:ext uri="{FF2B5EF4-FFF2-40B4-BE49-F238E27FC236}">
                <a16:creationId xmlns:a16="http://schemas.microsoft.com/office/drawing/2014/main" id="{98CBF925-FB56-4C1D-B48E-88B68EB2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10250"/>
            <a:ext cx="590550" cy="238125"/>
          </a:xfrm>
          <a:custGeom xmlns:a="http://schemas.openxmlformats.org/drawingml/2006/main">
            <a:pathLst>
              <a:path w="590550" h="238125">
                <a:moveTo>
                  <a:pt x="0" y="238125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56" name="line-199">
            <a:extLst xmlns:a="http://schemas.openxmlformats.org/drawingml/2006/main">
              <a:ext uri="{FF2B5EF4-FFF2-40B4-BE49-F238E27FC236}">
                <a16:creationId xmlns:a16="http://schemas.microsoft.com/office/drawing/2014/main" id="{E4DF64FB-C564-410A-8057-DD0C2F3F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10250"/>
            <a:ext cx="952500" cy="238125"/>
          </a:xfrm>
          <a:custGeom xmlns:a="http://schemas.openxmlformats.org/drawingml/2006/main">
            <a:pathLst>
              <a:path w="952500" h="238125">
                <a:moveTo>
                  <a:pt x="0" y="238125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57" name="line-200">
            <a:extLst xmlns:a="http://schemas.openxmlformats.org/drawingml/2006/main">
              <a:ext uri="{FF2B5EF4-FFF2-40B4-BE49-F238E27FC236}">
                <a16:creationId xmlns:a16="http://schemas.microsoft.com/office/drawing/2014/main" id="{7CA8D01E-6106-45C3-8E82-8718810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561975" cy="238125"/>
          </a:xfrm>
          <a:custGeom xmlns:a="http://schemas.openxmlformats.org/drawingml/2006/main">
            <a:pathLst>
              <a:path w="561975" h="238125">
                <a:moveTo>
                  <a:pt x="561975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58" name="line-201">
            <a:extLst xmlns:a="http://schemas.openxmlformats.org/drawingml/2006/main">
              <a:ext uri="{FF2B5EF4-FFF2-40B4-BE49-F238E27FC236}">
                <a16:creationId xmlns:a16="http://schemas.microsoft.com/office/drawing/2014/main" id="{5C1ED404-27F7-46BD-93E0-572E3BC9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810250"/>
            <a:ext cx="200025" cy="238125"/>
          </a:xfrm>
          <a:custGeom xmlns:a="http://schemas.openxmlformats.org/drawingml/2006/main">
            <a:pathLst>
              <a:path w="200025" h="238125">
                <a:moveTo>
                  <a:pt x="200025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59" name="line-202">
            <a:extLst xmlns:a="http://schemas.openxmlformats.org/drawingml/2006/main">
              <a:ext uri="{FF2B5EF4-FFF2-40B4-BE49-F238E27FC236}">
                <a16:creationId xmlns:a16="http://schemas.microsoft.com/office/drawing/2014/main" id="{6D091A39-0BA9-4074-84C0-CDFE84D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810250"/>
            <a:ext cx="171450" cy="238125"/>
          </a:xfrm>
          <a:custGeom xmlns:a="http://schemas.openxmlformats.org/drawingml/2006/main">
            <a:pathLst>
              <a:path w="171450" h="238125">
                <a:moveTo>
                  <a:pt x="0" y="238125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0" name="line-203">
            <a:extLst xmlns:a="http://schemas.openxmlformats.org/drawingml/2006/main">
              <a:ext uri="{FF2B5EF4-FFF2-40B4-BE49-F238E27FC236}">
                <a16:creationId xmlns:a16="http://schemas.microsoft.com/office/drawing/2014/main" id="{E1687768-FF7A-40FB-AF8F-CBFE3552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810250"/>
            <a:ext cx="533400" cy="238125"/>
          </a:xfrm>
          <a:custGeom xmlns:a="http://schemas.openxmlformats.org/drawingml/2006/main">
            <a:pathLst>
              <a:path w="533400" h="238125">
                <a:moveTo>
                  <a:pt x="0" y="238125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1" name="line-204">
            <a:extLst xmlns:a="http://schemas.openxmlformats.org/drawingml/2006/main">
              <a:ext uri="{FF2B5EF4-FFF2-40B4-BE49-F238E27FC236}">
                <a16:creationId xmlns:a16="http://schemas.microsoft.com/office/drawing/2014/main" id="{890E31D8-7390-40BA-A2FB-1E519DFA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981075" cy="238125"/>
          </a:xfrm>
          <a:custGeom xmlns:a="http://schemas.openxmlformats.org/drawingml/2006/main">
            <a:pathLst>
              <a:path w="981075" h="238125">
                <a:moveTo>
                  <a:pt x="981075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2" name="line-205">
            <a:extLst xmlns:a="http://schemas.openxmlformats.org/drawingml/2006/main">
              <a:ext uri="{FF2B5EF4-FFF2-40B4-BE49-F238E27FC236}">
                <a16:creationId xmlns:a16="http://schemas.microsoft.com/office/drawing/2014/main" id="{6DF0B4FF-E692-4F68-BCA2-4DC3F6B7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810250"/>
            <a:ext cx="619125" cy="238125"/>
          </a:xfrm>
          <a:custGeom xmlns:a="http://schemas.openxmlformats.org/drawingml/2006/main">
            <a:pathLst>
              <a:path w="619125" h="238125">
                <a:moveTo>
                  <a:pt x="619125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3" name="line-206">
            <a:extLst xmlns:a="http://schemas.openxmlformats.org/drawingml/2006/main">
              <a:ext uri="{FF2B5EF4-FFF2-40B4-BE49-F238E27FC236}">
                <a16:creationId xmlns:a16="http://schemas.microsoft.com/office/drawing/2014/main" id="{3DD8D32A-5F77-4D6A-AD57-61BF10A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10250"/>
            <a:ext cx="247650" cy="238125"/>
          </a:xfrm>
          <a:custGeom xmlns:a="http://schemas.openxmlformats.org/drawingml/2006/main">
            <a:pathLst>
              <a:path w="247650" h="238125">
                <a:moveTo>
                  <a:pt x="24765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4" name="line-207">
            <a:extLst xmlns:a="http://schemas.openxmlformats.org/drawingml/2006/main">
              <a:ext uri="{FF2B5EF4-FFF2-40B4-BE49-F238E27FC236}">
                <a16:creationId xmlns:a16="http://schemas.microsoft.com/office/drawing/2014/main" id="{071DB93D-CB28-47B4-81F0-274D604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10250"/>
            <a:ext cx="114300" cy="238125"/>
          </a:xfrm>
          <a:custGeom xmlns:a="http://schemas.openxmlformats.org/drawingml/2006/main">
            <a:pathLst>
              <a:path w="114300" h="238125">
                <a:moveTo>
                  <a:pt x="0" y="238125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5" name="line-208">
            <a:extLst xmlns:a="http://schemas.openxmlformats.org/drawingml/2006/main">
              <a:ext uri="{FF2B5EF4-FFF2-40B4-BE49-F238E27FC236}">
                <a16:creationId xmlns:a16="http://schemas.microsoft.com/office/drawing/2014/main" id="{5EDC7C14-0021-4ED0-B800-54DAD6AE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572125"/>
            <a:ext cx="142875" cy="238125"/>
          </a:xfrm>
          <a:custGeom xmlns:a="http://schemas.openxmlformats.org/drawingml/2006/main">
            <a:pathLst>
              <a:path w="142875" h="238125">
                <a:moveTo>
                  <a:pt x="0" y="238125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6" name="line-209">
            <a:extLst xmlns:a="http://schemas.openxmlformats.org/drawingml/2006/main">
              <a:ext uri="{FF2B5EF4-FFF2-40B4-BE49-F238E27FC236}">
                <a16:creationId xmlns:a16="http://schemas.microsoft.com/office/drawing/2014/main" id="{7A2F24F3-3C50-493F-B587-8F0DC303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572125"/>
            <a:ext cx="561975" cy="238125"/>
          </a:xfrm>
          <a:custGeom xmlns:a="http://schemas.openxmlformats.org/drawingml/2006/main">
            <a:pathLst>
              <a:path w="561975" h="238125">
                <a:moveTo>
                  <a:pt x="0" y="238125"/>
                </a:move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7" name="line-210">
            <a:extLst xmlns:a="http://schemas.openxmlformats.org/drawingml/2006/main">
              <a:ext uri="{FF2B5EF4-FFF2-40B4-BE49-F238E27FC236}">
                <a16:creationId xmlns:a16="http://schemas.microsoft.com/office/drawing/2014/main" id="{6D5DBACF-FB60-4C3A-87FF-AA413EE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572125"/>
            <a:ext cx="981075" cy="238125"/>
          </a:xfrm>
          <a:custGeom xmlns:a="http://schemas.openxmlformats.org/drawingml/2006/main">
            <a:pathLst>
              <a:path w="981075" h="238125">
                <a:moveTo>
                  <a:pt x="0" y="238125"/>
                </a:moveTo>
                <a:lnTo>
                  <a:pt x="981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8" name="line-211">
            <a:extLst xmlns:a="http://schemas.openxmlformats.org/drawingml/2006/main">
              <a:ext uri="{FF2B5EF4-FFF2-40B4-BE49-F238E27FC236}">
                <a16:creationId xmlns:a16="http://schemas.microsoft.com/office/drawing/2014/main" id="{A119FC86-304C-4A13-B3C2-7376BC73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72125"/>
            <a:ext cx="219075" cy="238125"/>
          </a:xfrm>
          <a:custGeom xmlns:a="http://schemas.openxmlformats.org/drawingml/2006/main">
            <a:pathLst>
              <a:path w="219075" h="238125">
                <a:moveTo>
                  <a:pt x="219075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69" name="line-212">
            <a:extLst xmlns:a="http://schemas.openxmlformats.org/drawingml/2006/main">
              <a:ext uri="{FF2B5EF4-FFF2-40B4-BE49-F238E27FC236}">
                <a16:creationId xmlns:a16="http://schemas.microsoft.com/office/drawing/2014/main" id="{AFE85F8B-99CD-4E7E-A907-51B15EBE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572125"/>
            <a:ext cx="200025" cy="238125"/>
          </a:xfrm>
          <a:custGeom xmlns:a="http://schemas.openxmlformats.org/drawingml/2006/main">
            <a:pathLst>
              <a:path w="200025" h="238125">
                <a:moveTo>
                  <a:pt x="0" y="238125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70" name="line-213">
            <a:extLst xmlns:a="http://schemas.openxmlformats.org/drawingml/2006/main">
              <a:ext uri="{FF2B5EF4-FFF2-40B4-BE49-F238E27FC236}">
                <a16:creationId xmlns:a16="http://schemas.microsoft.com/office/drawing/2014/main" id="{9F324565-EEFD-4184-A370-70E34CC3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572125"/>
            <a:ext cx="619125" cy="238125"/>
          </a:xfrm>
          <a:custGeom xmlns:a="http://schemas.openxmlformats.org/drawingml/2006/main">
            <a:pathLst>
              <a:path w="619125" h="238125">
                <a:moveTo>
                  <a:pt x="0" y="238125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71" name="line-214">
            <a:extLst xmlns:a="http://schemas.openxmlformats.org/drawingml/2006/main">
              <a:ext uri="{FF2B5EF4-FFF2-40B4-BE49-F238E27FC236}">
                <a16:creationId xmlns:a16="http://schemas.microsoft.com/office/drawing/2014/main" id="{8649AD94-4D7D-46B5-A82C-A25C6C9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72125"/>
            <a:ext cx="590550" cy="238125"/>
          </a:xfrm>
          <a:custGeom xmlns:a="http://schemas.openxmlformats.org/drawingml/2006/main">
            <a:pathLst>
              <a:path w="590550" h="238125">
                <a:moveTo>
                  <a:pt x="59055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72" name="line-215">
            <a:extLst xmlns:a="http://schemas.openxmlformats.org/drawingml/2006/main">
              <a:ext uri="{FF2B5EF4-FFF2-40B4-BE49-F238E27FC236}">
                <a16:creationId xmlns:a16="http://schemas.microsoft.com/office/drawing/2014/main" id="{4B30F4A3-66E3-4933-BE20-BC6D4D36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72125"/>
            <a:ext cx="171450" cy="238125"/>
          </a:xfrm>
          <a:custGeom xmlns:a="http://schemas.openxmlformats.org/drawingml/2006/main">
            <a:pathLst>
              <a:path w="171450" h="238125">
                <a:moveTo>
                  <a:pt x="17145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73" name="line-216">
            <a:extLst xmlns:a="http://schemas.openxmlformats.org/drawingml/2006/main">
              <a:ext uri="{FF2B5EF4-FFF2-40B4-BE49-F238E27FC236}">
                <a16:creationId xmlns:a16="http://schemas.microsoft.com/office/drawing/2014/main" id="{B0146756-852C-44A7-83DD-ADCE6A3E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72125"/>
            <a:ext cx="247650" cy="238125"/>
          </a:xfrm>
          <a:custGeom xmlns:a="http://schemas.openxmlformats.org/drawingml/2006/main">
            <a:pathLst>
              <a:path w="247650" h="238125">
                <a:moveTo>
                  <a:pt x="0" y="238125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74" name="line-217">
            <a:extLst xmlns:a="http://schemas.openxmlformats.org/drawingml/2006/main">
              <a:ext uri="{FF2B5EF4-FFF2-40B4-BE49-F238E27FC236}">
                <a16:creationId xmlns:a16="http://schemas.microsoft.com/office/drawing/2014/main" id="{3499B561-F190-4189-B4EE-9D5C43D8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72125"/>
            <a:ext cx="952500" cy="238125"/>
          </a:xfrm>
          <a:custGeom xmlns:a="http://schemas.openxmlformats.org/drawingml/2006/main">
            <a:pathLst>
              <a:path w="952500" h="238125">
                <a:moveTo>
                  <a:pt x="95250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75" name="line-218">
            <a:extLst xmlns:a="http://schemas.openxmlformats.org/drawingml/2006/main">
              <a:ext uri="{FF2B5EF4-FFF2-40B4-BE49-F238E27FC236}">
                <a16:creationId xmlns:a16="http://schemas.microsoft.com/office/drawing/2014/main" id="{6748E49B-412B-41C4-BF1B-D6F247D5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72125"/>
            <a:ext cx="533400" cy="238125"/>
          </a:xfrm>
          <a:custGeom xmlns:a="http://schemas.openxmlformats.org/drawingml/2006/main">
            <a:pathLst>
              <a:path w="533400" h="238125">
                <a:moveTo>
                  <a:pt x="53340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76" name="line-219">
            <a:extLst xmlns:a="http://schemas.openxmlformats.org/drawingml/2006/main">
              <a:ext uri="{FF2B5EF4-FFF2-40B4-BE49-F238E27FC236}">
                <a16:creationId xmlns:a16="http://schemas.microsoft.com/office/drawing/2014/main" id="{1BB9D54D-D530-4BCC-832F-63239F73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72125"/>
            <a:ext cx="114300" cy="238125"/>
          </a:xfrm>
          <a:custGeom xmlns:a="http://schemas.openxmlformats.org/drawingml/2006/main">
            <a:pathLst>
              <a:path w="114300" h="238125">
                <a:moveTo>
                  <a:pt x="11430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3C3B6"/>
            </a:solidFill>
            <a:prstDash val="solid"/>
          </a:ln>
        </p:spPr>
      </p:sp>
      <p:sp>
        <p:nvSpPr>
          <p:cNvPr id="47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699AEFC-7972-45D7-9BC8-272CCB3D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185" y="600456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7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33800459-AC89-416D-8209-B37C4C39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5" y="600456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7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4520C1F-8EA6-45D5-8029-127A7DE5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385" y="600456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8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A982EA1-350F-4CA1-B784-4D34FAD5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310" y="5766435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8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A8CEE37-317C-4310-9E0B-8FA94EC4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60" y="5766435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8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BABD904-D666-4685-88D7-DD5A396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735" y="5766435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8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16564015-2CB2-4BD2-9824-BB818339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5766435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8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FE08D32-A5D7-4131-A7A6-C1411F2C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185" y="552831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8358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8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F23E71F-B4FC-499F-9BD9-107B8B63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5" y="552831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8358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8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DD7273FA-4776-4BB7-BB8C-DAF2C946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385" y="5528310"/>
            <a:ext cx="87630" cy="87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8358"/>
          </a:solidFill>
          <a:ln xmlns:a="http://schemas.openxmlformats.org/drawingml/2006/main" w="13335">
            <a:solidFill>
              <a:srgbClr val="B48358"/>
            </a:solidFill>
          </a:ln>
        </p:spPr>
      </p:sp>
      <p:sp>
        <p:nvSpPr>
          <p:cNvPr id="487" name="line-220">
            <a:extLst xmlns:a="http://schemas.openxmlformats.org/drawingml/2006/main">
              <a:ext uri="{FF2B5EF4-FFF2-40B4-BE49-F238E27FC236}">
                <a16:creationId xmlns:a16="http://schemas.microsoft.com/office/drawing/2014/main" id="{F9CB23B0-5423-4E90-98F3-6F9F0DA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105525"/>
            <a:ext cx="95" cy="523875"/>
          </a:xfrm>
          <a:custGeom xmlns:a="http://schemas.openxmlformats.org/drawingml/2006/main">
            <a:pathLst>
              <a:path w="95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88" name="line-221">
            <a:extLst xmlns:a="http://schemas.openxmlformats.org/drawingml/2006/main">
              <a:ext uri="{FF2B5EF4-FFF2-40B4-BE49-F238E27FC236}">
                <a16:creationId xmlns:a16="http://schemas.microsoft.com/office/drawing/2014/main" id="{53B24EB0-6706-4038-8B5D-3F8A8E82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10552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0"/>
                </a:moveTo>
                <a:lnTo>
                  <a:pt x="30789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89" name="line-222">
            <a:extLst xmlns:a="http://schemas.openxmlformats.org/drawingml/2006/main">
              <a:ext uri="{FF2B5EF4-FFF2-40B4-BE49-F238E27FC236}">
                <a16:creationId xmlns:a16="http://schemas.microsoft.com/office/drawing/2014/main" id="{65FD46A3-B84F-4CA5-A5C2-BBAA9CA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11" y="610552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0"/>
                </a:moveTo>
                <a:lnTo>
                  <a:pt x="0" y="591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90" name="line-223">
            <a:extLst xmlns:a="http://schemas.openxmlformats.org/drawingml/2006/main">
              <a:ext uri="{FF2B5EF4-FFF2-40B4-BE49-F238E27FC236}">
                <a16:creationId xmlns:a16="http://schemas.microsoft.com/office/drawing/2014/main" id="{5510108C-673D-40A9-B604-EE0D30AF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14900"/>
            <a:ext cx="95" cy="609600"/>
          </a:xfrm>
          <a:custGeom xmlns:a="http://schemas.openxmlformats.org/drawingml/2006/main">
            <a:pathLst>
              <a:path w="95" h="609600">
                <a:moveTo>
                  <a:pt x="0" y="609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91" name="line-224">
            <a:extLst xmlns:a="http://schemas.openxmlformats.org/drawingml/2006/main">
              <a:ext uri="{FF2B5EF4-FFF2-40B4-BE49-F238E27FC236}">
                <a16:creationId xmlns:a16="http://schemas.microsoft.com/office/drawing/2014/main" id="{7008CE5D-3F22-4ED0-9094-70DBD22E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914900"/>
            <a:ext cx="2143125" cy="95"/>
          </a:xfrm>
          <a:custGeom xmlns:a="http://schemas.openxmlformats.org/drawingml/2006/main">
            <a:pathLst>
              <a:path w="2143125" h="95">
                <a:moveTo>
                  <a:pt x="2143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92" name="line-225">
            <a:extLst xmlns:a="http://schemas.openxmlformats.org/drawingml/2006/main">
              <a:ext uri="{FF2B5EF4-FFF2-40B4-BE49-F238E27FC236}">
                <a16:creationId xmlns:a16="http://schemas.microsoft.com/office/drawing/2014/main" id="{FC9F82FF-70FE-4D47-87AB-0FBA54BD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884111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93" name="line-226">
            <a:extLst xmlns:a="http://schemas.openxmlformats.org/drawingml/2006/main">
              <a:ext uri="{FF2B5EF4-FFF2-40B4-BE49-F238E27FC236}">
                <a16:creationId xmlns:a16="http://schemas.microsoft.com/office/drawing/2014/main" id="{2A9CA9E5-96E6-4410-9A2D-E1725237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914900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494" name="Geographic-attention detail">
            <a:extLst xmlns:a="http://schemas.openxmlformats.org/drawingml/2006/main">
              <a:ext uri="{FF2B5EF4-FFF2-40B4-BE49-F238E27FC236}">
                <a16:creationId xmlns:a16="http://schemas.microsoft.com/office/drawing/2014/main" id="{E1A0B71D-4460-4944-8C9B-0F454793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90950"/>
            <a:ext cx="4905375" cy="7200900"/>
          </a:xfrm>
          <a:prstGeom xmlns:a="http://schemas.openxmlformats.org/drawingml/2006/main" prst="roundRect">
            <a:avLst>
              <a:gd name="adj" fmla="val 5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2A39"/>
            </a:solidFill>
            <a:prstDash val="dash"/>
          </a:ln>
        </p:spPr>
      </p:sp>
      <p:sp>
        <p:nvSpPr>
          <p:cNvPr id="495" name="(b) Delay-conditioned geographic attention">
            <a:extLst xmlns:a="http://schemas.openxmlformats.org/drawingml/2006/main">
              <a:ext uri="{FF2B5EF4-FFF2-40B4-BE49-F238E27FC236}">
                <a16:creationId xmlns:a16="http://schemas.microsoft.com/office/drawing/2014/main" id="{7874CC25-001A-4243-A88B-6B482F0A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924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(b) Delay-conditioned geographic attention</a:t>
            </a:r>
          </a:p>
        </p:txBody>
      </p:sp>
      <p:sp>
        <p:nvSpPr>
          <p:cNvPr id="496" name="History patch">
            <a:extLst xmlns:a="http://schemas.openxmlformats.org/drawingml/2006/main">
              <a:ext uri="{FF2B5EF4-FFF2-40B4-BE49-F238E27FC236}">
                <a16:creationId xmlns:a16="http://schemas.microsoft.com/office/drawing/2014/main" id="{15C24A51-67AD-4D82-A6F7-172CF74C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44577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History patch</a:t>
            </a:r>
          </a:p>
        </p:txBody>
      </p:sp>
      <p:sp>
        <p:nvSpPr>
          <p:cNvPr id="497" name="line-227">
            <a:extLst xmlns:a="http://schemas.openxmlformats.org/drawingml/2006/main">
              <a:ext uri="{FF2B5EF4-FFF2-40B4-BE49-F238E27FC236}">
                <a16:creationId xmlns:a16="http://schemas.microsoft.com/office/drawing/2014/main" id="{70F2BCE6-6654-4C92-8A8D-2071AAF3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219700"/>
            <a:ext cx="1200150" cy="95"/>
          </a:xfrm>
          <a:custGeom xmlns:a="http://schemas.openxmlformats.org/drawingml/2006/main">
            <a:pathLst>
              <a:path w="1200150" h="9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498" name="line-228">
            <a:extLst xmlns:a="http://schemas.openxmlformats.org/drawingml/2006/main">
              <a:ext uri="{FF2B5EF4-FFF2-40B4-BE49-F238E27FC236}">
                <a16:creationId xmlns:a16="http://schemas.microsoft.com/office/drawing/2014/main" id="{AF103C7E-FAEC-4626-9099-462D64CC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876800"/>
            <a:ext cx="600075" cy="257175"/>
          </a:xfrm>
          <a:custGeom xmlns:a="http://schemas.openxmlformats.org/drawingml/2006/main">
            <a:pathLst>
              <a:path w="600075" h="257175">
                <a:moveTo>
                  <a:pt x="0" y="257175"/>
                </a:moveTo>
                <a:lnTo>
                  <a:pt x="600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5768D"/>
            </a:solidFill>
            <a:prstDash val="solid"/>
          </a:ln>
        </p:spPr>
      </p:sp>
      <p:sp>
        <p:nvSpPr>
          <p:cNvPr id="499" name="line-229">
            <a:extLst xmlns:a="http://schemas.openxmlformats.org/drawingml/2006/main">
              <a:ext uri="{FF2B5EF4-FFF2-40B4-BE49-F238E27FC236}">
                <a16:creationId xmlns:a16="http://schemas.microsoft.com/office/drawing/2014/main" id="{DD862250-CE02-4D19-8F56-0DC7C64B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4876800"/>
            <a:ext cx="600075" cy="137160"/>
          </a:xfrm>
          <a:custGeom xmlns:a="http://schemas.openxmlformats.org/drawingml/2006/main">
            <a:pathLst>
              <a:path w="600075" h="137160">
                <a:moveTo>
                  <a:pt x="0" y="0"/>
                </a:moveTo>
                <a:lnTo>
                  <a:pt x="600075" y="13716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5768D"/>
            </a:solidFill>
            <a:prstDash val="solid"/>
          </a:ln>
        </p:spPr>
      </p:sp>
      <p:sp>
        <p:nvSpPr>
          <p:cNvPr id="50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B790A9C-733E-45F1-879C-86D60D64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393" y="511206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68D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50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86C2A317-45B2-4F17-8D18-2012FE55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4468" y="485489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68D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50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CF0B05F-998B-46D3-963B-8AA89814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543" y="499205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68D"/>
          </a:solidFill>
          <a:ln xmlns:a="http://schemas.openxmlformats.org/drawingml/2006/main" w="13335">
            <a:solidFill>
              <a:srgbClr val="55768D"/>
            </a:solidFill>
          </a:ln>
        </p:spPr>
      </p:sp>
      <p:sp>
        <p:nvSpPr>
          <p:cNvPr id="503" name="Pattern bank (16)">
            <a:extLst xmlns:a="http://schemas.openxmlformats.org/drawingml/2006/main">
              <a:ext uri="{FF2B5EF4-FFF2-40B4-BE49-F238E27FC236}">
                <a16:creationId xmlns:a16="http://schemas.microsoft.com/office/drawing/2014/main" id="{CABFF25B-D3A6-4466-BC96-F7FC6875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457700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Pattern bank (16)</a:t>
            </a:r>
          </a:p>
        </p:txBody>
      </p:sp>
      <p:sp>
        <p:nvSpPr>
          <p:cNvPr id="504" name="line-230">
            <a:extLst xmlns:a="http://schemas.openxmlformats.org/drawingml/2006/main">
              <a:ext uri="{FF2B5EF4-FFF2-40B4-BE49-F238E27FC236}">
                <a16:creationId xmlns:a16="http://schemas.microsoft.com/office/drawing/2014/main" id="{44B1AAE9-9BF2-46C8-B003-049968C5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93395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05" name="line-231">
            <a:extLst xmlns:a="http://schemas.openxmlformats.org/drawingml/2006/main">
              <a:ext uri="{FF2B5EF4-FFF2-40B4-BE49-F238E27FC236}">
                <a16:creationId xmlns:a16="http://schemas.microsoft.com/office/drawing/2014/main" id="{EB9E74D4-D13E-4990-9E14-4C42AFA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812030"/>
            <a:ext cx="228600" cy="106680"/>
          </a:xfrm>
          <a:custGeom xmlns:a="http://schemas.openxmlformats.org/drawingml/2006/main">
            <a:pathLst>
              <a:path w="228600" h="106680">
                <a:moveTo>
                  <a:pt x="0" y="10668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06" name="line-232">
            <a:extLst xmlns:a="http://schemas.openxmlformats.org/drawingml/2006/main">
              <a:ext uri="{FF2B5EF4-FFF2-40B4-BE49-F238E27FC236}">
                <a16:creationId xmlns:a16="http://schemas.microsoft.com/office/drawing/2014/main" id="{41DBD080-A43F-4D13-9AB5-91F64F26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4812030"/>
            <a:ext cx="228600" cy="76200"/>
          </a:xfrm>
          <a:custGeom xmlns:a="http://schemas.openxmlformats.org/drawingml/2006/main">
            <a:pathLst>
              <a:path w="228600" h="76200">
                <a:moveTo>
                  <a:pt x="0" y="0"/>
                </a:moveTo>
                <a:lnTo>
                  <a:pt x="2286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0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772C0ED-7C84-41E3-A84A-34A2BF91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343" y="489680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0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AE189FF-7656-4E4C-85DF-49C47785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943" y="479012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0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47050FB-C49B-437D-BE4F-038F0B70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8543" y="486632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10" name="line-233">
            <a:extLst xmlns:a="http://schemas.openxmlformats.org/drawingml/2006/main">
              <a:ext uri="{FF2B5EF4-FFF2-40B4-BE49-F238E27FC236}">
                <a16:creationId xmlns:a16="http://schemas.microsoft.com/office/drawing/2014/main" id="{30B3C1B0-6579-401F-BED7-6E23809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493395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11" name="line-234">
            <a:extLst xmlns:a="http://schemas.openxmlformats.org/drawingml/2006/main">
              <a:ext uri="{FF2B5EF4-FFF2-40B4-BE49-F238E27FC236}">
                <a16:creationId xmlns:a16="http://schemas.microsoft.com/office/drawing/2014/main" id="{1404862C-2F2E-4091-8C4B-A1A80B8B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4827270"/>
            <a:ext cx="228600" cy="30480"/>
          </a:xfrm>
          <a:custGeom xmlns:a="http://schemas.openxmlformats.org/drawingml/2006/main">
            <a:pathLst>
              <a:path w="228600" h="30480">
                <a:moveTo>
                  <a:pt x="0" y="0"/>
                </a:moveTo>
                <a:lnTo>
                  <a:pt x="228600" y="3048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12" name="line-235">
            <a:extLst xmlns:a="http://schemas.openxmlformats.org/drawingml/2006/main">
              <a:ext uri="{FF2B5EF4-FFF2-40B4-BE49-F238E27FC236}">
                <a16:creationId xmlns:a16="http://schemas.microsoft.com/office/drawing/2014/main" id="{39E218AB-7350-4C1D-BB8B-1012A84C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4857750"/>
            <a:ext cx="228600" cy="45720"/>
          </a:xfrm>
          <a:custGeom xmlns:a="http://schemas.openxmlformats.org/drawingml/2006/main">
            <a:pathLst>
              <a:path w="228600" h="45720">
                <a:moveTo>
                  <a:pt x="0" y="0"/>
                </a:moveTo>
                <a:lnTo>
                  <a:pt x="228600" y="4572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1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FE3C1B0-A143-42A8-8674-8297CF2A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518" y="480536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1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9DACF07F-76E9-4DCD-B3E4-62F0AC42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8118" y="48358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1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D069FE11-27F6-46FD-A808-E7D4EFCB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718" y="488156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16" name="line-236">
            <a:extLst xmlns:a="http://schemas.openxmlformats.org/drawingml/2006/main">
              <a:ext uri="{FF2B5EF4-FFF2-40B4-BE49-F238E27FC236}">
                <a16:creationId xmlns:a16="http://schemas.microsoft.com/office/drawing/2014/main" id="{708B6B54-F4D7-4006-A5AB-5C226DF6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493395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17" name="line-237">
            <a:extLst xmlns:a="http://schemas.openxmlformats.org/drawingml/2006/main">
              <a:ext uri="{FF2B5EF4-FFF2-40B4-BE49-F238E27FC236}">
                <a16:creationId xmlns:a16="http://schemas.microsoft.com/office/drawing/2014/main" id="{FB958A80-20BA-4DF0-A89D-38958461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4880610"/>
            <a:ext cx="228600" cy="38100"/>
          </a:xfrm>
          <a:custGeom xmlns:a="http://schemas.openxmlformats.org/drawingml/2006/main">
            <a:pathLst>
              <a:path w="228600" h="38100">
                <a:moveTo>
                  <a:pt x="0" y="381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18" name="line-238">
            <a:extLst xmlns:a="http://schemas.openxmlformats.org/drawingml/2006/main">
              <a:ext uri="{FF2B5EF4-FFF2-40B4-BE49-F238E27FC236}">
                <a16:creationId xmlns:a16="http://schemas.microsoft.com/office/drawing/2014/main" id="{2A9FC175-F6C4-47F8-9E00-EF0DBC4A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4804410"/>
            <a:ext cx="228600" cy="76200"/>
          </a:xfrm>
          <a:custGeom xmlns:a="http://schemas.openxmlformats.org/drawingml/2006/main">
            <a:pathLst>
              <a:path w="228600" h="76200">
                <a:moveTo>
                  <a:pt x="0" y="762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1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58357E61-4299-44E9-AE82-452AB07B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7693" y="489680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2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8970678E-3751-4C9A-ADBC-F8E4B14C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293" y="485870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2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37AAC907-E81D-4978-BC83-DF1E81EA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4893" y="478250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22" name="line-239">
            <a:extLst xmlns:a="http://schemas.openxmlformats.org/drawingml/2006/main">
              <a:ext uri="{FF2B5EF4-FFF2-40B4-BE49-F238E27FC236}">
                <a16:creationId xmlns:a16="http://schemas.microsoft.com/office/drawing/2014/main" id="{F8028FE9-101D-4FD4-852F-40267597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15302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23" name="line-240">
            <a:extLst xmlns:a="http://schemas.openxmlformats.org/drawingml/2006/main">
              <a:ext uri="{FF2B5EF4-FFF2-40B4-BE49-F238E27FC236}">
                <a16:creationId xmlns:a16="http://schemas.microsoft.com/office/drawing/2014/main" id="{F05096A5-339A-4135-A4A9-ECE48D8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114925"/>
            <a:ext cx="228600" cy="7620"/>
          </a:xfrm>
          <a:custGeom xmlns:a="http://schemas.openxmlformats.org/drawingml/2006/main">
            <a:pathLst>
              <a:path w="228600" h="7620">
                <a:moveTo>
                  <a:pt x="0" y="762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24" name="line-241">
            <a:extLst xmlns:a="http://schemas.openxmlformats.org/drawingml/2006/main">
              <a:ext uri="{FF2B5EF4-FFF2-40B4-BE49-F238E27FC236}">
                <a16:creationId xmlns:a16="http://schemas.microsoft.com/office/drawing/2014/main" id="{FB74F489-00B5-417A-8B6E-D78A0565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5053965"/>
            <a:ext cx="228600" cy="60960"/>
          </a:xfrm>
          <a:custGeom xmlns:a="http://schemas.openxmlformats.org/drawingml/2006/main">
            <a:pathLst>
              <a:path w="228600" h="60960">
                <a:moveTo>
                  <a:pt x="0" y="6096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2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B383E64-B728-4F5A-86B0-52B27F4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343" y="510063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2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E3667FD-470E-44E4-8641-BF2FEEA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943" y="509301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2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374B6474-8734-4F89-95B0-D7EC3322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8543" y="503205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28" name="line-242">
            <a:extLst xmlns:a="http://schemas.openxmlformats.org/drawingml/2006/main">
              <a:ext uri="{FF2B5EF4-FFF2-40B4-BE49-F238E27FC236}">
                <a16:creationId xmlns:a16="http://schemas.microsoft.com/office/drawing/2014/main" id="{FAF8DBE6-6E1C-4189-AB8A-3171A897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515302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29" name="line-243">
            <a:extLst xmlns:a="http://schemas.openxmlformats.org/drawingml/2006/main">
              <a:ext uri="{FF2B5EF4-FFF2-40B4-BE49-F238E27FC236}">
                <a16:creationId xmlns:a16="http://schemas.microsoft.com/office/drawing/2014/main" id="{C880D03C-FA87-46CE-BEBA-D5AF7EF8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5046345"/>
            <a:ext cx="228600" cy="91440"/>
          </a:xfrm>
          <a:custGeom xmlns:a="http://schemas.openxmlformats.org/drawingml/2006/main">
            <a:pathLst>
              <a:path w="228600" h="91440">
                <a:moveTo>
                  <a:pt x="0" y="0"/>
                </a:moveTo>
                <a:lnTo>
                  <a:pt x="228600" y="9144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30" name="line-244">
            <a:extLst xmlns:a="http://schemas.openxmlformats.org/drawingml/2006/main">
              <a:ext uri="{FF2B5EF4-FFF2-40B4-BE49-F238E27FC236}">
                <a16:creationId xmlns:a16="http://schemas.microsoft.com/office/drawing/2014/main" id="{80890E69-859F-48B5-85F7-B1A7C55E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5031105"/>
            <a:ext cx="228600" cy="106680"/>
          </a:xfrm>
          <a:custGeom xmlns:a="http://schemas.openxmlformats.org/drawingml/2006/main">
            <a:pathLst>
              <a:path w="228600" h="106680">
                <a:moveTo>
                  <a:pt x="0" y="10668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3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A910E79-21FF-449D-BE2E-948456A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518" y="502443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32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623145B9-D5A2-43F4-9F23-F33DF035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8118" y="511587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3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1FA7D545-CC0A-46EC-9BFA-0AFFC59D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718" y="500919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34" name="line-245">
            <a:extLst xmlns:a="http://schemas.openxmlformats.org/drawingml/2006/main">
              <a:ext uri="{FF2B5EF4-FFF2-40B4-BE49-F238E27FC236}">
                <a16:creationId xmlns:a16="http://schemas.microsoft.com/office/drawing/2014/main" id="{4E807298-4EAD-455E-B5F4-C66650DD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15302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35" name="line-246">
            <a:extLst xmlns:a="http://schemas.openxmlformats.org/drawingml/2006/main">
              <a:ext uri="{FF2B5EF4-FFF2-40B4-BE49-F238E27FC236}">
                <a16:creationId xmlns:a16="http://schemas.microsoft.com/office/drawing/2014/main" id="{839C2467-C9D4-470D-8366-E56C11C7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031105"/>
            <a:ext cx="228600" cy="15240"/>
          </a:xfrm>
          <a:custGeom xmlns:a="http://schemas.openxmlformats.org/drawingml/2006/main">
            <a:pathLst>
              <a:path w="228600" h="15240">
                <a:moveTo>
                  <a:pt x="0" y="0"/>
                </a:moveTo>
                <a:lnTo>
                  <a:pt x="228600" y="1524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36" name="line-247">
            <a:extLst xmlns:a="http://schemas.openxmlformats.org/drawingml/2006/main">
              <a:ext uri="{FF2B5EF4-FFF2-40B4-BE49-F238E27FC236}">
                <a16:creationId xmlns:a16="http://schemas.microsoft.com/office/drawing/2014/main" id="{83A9F023-EAA5-418E-9CED-8F5A5FBD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5046345"/>
            <a:ext cx="228600" cy="76200"/>
          </a:xfrm>
          <a:custGeom xmlns:a="http://schemas.openxmlformats.org/drawingml/2006/main">
            <a:pathLst>
              <a:path w="228600" h="76200">
                <a:moveTo>
                  <a:pt x="0" y="0"/>
                </a:moveTo>
                <a:lnTo>
                  <a:pt x="2286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3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ADC5193C-C3AF-4DA3-B356-F67001A8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7693" y="500919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38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3C1FEC53-4151-4EE8-9AB2-E0E3AA92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293" y="502443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3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B4B44773-C7BF-433C-A0A3-52BE429A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4893" y="5100638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40" name="line-248">
            <a:extLst xmlns:a="http://schemas.openxmlformats.org/drawingml/2006/main">
              <a:ext uri="{FF2B5EF4-FFF2-40B4-BE49-F238E27FC236}">
                <a16:creationId xmlns:a16="http://schemas.microsoft.com/office/drawing/2014/main" id="{B545BC50-33BD-4F45-A8EA-16EE3CB1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37210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41" name="line-249">
            <a:extLst xmlns:a="http://schemas.openxmlformats.org/drawingml/2006/main">
              <a:ext uri="{FF2B5EF4-FFF2-40B4-BE49-F238E27FC236}">
                <a16:creationId xmlns:a16="http://schemas.microsoft.com/office/drawing/2014/main" id="{130409B6-B6FE-40C7-8B99-7B1107FF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250180"/>
            <a:ext cx="228600" cy="106680"/>
          </a:xfrm>
          <a:custGeom xmlns:a="http://schemas.openxmlformats.org/drawingml/2006/main">
            <a:pathLst>
              <a:path w="228600" h="106680">
                <a:moveTo>
                  <a:pt x="0" y="10668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42" name="line-250">
            <a:extLst xmlns:a="http://schemas.openxmlformats.org/drawingml/2006/main">
              <a:ext uri="{FF2B5EF4-FFF2-40B4-BE49-F238E27FC236}">
                <a16:creationId xmlns:a16="http://schemas.microsoft.com/office/drawing/2014/main" id="{AEDCF893-8D97-46BC-8E15-E67DC5D0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5250180"/>
            <a:ext cx="228600" cy="15240"/>
          </a:xfrm>
          <a:custGeom xmlns:a="http://schemas.openxmlformats.org/drawingml/2006/main">
            <a:pathLst>
              <a:path w="228600" h="15240">
                <a:moveTo>
                  <a:pt x="0" y="0"/>
                </a:moveTo>
                <a:lnTo>
                  <a:pt x="228600" y="1524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43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F816404C-CF9F-4CA4-82D1-ACDBE54B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343" y="533495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44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453C7EF1-0C27-4286-AF5C-42470BC3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943" y="522827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4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C847FB1E-BBC4-4F7B-8590-D34201E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8543" y="524351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46" name="line-251">
            <a:extLst xmlns:a="http://schemas.openxmlformats.org/drawingml/2006/main">
              <a:ext uri="{FF2B5EF4-FFF2-40B4-BE49-F238E27FC236}">
                <a16:creationId xmlns:a16="http://schemas.microsoft.com/office/drawing/2014/main" id="{20223AD7-50F2-4A78-85EB-1D756CC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537210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47" name="line-252">
            <a:extLst xmlns:a="http://schemas.openxmlformats.org/drawingml/2006/main">
              <a:ext uri="{FF2B5EF4-FFF2-40B4-BE49-F238E27FC236}">
                <a16:creationId xmlns:a16="http://schemas.microsoft.com/office/drawing/2014/main" id="{1CF99ED1-0088-4C7B-B2F6-DE1D5AF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25" y="5280660"/>
            <a:ext cx="228600" cy="60960"/>
          </a:xfrm>
          <a:custGeom xmlns:a="http://schemas.openxmlformats.org/drawingml/2006/main">
            <a:pathLst>
              <a:path w="228600" h="60960">
                <a:moveTo>
                  <a:pt x="0" y="0"/>
                </a:moveTo>
                <a:lnTo>
                  <a:pt x="228600" y="6096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48" name="line-253">
            <a:extLst xmlns:a="http://schemas.openxmlformats.org/drawingml/2006/main">
              <a:ext uri="{FF2B5EF4-FFF2-40B4-BE49-F238E27FC236}">
                <a16:creationId xmlns:a16="http://schemas.microsoft.com/office/drawing/2014/main" id="{DE702518-2C55-4D4D-B279-57BA5F51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5341620"/>
            <a:ext cx="228600" cy="15240"/>
          </a:xfrm>
          <a:custGeom xmlns:a="http://schemas.openxmlformats.org/drawingml/2006/main">
            <a:pathLst>
              <a:path w="228600" h="15240">
                <a:moveTo>
                  <a:pt x="0" y="0"/>
                </a:moveTo>
                <a:lnTo>
                  <a:pt x="228600" y="1524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49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7261C504-9BBF-47FE-A5AB-4C15D84E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9518" y="525875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50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01EA27CF-5725-4093-BB10-6A0B54FF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8118" y="531971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51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97A179C0-9354-46C8-9684-6B44DEA7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718" y="533495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52" name="line-254">
            <a:extLst xmlns:a="http://schemas.openxmlformats.org/drawingml/2006/main">
              <a:ext uri="{FF2B5EF4-FFF2-40B4-BE49-F238E27FC236}">
                <a16:creationId xmlns:a16="http://schemas.microsoft.com/office/drawing/2014/main" id="{CB0AF3F5-906A-4307-919C-8632BA5D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372100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8C4CD"/>
            </a:solidFill>
            <a:prstDash val="solid"/>
          </a:ln>
        </p:spPr>
      </p:sp>
      <p:sp>
        <p:nvSpPr>
          <p:cNvPr id="553" name="line-255">
            <a:extLst xmlns:a="http://schemas.openxmlformats.org/drawingml/2006/main">
              <a:ext uri="{FF2B5EF4-FFF2-40B4-BE49-F238E27FC236}">
                <a16:creationId xmlns:a16="http://schemas.microsoft.com/office/drawing/2014/main" id="{514E7750-5B53-4A68-A0E7-BB16E762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5265420"/>
            <a:ext cx="228600" cy="45720"/>
          </a:xfrm>
          <a:custGeom xmlns:a="http://schemas.openxmlformats.org/drawingml/2006/main">
            <a:pathLst>
              <a:path w="228600" h="45720">
                <a:moveTo>
                  <a:pt x="0" y="4572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54" name="line-256">
            <a:extLst xmlns:a="http://schemas.openxmlformats.org/drawingml/2006/main">
              <a:ext uri="{FF2B5EF4-FFF2-40B4-BE49-F238E27FC236}">
                <a16:creationId xmlns:a16="http://schemas.microsoft.com/office/drawing/2014/main" id="{9C710E05-B229-44EB-ADA6-671A26D1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5265420"/>
            <a:ext cx="228600" cy="38100"/>
          </a:xfrm>
          <a:custGeom xmlns:a="http://schemas.openxmlformats.org/drawingml/2006/main">
            <a:pathLst>
              <a:path w="228600" h="38100">
                <a:moveTo>
                  <a:pt x="0" y="0"/>
                </a:moveTo>
                <a:lnTo>
                  <a:pt x="22860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555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239E5406-9ED8-4948-AE95-BF42DE1C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7693" y="528923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56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11F1FAD6-98C7-46F9-8E3A-36E79C5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6293" y="524351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57" name="resource node">
            <a:extLst xmlns:a="http://schemas.openxmlformats.org/drawingml/2006/main">
              <a:ext uri="{FF2B5EF4-FFF2-40B4-BE49-F238E27FC236}">
                <a16:creationId xmlns:a16="http://schemas.microsoft.com/office/drawing/2014/main" id="{8CD871D4-4EAC-400C-9A3F-896EFC3A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4893" y="528161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C64"/>
          </a:solidFill>
          <a:ln xmlns:a="http://schemas.openxmlformats.org/drawingml/2006/main" w="13335">
            <a:solidFill>
              <a:srgbClr val="527C64"/>
            </a:solidFill>
          </a:ln>
        </p:spPr>
      </p:sp>
      <p:sp>
        <p:nvSpPr>
          <p:cNvPr id="558" name="…">
            <a:extLst xmlns:a="http://schemas.openxmlformats.org/drawingml/2006/main">
              <a:ext uri="{FF2B5EF4-FFF2-40B4-BE49-F238E27FC236}">
                <a16:creationId xmlns:a16="http://schemas.microsoft.com/office/drawing/2014/main" id="{1C773F7C-8004-46BB-82F6-2C79467E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508635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559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E833956D-F768-451B-B9B4-1A75F7D9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0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2FF0231F-CB0C-465F-85DC-3E27D155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1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43072BF7-A48D-4C33-A0D2-02D6A085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2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A82268EA-F719-42B0-A828-741BF748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3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9121C95A-E5DC-411D-ABF3-92C3DB8B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4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374A061D-E59A-42EE-9AD2-D2EE4A5C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5" name="features-0-6">
            <a:extLst xmlns:a="http://schemas.openxmlformats.org/drawingml/2006/main">
              <a:ext uri="{FF2B5EF4-FFF2-40B4-BE49-F238E27FC236}">
                <a16:creationId xmlns:a16="http://schemas.microsoft.com/office/drawing/2014/main" id="{CD573885-3D06-4934-81D2-56807E54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6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E67EB81A-446E-4F30-AD7A-77F7F0E7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7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B14A064B-A64E-435C-BC58-0D478C8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8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5CFE5D75-5118-4F7C-A431-591F5B0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69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03A6E1C9-AA7E-4D5D-8FFE-A28E569B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0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3E5E14BB-234C-4937-9071-E5E67ECC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1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2BB85324-39C5-446C-8647-9B087C22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2" name="features-1-6">
            <a:extLst xmlns:a="http://schemas.openxmlformats.org/drawingml/2006/main">
              <a:ext uri="{FF2B5EF4-FFF2-40B4-BE49-F238E27FC236}">
                <a16:creationId xmlns:a16="http://schemas.microsoft.com/office/drawing/2014/main" id="{97151A6E-8F39-4959-A110-C8C1E6B9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3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CF848002-8EC9-4033-8269-1A37EDEB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4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635606C9-4DEF-4E3F-81C1-2038F09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5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2978F919-9F12-4468-88D8-613C0BB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6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E791A337-910A-41DB-B850-07D3A375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7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FFDA0371-4E64-41D5-AD92-D8849B8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8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E5EB6D69-2C8D-43E3-B778-3F54D0AA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79" name="features-2-6">
            <a:extLst xmlns:a="http://schemas.openxmlformats.org/drawingml/2006/main">
              <a:ext uri="{FF2B5EF4-FFF2-40B4-BE49-F238E27FC236}">
                <a16:creationId xmlns:a16="http://schemas.microsoft.com/office/drawing/2014/main" id="{18F7B438-0C7F-4F7D-9A4B-4B40A19F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0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E8F3FFF1-1EB4-40DD-9590-59B95028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1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DC3A7E7C-208E-44CB-901A-53826AD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2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5B1983E3-CB76-4992-8261-A4EDC35A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3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A12E7241-D1AE-4739-A058-5D4D496A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4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3CB65DE8-A3F9-4DDD-8C4C-880CACA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5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F4A86F3D-F3D5-4F20-8CC2-9D1707F7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6" name="features-3-6">
            <a:extLst xmlns:a="http://schemas.openxmlformats.org/drawingml/2006/main">
              <a:ext uri="{FF2B5EF4-FFF2-40B4-BE49-F238E27FC236}">
                <a16:creationId xmlns:a16="http://schemas.microsoft.com/office/drawing/2014/main" id="{02B6A733-5411-4C2B-8BF0-70B694B5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7" name="shape-257">
            <a:extLst xmlns:a="http://schemas.openxmlformats.org/drawingml/2006/main">
              <a:ext uri="{FF2B5EF4-FFF2-40B4-BE49-F238E27FC236}">
                <a16:creationId xmlns:a16="http://schemas.microsoft.com/office/drawing/2014/main" id="{A7BDA2E8-F10F-4395-922F-ECEDDEC8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657850"/>
            <a:ext cx="600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588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C2131902-EA13-48CB-9AA8-D736B3E8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89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D7900E70-7DD6-48F6-AB10-EC266472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0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76A537AD-B635-4270-BD9E-CA1E39AE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1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0202F54C-106E-422D-A31F-1FE7C9AE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2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7C6D4FA0-DA7D-41AF-AD6D-06F09917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3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E3B3A84B-4479-41AC-8489-47004E19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4" name="features-0-6">
            <a:extLst xmlns:a="http://schemas.openxmlformats.org/drawingml/2006/main">
              <a:ext uri="{FF2B5EF4-FFF2-40B4-BE49-F238E27FC236}">
                <a16:creationId xmlns:a16="http://schemas.microsoft.com/office/drawing/2014/main" id="{7770F4D0-201C-409C-994D-01040794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5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4B32434F-1435-450D-AFDB-61A9BFBC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6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3C65CEEF-8873-4155-863A-4941140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7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64BA72EE-AD69-4C95-86D7-0F198C94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8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42E056D9-AA49-4881-96A1-C3FCA254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599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68AC52D0-60C6-4094-B2AD-96F5B90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0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168461D4-AB52-4117-BB49-8E68D04D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1" name="features-1-6">
            <a:extLst xmlns:a="http://schemas.openxmlformats.org/drawingml/2006/main">
              <a:ext uri="{FF2B5EF4-FFF2-40B4-BE49-F238E27FC236}">
                <a16:creationId xmlns:a16="http://schemas.microsoft.com/office/drawing/2014/main" id="{94A4786D-B14E-4868-A073-6BA98C9F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2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310E9DA2-A854-4819-94DB-D1D4947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3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CE64ABF4-A113-4B89-9D62-54BCC419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4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1D60B061-E208-4125-954C-679EA15B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5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98199DFA-466B-47F5-846A-719DCE8D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6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57945E53-A3E2-4647-A70A-36275893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7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C0267AB2-1089-4975-8E93-F1C89B8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8" name="features-2-6">
            <a:extLst xmlns:a="http://schemas.openxmlformats.org/drawingml/2006/main">
              <a:ext uri="{FF2B5EF4-FFF2-40B4-BE49-F238E27FC236}">
                <a16:creationId xmlns:a16="http://schemas.microsoft.com/office/drawing/2014/main" id="{B3EAD527-8292-4DB5-B608-E674ED7F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09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8C46C4B9-56DF-43AB-BD35-23F25F6E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0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B5A5BAED-8468-4A18-9C48-AC38DD51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1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0C30075F-E50A-4807-9129-7885F8B7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2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5774987A-31FC-4095-A125-B3B67969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3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B172A98A-B1B0-4668-85C6-D5F3CF0F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4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B3BDD9EE-2C2A-4DCD-A687-B8B298CF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5" name="features-3-6">
            <a:extLst xmlns:a="http://schemas.openxmlformats.org/drawingml/2006/main">
              <a:ext uri="{FF2B5EF4-FFF2-40B4-BE49-F238E27FC236}">
                <a16:creationId xmlns:a16="http://schemas.microsoft.com/office/drawing/2014/main" id="{5AFC36BE-83FD-4D5B-BCEE-01E940B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6" name="shape-258">
            <a:extLst xmlns:a="http://schemas.openxmlformats.org/drawingml/2006/main">
              <a:ext uri="{FF2B5EF4-FFF2-40B4-BE49-F238E27FC236}">
                <a16:creationId xmlns:a16="http://schemas.microsoft.com/office/drawing/2014/main" id="{27E79A1A-627D-49A2-912C-E415121C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657850"/>
            <a:ext cx="600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617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81FAC957-DCC4-447A-AB5A-65E14710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8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A4A756D1-4AE6-4C1A-B87C-95AFD2E8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19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C3204F8A-1979-414F-A5D8-D16D7E12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0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5A334A13-DD9B-4935-A716-134976F1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1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4E2F235B-2EC3-47C4-816E-31C51B01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2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6019F432-89EA-4178-B2DC-EBDC18AF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025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3" name="features-0-6">
            <a:extLst xmlns:a="http://schemas.openxmlformats.org/drawingml/2006/main">
              <a:ext uri="{FF2B5EF4-FFF2-40B4-BE49-F238E27FC236}">
                <a16:creationId xmlns:a16="http://schemas.microsoft.com/office/drawing/2014/main" id="{613AFD99-41F0-4741-93A2-C7CFFB92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5657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4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A6BEB73C-416D-486D-BFD4-F3A55875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5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06C9A50B-D2BC-4554-8AF4-2EA111F8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6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0480AA1D-F4B9-422E-B862-7CC60387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7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40D86ECA-0AC2-491E-ACB0-D362AEA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8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097E6E3D-E001-4F33-A5B9-1881B20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29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F950087D-11DA-488F-BF4C-FBD2278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025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0" name="features-1-6">
            <a:extLst xmlns:a="http://schemas.openxmlformats.org/drawingml/2006/main">
              <a:ext uri="{FF2B5EF4-FFF2-40B4-BE49-F238E27FC236}">
                <a16:creationId xmlns:a16="http://schemas.microsoft.com/office/drawing/2014/main" id="{159A7549-ACBA-4AE1-B32C-907ADF08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5743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1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C258DE26-A116-427E-BB9F-454DF84C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2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1D0E5F05-E733-4CC7-9658-48F22F32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3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5A0539E3-15C1-419C-8A75-DF5398C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4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BA0A7DAE-6508-4D63-A1D7-811D7E30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5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254D36AE-10C1-4903-9FA1-C52C7BA8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6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8F92AF51-7996-4016-B57B-076E5B48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025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7" name="features-2-6">
            <a:extLst xmlns:a="http://schemas.openxmlformats.org/drawingml/2006/main">
              <a:ext uri="{FF2B5EF4-FFF2-40B4-BE49-F238E27FC236}">
                <a16:creationId xmlns:a16="http://schemas.microsoft.com/office/drawing/2014/main" id="{98FED0B9-193D-4508-B9B3-23786502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582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8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72E25038-2B50-4F94-A0B2-730F1DFE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39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E20DFC0E-B8CB-4178-9F34-985B522B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40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9EACD97F-5642-45AB-BC37-D92D97E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41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C4620556-DB91-4770-BB6C-2CEC865A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42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093EDCBD-BB20-4302-B2F5-88A1490F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43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F1DF53D0-1DEC-450F-8E1D-D1BBE44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025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44" name="features-3-6">
            <a:extLst xmlns:a="http://schemas.openxmlformats.org/drawingml/2006/main">
              <a:ext uri="{FF2B5EF4-FFF2-40B4-BE49-F238E27FC236}">
                <a16:creationId xmlns:a16="http://schemas.microsoft.com/office/drawing/2014/main" id="{1319BC91-56D7-4BE8-865F-9CF80480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5915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45" name="shape-259">
            <a:extLst xmlns:a="http://schemas.openxmlformats.org/drawingml/2006/main">
              <a:ext uri="{FF2B5EF4-FFF2-40B4-BE49-F238E27FC236}">
                <a16:creationId xmlns:a16="http://schemas.microsoft.com/office/drawing/2014/main" id="{252ED14E-FF04-4138-8587-4942FBBC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657850"/>
            <a:ext cx="600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646" name="Qp">
            <a:extLst xmlns:a="http://schemas.openxmlformats.org/drawingml/2006/main">
              <a:ext uri="{FF2B5EF4-FFF2-40B4-BE49-F238E27FC236}">
                <a16:creationId xmlns:a16="http://schemas.microsoft.com/office/drawing/2014/main" id="{3FDABDA1-3648-4FE1-A96D-3C616AC7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6057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Qp</a:t>
            </a:r>
          </a:p>
        </p:txBody>
      </p:sp>
      <p:sp>
        <p:nvSpPr>
          <p:cNvPr id="647" name="Kp">
            <a:extLst xmlns:a="http://schemas.openxmlformats.org/drawingml/2006/main">
              <a:ext uri="{FF2B5EF4-FFF2-40B4-BE49-F238E27FC236}">
                <a16:creationId xmlns:a16="http://schemas.microsoft.com/office/drawing/2014/main" id="{A6D5C885-9353-4C59-91C3-43F3E7BA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6057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Kp</a:t>
            </a:r>
          </a:p>
        </p:txBody>
      </p:sp>
      <p:sp>
        <p:nvSpPr>
          <p:cNvPr id="648" name="Vp">
            <a:extLst xmlns:a="http://schemas.openxmlformats.org/drawingml/2006/main">
              <a:ext uri="{FF2B5EF4-FFF2-40B4-BE49-F238E27FC236}">
                <a16:creationId xmlns:a16="http://schemas.microsoft.com/office/drawing/2014/main" id="{CE793ED9-DA5C-466B-B6BF-E1A33211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60579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Vp</a:t>
            </a:r>
          </a:p>
        </p:txBody>
      </p:sp>
      <p:sp>
        <p:nvSpPr>
          <p:cNvPr id="649" name="line-260">
            <a:extLst xmlns:a="http://schemas.openxmlformats.org/drawingml/2006/main">
              <a:ext uri="{FF2B5EF4-FFF2-40B4-BE49-F238E27FC236}">
                <a16:creationId xmlns:a16="http://schemas.microsoft.com/office/drawing/2014/main" id="{B7701793-A89E-4D56-944E-4D23FE97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86375"/>
            <a:ext cx="95" cy="190500"/>
          </a:xfrm>
          <a:custGeom xmlns:a="http://schemas.openxmlformats.org/drawingml/2006/main"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0" name="line-261">
            <a:extLst xmlns:a="http://schemas.openxmlformats.org/drawingml/2006/main">
              <a:ext uri="{FF2B5EF4-FFF2-40B4-BE49-F238E27FC236}">
                <a16:creationId xmlns:a16="http://schemas.microsoft.com/office/drawing/2014/main" id="{C998D13F-AD94-4C95-BC4E-A9731AF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476875"/>
            <a:ext cx="142875" cy="95"/>
          </a:xfrm>
          <a:custGeom xmlns:a="http://schemas.openxmlformats.org/drawingml/2006/main">
            <a:pathLst>
              <a:path w="142875" h="95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1" name="line-262">
            <a:extLst xmlns:a="http://schemas.openxmlformats.org/drawingml/2006/main">
              <a:ext uri="{FF2B5EF4-FFF2-40B4-BE49-F238E27FC236}">
                <a16:creationId xmlns:a16="http://schemas.microsoft.com/office/drawing/2014/main" id="{50611445-CACB-4947-AD77-AFD12FA1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476875"/>
            <a:ext cx="95" cy="180975"/>
          </a:xfrm>
          <a:custGeom xmlns:a="http://schemas.openxmlformats.org/drawingml/2006/main">
            <a:pathLst>
              <a:path w="9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2" name="line-263">
            <a:extLst xmlns:a="http://schemas.openxmlformats.org/drawingml/2006/main">
              <a:ext uri="{FF2B5EF4-FFF2-40B4-BE49-F238E27FC236}">
                <a16:creationId xmlns:a16="http://schemas.microsoft.com/office/drawing/2014/main" id="{3B700D55-54AB-4448-9C01-5ADE83DD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2711" y="55987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3" name="line-264">
            <a:extLst xmlns:a="http://schemas.openxmlformats.org/drawingml/2006/main">
              <a:ext uri="{FF2B5EF4-FFF2-40B4-BE49-F238E27FC236}">
                <a16:creationId xmlns:a16="http://schemas.microsoft.com/office/drawing/2014/main" id="{7C74B02E-3B82-42FA-8BAB-54A7BB4B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5987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4" name="line-265">
            <a:extLst xmlns:a="http://schemas.openxmlformats.org/drawingml/2006/main">
              <a:ext uri="{FF2B5EF4-FFF2-40B4-BE49-F238E27FC236}">
                <a16:creationId xmlns:a16="http://schemas.microsoft.com/office/drawing/2014/main" id="{51F510F9-2A20-410A-ACA7-B99A8BA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5400675"/>
            <a:ext cx="95" cy="104775"/>
          </a:xfrm>
          <a:custGeom xmlns:a="http://schemas.openxmlformats.org/drawingml/2006/main">
            <a:pathLst>
              <a:path w="9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5" name="line-266">
            <a:extLst xmlns:a="http://schemas.openxmlformats.org/drawingml/2006/main">
              <a:ext uri="{FF2B5EF4-FFF2-40B4-BE49-F238E27FC236}">
                <a16:creationId xmlns:a16="http://schemas.microsoft.com/office/drawing/2014/main" id="{5666C5E8-3EF0-4EE3-BD80-D472ED43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505450"/>
            <a:ext cx="1152525" cy="95"/>
          </a:xfrm>
          <a:custGeom xmlns:a="http://schemas.openxmlformats.org/drawingml/2006/main">
            <a:pathLst>
              <a:path w="1152525" h="95">
                <a:moveTo>
                  <a:pt x="1152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6" name="line-267">
            <a:extLst xmlns:a="http://schemas.openxmlformats.org/drawingml/2006/main">
              <a:ext uri="{FF2B5EF4-FFF2-40B4-BE49-F238E27FC236}">
                <a16:creationId xmlns:a16="http://schemas.microsoft.com/office/drawing/2014/main" id="{3E5ED48E-EB36-422B-93B3-0256C075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50545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7" name="line-268">
            <a:extLst xmlns:a="http://schemas.openxmlformats.org/drawingml/2006/main">
              <a:ext uri="{FF2B5EF4-FFF2-40B4-BE49-F238E27FC236}">
                <a16:creationId xmlns:a16="http://schemas.microsoft.com/office/drawing/2014/main" id="{34F8B69D-5FED-4BCF-BF12-30739B3B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0061" y="55987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8" name="line-269">
            <a:extLst xmlns:a="http://schemas.openxmlformats.org/drawingml/2006/main">
              <a:ext uri="{FF2B5EF4-FFF2-40B4-BE49-F238E27FC236}">
                <a16:creationId xmlns:a16="http://schemas.microsoft.com/office/drawing/2014/main" id="{48A7FA90-EC6A-4961-BA68-B1A66CD6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5987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59" name="line-270">
            <a:extLst xmlns:a="http://schemas.openxmlformats.org/drawingml/2006/main">
              <a:ext uri="{FF2B5EF4-FFF2-40B4-BE49-F238E27FC236}">
                <a16:creationId xmlns:a16="http://schemas.microsoft.com/office/drawing/2014/main" id="{8143CFCD-D300-4DC2-B437-29400C79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5505450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0" name="line-271">
            <a:extLst xmlns:a="http://schemas.openxmlformats.org/drawingml/2006/main">
              <a:ext uri="{FF2B5EF4-FFF2-40B4-BE49-F238E27FC236}">
                <a16:creationId xmlns:a16="http://schemas.microsoft.com/office/drawing/2014/main" id="{CC6535C8-75ED-4F9A-927A-F1DC3CE4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550545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1" name="line-272">
            <a:extLst xmlns:a="http://schemas.openxmlformats.org/drawingml/2006/main">
              <a:ext uri="{FF2B5EF4-FFF2-40B4-BE49-F238E27FC236}">
                <a16:creationId xmlns:a16="http://schemas.microsoft.com/office/drawing/2014/main" id="{5E29E4E0-2DF7-4B03-AFBA-8BFF64A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411" y="55987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2" name="line-273">
            <a:extLst xmlns:a="http://schemas.openxmlformats.org/drawingml/2006/main">
              <a:ext uri="{FF2B5EF4-FFF2-40B4-BE49-F238E27FC236}">
                <a16:creationId xmlns:a16="http://schemas.microsoft.com/office/drawing/2014/main" id="{4BF40413-82EB-4DFB-9381-B692824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55987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3" name="Linear">
            <a:extLst xmlns:a="http://schemas.openxmlformats.org/drawingml/2006/main">
              <a:ext uri="{FF2B5EF4-FFF2-40B4-BE49-F238E27FC236}">
                <a16:creationId xmlns:a16="http://schemas.microsoft.com/office/drawing/2014/main" id="{2C1BFE69-AC68-4B61-8C39-59E08BA7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391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0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B7079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664" name="softmax(Qp Kpᵀ / √d)">
            <a:extLst xmlns:a="http://schemas.openxmlformats.org/drawingml/2006/main">
              <a:ext uri="{FF2B5EF4-FFF2-40B4-BE49-F238E27FC236}">
                <a16:creationId xmlns:a16="http://schemas.microsoft.com/office/drawing/2014/main" id="{38F95D28-8EFE-4A8C-9AD7-0D52FE42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6477000"/>
            <a:ext cx="2600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665" name="softmax(Qp Kpᵀ / √d)">
            <a:extLst xmlns:a="http://schemas.openxmlformats.org/drawingml/2006/main">
              <a:ext uri="{FF2B5EF4-FFF2-40B4-BE49-F238E27FC236}">
                <a16:creationId xmlns:a16="http://schemas.microsoft.com/office/drawing/2014/main" id="{54FA4232-1F0A-46AC-95BD-8C2AA94D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49605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softmax(Qp Kpᵀ / √d)</a:t>
            </a:r>
          </a:p>
        </p:txBody>
      </p:sp>
      <p:sp>
        <p:nvSpPr>
          <p:cNvPr id="666" name="line-274">
            <a:extLst xmlns:a="http://schemas.openxmlformats.org/drawingml/2006/main">
              <a:ext uri="{FF2B5EF4-FFF2-40B4-BE49-F238E27FC236}">
                <a16:creationId xmlns:a16="http://schemas.microsoft.com/office/drawing/2014/main" id="{4C3AB6FF-6327-42EE-9FFB-ADBA281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019800"/>
            <a:ext cx="514350" cy="95"/>
          </a:xfrm>
          <a:custGeom xmlns:a="http://schemas.openxmlformats.org/drawingml/2006/main">
            <a:pathLst>
              <a:path w="514350" h="95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7" name="line-275">
            <a:extLst xmlns:a="http://schemas.openxmlformats.org/drawingml/2006/main">
              <a:ext uri="{FF2B5EF4-FFF2-40B4-BE49-F238E27FC236}">
                <a16:creationId xmlns:a16="http://schemas.microsoft.com/office/drawing/2014/main" id="{433A97EF-9912-4851-8D73-F26760C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019800"/>
            <a:ext cx="95" cy="657225"/>
          </a:xfrm>
          <a:custGeom xmlns:a="http://schemas.openxmlformats.org/drawingml/2006/main">
            <a:pathLst>
              <a:path w="9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8" name="line-276">
            <a:extLst xmlns:a="http://schemas.openxmlformats.org/drawingml/2006/main">
              <a:ext uri="{FF2B5EF4-FFF2-40B4-BE49-F238E27FC236}">
                <a16:creationId xmlns:a16="http://schemas.microsoft.com/office/drawing/2014/main" id="{C68ED059-4414-4079-854A-C8ABD4B8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677025"/>
            <a:ext cx="333375" cy="95"/>
          </a:xfrm>
          <a:custGeom xmlns:a="http://schemas.openxmlformats.org/drawingml/2006/main">
            <a:pathLst>
              <a:path w="333375" h="9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69" name="line-277">
            <a:extLst xmlns:a="http://schemas.openxmlformats.org/drawingml/2006/main">
              <a:ext uri="{FF2B5EF4-FFF2-40B4-BE49-F238E27FC236}">
                <a16:creationId xmlns:a16="http://schemas.microsoft.com/office/drawing/2014/main" id="{17AE0CCE-0153-48F3-B3F8-D05F1EE7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385" y="667702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0" name="line-278">
            <a:extLst xmlns:a="http://schemas.openxmlformats.org/drawingml/2006/main">
              <a:ext uri="{FF2B5EF4-FFF2-40B4-BE49-F238E27FC236}">
                <a16:creationId xmlns:a16="http://schemas.microsoft.com/office/drawing/2014/main" id="{213917F4-C980-4AEE-9A8B-034663C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385" y="664623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1" name="line-279">
            <a:extLst xmlns:a="http://schemas.openxmlformats.org/drawingml/2006/main">
              <a:ext uri="{FF2B5EF4-FFF2-40B4-BE49-F238E27FC236}">
                <a16:creationId xmlns:a16="http://schemas.microsoft.com/office/drawing/2014/main" id="{4EE6983B-E5E1-4D23-BDDF-20D00D45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6305550"/>
            <a:ext cx="95" cy="171450"/>
          </a:xfrm>
          <a:custGeom xmlns:a="http://schemas.openxmlformats.org/drawingml/2006/main"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2" name="line-280">
            <a:extLst xmlns:a="http://schemas.openxmlformats.org/drawingml/2006/main">
              <a:ext uri="{FF2B5EF4-FFF2-40B4-BE49-F238E27FC236}">
                <a16:creationId xmlns:a16="http://schemas.microsoft.com/office/drawing/2014/main" id="{932EA2B7-25F8-48A6-8A0E-F8B7CD2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0061" y="641786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3" name="line-281">
            <a:extLst xmlns:a="http://schemas.openxmlformats.org/drawingml/2006/main">
              <a:ext uri="{FF2B5EF4-FFF2-40B4-BE49-F238E27FC236}">
                <a16:creationId xmlns:a16="http://schemas.microsoft.com/office/drawing/2014/main" id="{D5578B2A-53B6-4611-9A4A-67B4B144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641786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4" name="line-282">
            <a:extLst xmlns:a="http://schemas.openxmlformats.org/drawingml/2006/main">
              <a:ext uri="{FF2B5EF4-FFF2-40B4-BE49-F238E27FC236}">
                <a16:creationId xmlns:a16="http://schemas.microsoft.com/office/drawing/2014/main" id="{7CFB2510-1CF4-4951-846B-1512FB5A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6877050"/>
            <a:ext cx="95" cy="276225"/>
          </a:xfrm>
          <a:custGeom xmlns:a="http://schemas.openxmlformats.org/drawingml/2006/main"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5" name="line-283">
            <a:extLst xmlns:a="http://schemas.openxmlformats.org/drawingml/2006/main">
              <a:ext uri="{FF2B5EF4-FFF2-40B4-BE49-F238E27FC236}">
                <a16:creationId xmlns:a16="http://schemas.microsoft.com/office/drawing/2014/main" id="{7236D9E5-82C0-41D9-8D25-E1A33076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7136" y="70941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6" name="line-284">
            <a:extLst xmlns:a="http://schemas.openxmlformats.org/drawingml/2006/main">
              <a:ext uri="{FF2B5EF4-FFF2-40B4-BE49-F238E27FC236}">
                <a16:creationId xmlns:a16="http://schemas.microsoft.com/office/drawing/2014/main" id="{1D7063E2-809E-4E18-832F-5B9B766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70941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77" name="vector-0-0">
            <a:extLst xmlns:a="http://schemas.openxmlformats.org/drawingml/2006/main">
              <a:ext uri="{FF2B5EF4-FFF2-40B4-BE49-F238E27FC236}">
                <a16:creationId xmlns:a16="http://schemas.microsoft.com/office/drawing/2014/main" id="{2872C9AE-EAC2-47C3-8247-88C8B22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78" name="vector-0-1">
            <a:extLst xmlns:a="http://schemas.openxmlformats.org/drawingml/2006/main">
              <a:ext uri="{FF2B5EF4-FFF2-40B4-BE49-F238E27FC236}">
                <a16:creationId xmlns:a16="http://schemas.microsoft.com/office/drawing/2014/main" id="{E200A0D7-C17A-4576-8836-F9824DED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79" name="vector-0-2">
            <a:extLst xmlns:a="http://schemas.openxmlformats.org/drawingml/2006/main">
              <a:ext uri="{FF2B5EF4-FFF2-40B4-BE49-F238E27FC236}">
                <a16:creationId xmlns:a16="http://schemas.microsoft.com/office/drawing/2014/main" id="{E7FA6B97-788E-4253-AA02-D4D34B8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0" name="vector-0-3">
            <a:extLst xmlns:a="http://schemas.openxmlformats.org/drawingml/2006/main">
              <a:ext uri="{FF2B5EF4-FFF2-40B4-BE49-F238E27FC236}">
                <a16:creationId xmlns:a16="http://schemas.microsoft.com/office/drawing/2014/main" id="{33E9C3DF-D0AE-4DEE-928D-A955F8C6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1" name="vector-0-4">
            <a:extLst xmlns:a="http://schemas.openxmlformats.org/drawingml/2006/main">
              <a:ext uri="{FF2B5EF4-FFF2-40B4-BE49-F238E27FC236}">
                <a16:creationId xmlns:a16="http://schemas.microsoft.com/office/drawing/2014/main" id="{E0C2F68B-67B7-4BAD-B0E0-2540DD3C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2" name="vector-0-5">
            <a:extLst xmlns:a="http://schemas.openxmlformats.org/drawingml/2006/main">
              <a:ext uri="{FF2B5EF4-FFF2-40B4-BE49-F238E27FC236}">
                <a16:creationId xmlns:a16="http://schemas.microsoft.com/office/drawing/2014/main" id="{F2FFDF5A-3115-4386-ADC0-EE35F442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3" name="vector-0-6">
            <a:extLst xmlns:a="http://schemas.openxmlformats.org/drawingml/2006/main">
              <a:ext uri="{FF2B5EF4-FFF2-40B4-BE49-F238E27FC236}">
                <a16:creationId xmlns:a16="http://schemas.microsoft.com/office/drawing/2014/main" id="{160A8093-51D1-4F50-8F7C-3DDCCF2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4" name="vector-0-7">
            <a:extLst xmlns:a="http://schemas.openxmlformats.org/drawingml/2006/main">
              <a:ext uri="{FF2B5EF4-FFF2-40B4-BE49-F238E27FC236}">
                <a16:creationId xmlns:a16="http://schemas.microsoft.com/office/drawing/2014/main" id="{10A8FD71-015E-4937-8C45-130E8CBE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5" name="vector-0-8">
            <a:extLst xmlns:a="http://schemas.openxmlformats.org/drawingml/2006/main">
              <a:ext uri="{FF2B5EF4-FFF2-40B4-BE49-F238E27FC236}">
                <a16:creationId xmlns:a16="http://schemas.microsoft.com/office/drawing/2014/main" id="{4D59BA0A-B2CF-46D8-98E0-2325DD05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6" name="vector-0-9">
            <a:extLst xmlns:a="http://schemas.openxmlformats.org/drawingml/2006/main">
              <a:ext uri="{FF2B5EF4-FFF2-40B4-BE49-F238E27FC236}">
                <a16:creationId xmlns:a16="http://schemas.microsoft.com/office/drawing/2014/main" id="{38E97EA8-FB75-4434-9939-2E00813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7" name="vector-0-10">
            <a:extLst xmlns:a="http://schemas.openxmlformats.org/drawingml/2006/main">
              <a:ext uri="{FF2B5EF4-FFF2-40B4-BE49-F238E27FC236}">
                <a16:creationId xmlns:a16="http://schemas.microsoft.com/office/drawing/2014/main" id="{26D1A1F8-43D6-43AB-AF87-729D2438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8" name="vector-0-11">
            <a:extLst xmlns:a="http://schemas.openxmlformats.org/drawingml/2006/main">
              <a:ext uri="{FF2B5EF4-FFF2-40B4-BE49-F238E27FC236}">
                <a16:creationId xmlns:a16="http://schemas.microsoft.com/office/drawing/2014/main" id="{3D407A0A-5929-4D90-808A-4D2C74B5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89" name="vector-0-12">
            <a:extLst xmlns:a="http://schemas.openxmlformats.org/drawingml/2006/main">
              <a:ext uri="{FF2B5EF4-FFF2-40B4-BE49-F238E27FC236}">
                <a16:creationId xmlns:a16="http://schemas.microsoft.com/office/drawing/2014/main" id="{3E1E88C3-A99A-47F2-95F2-165E3B51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0" name="vector-0-13">
            <a:extLst xmlns:a="http://schemas.openxmlformats.org/drawingml/2006/main">
              <a:ext uri="{FF2B5EF4-FFF2-40B4-BE49-F238E27FC236}">
                <a16:creationId xmlns:a16="http://schemas.microsoft.com/office/drawing/2014/main" id="{52DBE6A7-917C-4FCF-9BB4-23EF1371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1" name="vector-0-14">
            <a:extLst xmlns:a="http://schemas.openxmlformats.org/drawingml/2006/main">
              <a:ext uri="{FF2B5EF4-FFF2-40B4-BE49-F238E27FC236}">
                <a16:creationId xmlns:a16="http://schemas.microsoft.com/office/drawing/2014/main" id="{67935F24-30FD-4CFE-BAD1-F0800F0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2" name="vector-0-15">
            <a:extLst xmlns:a="http://schemas.openxmlformats.org/drawingml/2006/main">
              <a:ext uri="{FF2B5EF4-FFF2-40B4-BE49-F238E27FC236}">
                <a16:creationId xmlns:a16="http://schemas.microsoft.com/office/drawing/2014/main" id="{F3199E0F-4197-4ABE-869A-204D40C1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71532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693" name="shape-285">
            <a:extLst xmlns:a="http://schemas.openxmlformats.org/drawingml/2006/main">
              <a:ext uri="{FF2B5EF4-FFF2-40B4-BE49-F238E27FC236}">
                <a16:creationId xmlns:a16="http://schemas.microsoft.com/office/drawing/2014/main" id="{CA80CF6B-26E5-44E1-A737-191F9D9D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53275"/>
            <a:ext cx="2438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694" name="Matching weights">
            <a:extLst xmlns:a="http://schemas.openxmlformats.org/drawingml/2006/main">
              <a:ext uri="{FF2B5EF4-FFF2-40B4-BE49-F238E27FC236}">
                <a16:creationId xmlns:a16="http://schemas.microsoft.com/office/drawing/2014/main" id="{51F98713-EAE3-44CC-84EE-1366D258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3914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Matching weights</a:t>
            </a:r>
          </a:p>
        </p:txBody>
      </p:sp>
      <p:sp>
        <p:nvSpPr>
          <p:cNvPr id="695" name="operator-×">
            <a:extLst xmlns:a="http://schemas.openxmlformats.org/drawingml/2006/main">
              <a:ext uri="{FF2B5EF4-FFF2-40B4-BE49-F238E27FC236}">
                <a16:creationId xmlns:a16="http://schemas.microsoft.com/office/drawing/2014/main" id="{D23F44E5-2D28-48CF-A50D-31E28639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71151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696" name="×">
            <a:extLst xmlns:a="http://schemas.openxmlformats.org/drawingml/2006/main">
              <a:ext uri="{FF2B5EF4-FFF2-40B4-BE49-F238E27FC236}">
                <a16:creationId xmlns:a16="http://schemas.microsoft.com/office/drawing/2014/main" id="{B55BA216-68A4-4EBF-A3EC-76B4C9BE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71151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697" name="line-286">
            <a:extLst xmlns:a="http://schemas.openxmlformats.org/drawingml/2006/main">
              <a:ext uri="{FF2B5EF4-FFF2-40B4-BE49-F238E27FC236}">
                <a16:creationId xmlns:a16="http://schemas.microsoft.com/office/drawing/2014/main" id="{7C6BD985-D568-43CA-AE6E-6EC40B22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7229475"/>
            <a:ext cx="323850" cy="95"/>
          </a:xfrm>
          <a:custGeom xmlns:a="http://schemas.openxmlformats.org/drawingml/2006/main">
            <a:pathLst>
              <a:path w="323850" h="9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98" name="line-287">
            <a:extLst xmlns:a="http://schemas.openxmlformats.org/drawingml/2006/main">
              <a:ext uri="{FF2B5EF4-FFF2-40B4-BE49-F238E27FC236}">
                <a16:creationId xmlns:a16="http://schemas.microsoft.com/office/drawing/2014/main" id="{A11AC264-2943-4F0C-B443-D7CD7590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060" y="722947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699" name="line-288">
            <a:extLst xmlns:a="http://schemas.openxmlformats.org/drawingml/2006/main">
              <a:ext uri="{FF2B5EF4-FFF2-40B4-BE49-F238E27FC236}">
                <a16:creationId xmlns:a16="http://schemas.microsoft.com/office/drawing/2014/main" id="{4FF601EA-E120-4C80-9365-EA198FE9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7060" y="719868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00" name="line-289">
            <a:extLst xmlns:a="http://schemas.openxmlformats.org/drawingml/2006/main">
              <a:ext uri="{FF2B5EF4-FFF2-40B4-BE49-F238E27FC236}">
                <a16:creationId xmlns:a16="http://schemas.microsoft.com/office/drawing/2014/main" id="{3A0900DC-4CB9-486D-A7B0-717CC199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305550"/>
            <a:ext cx="95" cy="923925"/>
          </a:xfrm>
          <a:custGeom xmlns:a="http://schemas.openxmlformats.org/drawingml/2006/main">
            <a:pathLst>
              <a:path w="9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01" name="line-290">
            <a:extLst xmlns:a="http://schemas.openxmlformats.org/drawingml/2006/main">
              <a:ext uri="{FF2B5EF4-FFF2-40B4-BE49-F238E27FC236}">
                <a16:creationId xmlns:a16="http://schemas.microsoft.com/office/drawing/2014/main" id="{40E3E06A-DF80-4427-99B2-66C9A764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7229475"/>
            <a:ext cx="514350" cy="95"/>
          </a:xfrm>
          <a:custGeom xmlns:a="http://schemas.openxmlformats.org/drawingml/2006/main">
            <a:pathLst>
              <a:path w="514350" h="95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02" name="line-291">
            <a:extLst xmlns:a="http://schemas.openxmlformats.org/drawingml/2006/main">
              <a:ext uri="{FF2B5EF4-FFF2-40B4-BE49-F238E27FC236}">
                <a16:creationId xmlns:a16="http://schemas.microsoft.com/office/drawing/2014/main" id="{1EA97243-57A0-4F6E-8A06-BA61BA3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7198686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30789"/>
                </a:moveTo>
                <a:lnTo>
                  <a:pt x="59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03" name="line-292">
            <a:extLst xmlns:a="http://schemas.openxmlformats.org/drawingml/2006/main">
              <a:ext uri="{FF2B5EF4-FFF2-40B4-BE49-F238E27FC236}">
                <a16:creationId xmlns:a16="http://schemas.microsoft.com/office/drawing/2014/main" id="{1026A381-1B0A-47EB-879F-B078BA62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7229475"/>
            <a:ext cx="59140" cy="30789"/>
          </a:xfrm>
          <a:custGeom xmlns:a="http://schemas.openxmlformats.org/drawingml/2006/main">
            <a:pathLst>
              <a:path w="59140" h="30789">
                <a:moveTo>
                  <a:pt x="0" y="0"/>
                </a:moveTo>
                <a:lnTo>
                  <a:pt x="5914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704" name="line-293">
            <a:extLst xmlns:a="http://schemas.openxmlformats.org/drawingml/2006/main">
              <a:ext uri="{FF2B5EF4-FFF2-40B4-BE49-F238E27FC236}">
                <a16:creationId xmlns:a16="http://schemas.microsoft.com/office/drawing/2014/main" id="{13ACF58E-6B4A-4604-8377-9786DFC2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0025" y="7353300"/>
            <a:ext cx="95" cy="295275"/>
          </a:xfrm>
          <a:custGeom xmlns:a="http://schemas.openxmlformats.org/drawingml/2006/main">
            <a:pathLst>
              <a:path w="9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705" name="line-294">
            <a:extLst xmlns:a="http://schemas.openxmlformats.org/drawingml/2006/main">
              <a:ext uri="{FF2B5EF4-FFF2-40B4-BE49-F238E27FC236}">
                <a16:creationId xmlns:a16="http://schemas.microsoft.com/office/drawing/2014/main" id="{07AEB483-418E-4089-9867-6361724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648575"/>
            <a:ext cx="981075" cy="95"/>
          </a:xfrm>
          <a:custGeom xmlns:a="http://schemas.openxmlformats.org/drawingml/2006/main">
            <a:pathLst>
              <a:path w="981075" h="95">
                <a:moveTo>
                  <a:pt x="9810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706" name="line-295">
            <a:extLst xmlns:a="http://schemas.openxmlformats.org/drawingml/2006/main">
              <a:ext uri="{FF2B5EF4-FFF2-40B4-BE49-F238E27FC236}">
                <a16:creationId xmlns:a16="http://schemas.microsoft.com/office/drawing/2014/main" id="{C33CA451-D912-46B5-AAFD-FC0C9A42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648575"/>
            <a:ext cx="95" cy="438150"/>
          </a:xfrm>
          <a:custGeom xmlns:a="http://schemas.openxmlformats.org/drawingml/2006/main">
            <a:pathLst>
              <a:path w="9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707" name="line-296">
            <a:extLst xmlns:a="http://schemas.openxmlformats.org/drawingml/2006/main">
              <a:ext uri="{FF2B5EF4-FFF2-40B4-BE49-F238E27FC236}">
                <a16:creationId xmlns:a16="http://schemas.microsoft.com/office/drawing/2014/main" id="{6A89CF01-AB17-408E-B35F-676A2AD5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8161" y="802758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708" name="line-297">
            <a:extLst xmlns:a="http://schemas.openxmlformats.org/drawingml/2006/main">
              <a:ext uri="{FF2B5EF4-FFF2-40B4-BE49-F238E27FC236}">
                <a16:creationId xmlns:a16="http://schemas.microsoft.com/office/drawing/2014/main" id="{775F6463-2E88-4214-A7CA-58A52629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802758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709" name="C(pattern)">
            <a:extLst xmlns:a="http://schemas.openxmlformats.org/drawingml/2006/main">
              <a:ext uri="{FF2B5EF4-FFF2-40B4-BE49-F238E27FC236}">
                <a16:creationId xmlns:a16="http://schemas.microsoft.com/office/drawing/2014/main" id="{9BD1893E-0B2C-47F9-8E64-5D9B5BB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7477125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rPr>
              <a:t>C(pattern)</a:t>
            </a:r>
          </a:p>
        </p:txBody>
      </p:sp>
      <p:sp>
        <p:nvSpPr>
          <p:cNvPr id="710" name="Qg">
            <a:extLst xmlns:a="http://schemas.openxmlformats.org/drawingml/2006/main">
              <a:ext uri="{FF2B5EF4-FFF2-40B4-BE49-F238E27FC236}">
                <a16:creationId xmlns:a16="http://schemas.microsoft.com/office/drawing/2014/main" id="{A7681796-DFED-4FA3-A323-AD79B61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724775"/>
            <a:ext cx="771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Qg</a:t>
            </a:r>
          </a:p>
        </p:txBody>
      </p:sp>
      <p:sp>
        <p:nvSpPr>
          <p:cNvPr id="711" name="Kg">
            <a:extLst xmlns:a="http://schemas.openxmlformats.org/drawingml/2006/main">
              <a:ext uri="{FF2B5EF4-FFF2-40B4-BE49-F238E27FC236}">
                <a16:creationId xmlns:a16="http://schemas.microsoft.com/office/drawing/2014/main" id="{15E66C42-C284-4AD5-8AA9-C2E28651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724775"/>
            <a:ext cx="771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Kg</a:t>
            </a:r>
          </a:p>
        </p:txBody>
      </p:sp>
      <p:sp>
        <p:nvSpPr>
          <p:cNvPr id="712" name="K̃g">
            <a:extLst xmlns:a="http://schemas.openxmlformats.org/drawingml/2006/main">
              <a:ext uri="{FF2B5EF4-FFF2-40B4-BE49-F238E27FC236}">
                <a16:creationId xmlns:a16="http://schemas.microsoft.com/office/drawing/2014/main" id="{F36151F4-B9E9-4664-9D3A-E4674A25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724775"/>
            <a:ext cx="771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527C64"/>
                </a:solidFill>
                <a:latin typeface="Times New Roman"/>
                <a:ea typeface="Times New Roman"/>
                <a:cs typeface="Times New Roman"/>
              </a:rPr>
              <a:t>K̃g</a:t>
            </a:r>
          </a:p>
        </p:txBody>
      </p:sp>
      <p:sp>
        <p:nvSpPr>
          <p:cNvPr id="713" name="Vg">
            <a:extLst xmlns:a="http://schemas.openxmlformats.org/drawingml/2006/main">
              <a:ext uri="{FF2B5EF4-FFF2-40B4-BE49-F238E27FC236}">
                <a16:creationId xmlns:a16="http://schemas.microsoft.com/office/drawing/2014/main" id="{4A4B362E-1584-434A-BBE2-42BA73EC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7724775"/>
            <a:ext cx="771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Vg</a:t>
            </a:r>
          </a:p>
        </p:txBody>
      </p:sp>
      <p:sp>
        <p:nvSpPr>
          <p:cNvPr id="714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012C6059-FF03-4934-B901-EEF34F46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5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CF136A54-5489-4B2B-8544-AF654F49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6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9C9F6462-DCF3-4CFB-9B50-0EB638A4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7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C414ED11-0947-44DE-B1D7-8E5AE81F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8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87685434-D607-4B6E-8697-70CBA363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19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1B829A97-F855-48D4-BF29-2AAC010F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0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D6DF875A-66B9-44D0-BEE9-C241A10F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1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1FE7A66E-9C78-4CA1-8A15-259CB5C2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2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4F34C91C-4D22-4772-A694-789A4714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3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6832FEE1-EC64-4D6A-A2F0-9036B348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4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C3A6860F-9D1B-443A-8A7D-32B255E5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5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B64BED48-8017-400A-A479-CA8B3D30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6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4F07738F-BF6E-4FCF-9831-6B0BC0EE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7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ECEB544F-CF7F-4F9B-9FAE-F79565F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8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5575E923-E6C9-40B3-83C2-57EEB416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29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D4AD4C30-DBDD-47B8-A7FB-E0D320D1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0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54F5FEDD-4ECE-4A0D-B79B-05200FA4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1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38DB9740-C0F9-4209-9870-5CC4C1ED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2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D1AF572F-6496-4BB2-8BA8-712BD86E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3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AA419613-5779-4E79-9D2A-23420B5D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4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773A47A2-EC24-4A18-AB50-33DF040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5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D22D3AC8-FE62-4309-834D-08685F7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6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BCADA1B7-6767-43CB-8A67-465ADA3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7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B08059CC-533D-4754-A9C8-6E223492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38" name="shape-298">
            <a:extLst xmlns:a="http://schemas.openxmlformats.org/drawingml/2006/main">
              <a:ext uri="{FF2B5EF4-FFF2-40B4-BE49-F238E27FC236}">
                <a16:creationId xmlns:a16="http://schemas.microsoft.com/office/drawing/2014/main" id="{6CF24337-95D6-46D6-AB08-BF2AA7A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02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739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CB99EDA9-A009-4F64-AF8E-7D25D7FB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0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01583168-07F7-4B46-88FD-7C4C56DA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1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3B3A734D-4C3A-421E-B7B2-0295A1E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2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89B33205-3D10-4618-ABF5-06C49A5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3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AEAEE310-2923-4CD5-92B2-0B8264FC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4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DDA03024-CDA1-484E-9CDB-9595111C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5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7780CD28-7B65-40C7-B284-1FC24621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6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6B200794-BE12-49E0-A1DE-7E661E0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7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50CF02CB-8699-4834-87BC-1BFBB94C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8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9B17BD43-66CC-4D90-9E91-B5AF7A4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49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853192A0-ABF7-4A9E-8646-37670631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0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0CA5CEBC-78C5-4EE5-9846-3FE24B0B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1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BD68E69C-1B26-4FEF-8BEF-E18BC16D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2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BA2C88F9-4E37-442C-A910-8DC42A2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3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B35917CD-C3D9-4D50-BC56-E05D81ED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4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F9A4DD41-893E-48FC-8B37-1BD71182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5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BFEC8918-573A-4D62-959E-AEE9CBCE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6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B2A2B51E-1961-4FB8-8496-9B614545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7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F6D76389-8700-4204-83A2-A6A35C0A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8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EE146D4A-36D1-44D8-A279-132A51D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59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FC3F9313-0556-44DA-9AF1-0A4D2524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0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0382680F-DF21-4C76-B7BF-1D8073BD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1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CA67D386-34F6-4BDA-9AE6-59504960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2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9A189E4B-1CA1-4D77-9899-F73821BA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3" name="shape-299">
            <a:extLst xmlns:a="http://schemas.openxmlformats.org/drawingml/2006/main">
              <a:ext uri="{FF2B5EF4-FFF2-40B4-BE49-F238E27FC236}">
                <a16:creationId xmlns:a16="http://schemas.microsoft.com/office/drawing/2014/main" id="{A4D90E08-BF5E-4815-AEBB-5AB6A6F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02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764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B1FAD1EC-C17C-48A7-9ABE-8D41ACEE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5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80A1E258-46DD-4ACB-88C9-98A173CF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6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8C9B3357-F6F5-4D5A-8560-7E69A58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7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46779AA6-289D-48EF-BFC6-F6A55703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8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6698451E-FC58-4EFA-A292-A51B28BF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69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4339AC5D-9526-4960-A473-77C6F230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0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23369668-9AD3-4ED2-B26E-770F229C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1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461D7575-C01A-409A-9BE9-A6AB6143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2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5665D0B4-57E9-40B9-A1E0-3772119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3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A258E018-354E-4B8E-B4EB-0A473433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4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7A060501-7EC6-4FAA-B9E3-D083D33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5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D4E6CF51-E931-457F-B790-FBF575E1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6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44946B1F-F6F6-4506-AD77-82883F0E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7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38B37311-91BA-4F93-B5F4-85FDD4CE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8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CA44B3F0-CAB6-4929-A0A6-22ED82D3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79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81B14B6B-4F8C-4EC9-90D5-79134074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0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E88ABE09-8570-467F-9AD3-4AF95F62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1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A60A8488-C244-4C0A-A500-C23BB896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2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6DFD6497-CC2F-49B3-B640-18965DDD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3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5BEC2571-5ECB-4D6E-9EBE-5FCC0884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4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9EAF78BA-DBA3-496A-8DF7-1ED6DB85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5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7592BF34-C020-43FA-89CC-8155EAC2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6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BC101D60-D37C-49BD-9719-7E69881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7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2C9F1D60-8E5A-440E-8A05-05030E8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88" name="shape-300">
            <a:extLst xmlns:a="http://schemas.openxmlformats.org/drawingml/2006/main">
              <a:ext uri="{FF2B5EF4-FFF2-40B4-BE49-F238E27FC236}">
                <a16:creationId xmlns:a16="http://schemas.microsoft.com/office/drawing/2014/main" id="{8A39E63E-7965-452E-9C94-1684DD2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802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789" name="features-0-0">
            <a:extLst xmlns:a="http://schemas.openxmlformats.org/drawingml/2006/main">
              <a:ext uri="{FF2B5EF4-FFF2-40B4-BE49-F238E27FC236}">
                <a16:creationId xmlns:a16="http://schemas.microsoft.com/office/drawing/2014/main" id="{EF8B0E85-AE0A-4F78-874F-A955C584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0" name="features-0-1">
            <a:extLst xmlns:a="http://schemas.openxmlformats.org/drawingml/2006/main">
              <a:ext uri="{FF2B5EF4-FFF2-40B4-BE49-F238E27FC236}">
                <a16:creationId xmlns:a16="http://schemas.microsoft.com/office/drawing/2014/main" id="{778B9AA3-903A-4577-8857-5E85A9BF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1" name="features-0-2">
            <a:extLst xmlns:a="http://schemas.openxmlformats.org/drawingml/2006/main">
              <a:ext uri="{FF2B5EF4-FFF2-40B4-BE49-F238E27FC236}">
                <a16:creationId xmlns:a16="http://schemas.microsoft.com/office/drawing/2014/main" id="{94D0014D-BAD2-40D3-9963-0DB7F2BD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2" name="features-0-3">
            <a:extLst xmlns:a="http://schemas.openxmlformats.org/drawingml/2006/main">
              <a:ext uri="{FF2B5EF4-FFF2-40B4-BE49-F238E27FC236}">
                <a16:creationId xmlns:a16="http://schemas.microsoft.com/office/drawing/2014/main" id="{C35A8F36-F41D-46F3-A2C0-BE1E87A8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3" name="features-0-4">
            <a:extLst xmlns:a="http://schemas.openxmlformats.org/drawingml/2006/main">
              <a:ext uri="{FF2B5EF4-FFF2-40B4-BE49-F238E27FC236}">
                <a16:creationId xmlns:a16="http://schemas.microsoft.com/office/drawing/2014/main" id="{12A36958-453B-4ACF-938E-4A65DFE9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4" name="features-0-5">
            <a:extLst xmlns:a="http://schemas.openxmlformats.org/drawingml/2006/main">
              <a:ext uri="{FF2B5EF4-FFF2-40B4-BE49-F238E27FC236}">
                <a16:creationId xmlns:a16="http://schemas.microsoft.com/office/drawing/2014/main" id="{E46CD78D-58C4-43F1-9679-05C2F13B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802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5" name="features-1-0">
            <a:extLst xmlns:a="http://schemas.openxmlformats.org/drawingml/2006/main">
              <a:ext uri="{FF2B5EF4-FFF2-40B4-BE49-F238E27FC236}">
                <a16:creationId xmlns:a16="http://schemas.microsoft.com/office/drawing/2014/main" id="{DCC46E5A-3971-4FFC-BD38-31AE2042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6" name="features-1-1">
            <a:extLst xmlns:a="http://schemas.openxmlformats.org/drawingml/2006/main">
              <a:ext uri="{FF2B5EF4-FFF2-40B4-BE49-F238E27FC236}">
                <a16:creationId xmlns:a16="http://schemas.microsoft.com/office/drawing/2014/main" id="{15CD4B2F-4A47-4C2D-AE6F-218D0E85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7" name="features-1-2">
            <a:extLst xmlns:a="http://schemas.openxmlformats.org/drawingml/2006/main">
              <a:ext uri="{FF2B5EF4-FFF2-40B4-BE49-F238E27FC236}">
                <a16:creationId xmlns:a16="http://schemas.microsoft.com/office/drawing/2014/main" id="{8F8B0782-DA82-4FF5-8401-3296AAE3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8" name="features-1-3">
            <a:extLst xmlns:a="http://schemas.openxmlformats.org/drawingml/2006/main">
              <a:ext uri="{FF2B5EF4-FFF2-40B4-BE49-F238E27FC236}">
                <a16:creationId xmlns:a16="http://schemas.microsoft.com/office/drawing/2014/main" id="{03855A51-602E-4FC2-9A92-DB58C2D9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799" name="features-1-4">
            <a:extLst xmlns:a="http://schemas.openxmlformats.org/drawingml/2006/main">
              <a:ext uri="{FF2B5EF4-FFF2-40B4-BE49-F238E27FC236}">
                <a16:creationId xmlns:a16="http://schemas.microsoft.com/office/drawing/2014/main" id="{EDEDAD36-F7E7-436D-B4BA-873E289D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0" name="features-1-5">
            <a:extLst xmlns:a="http://schemas.openxmlformats.org/drawingml/2006/main">
              <a:ext uri="{FF2B5EF4-FFF2-40B4-BE49-F238E27FC236}">
                <a16:creationId xmlns:a16="http://schemas.microsoft.com/office/drawing/2014/main" id="{19741419-385F-4C79-88C6-CC0591E6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811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1" name="features-2-0">
            <a:extLst xmlns:a="http://schemas.openxmlformats.org/drawingml/2006/main">
              <a:ext uri="{FF2B5EF4-FFF2-40B4-BE49-F238E27FC236}">
                <a16:creationId xmlns:a16="http://schemas.microsoft.com/office/drawing/2014/main" id="{C341FD02-540F-4A49-AD0A-6230E066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2" name="features-2-1">
            <a:extLst xmlns:a="http://schemas.openxmlformats.org/drawingml/2006/main">
              <a:ext uri="{FF2B5EF4-FFF2-40B4-BE49-F238E27FC236}">
                <a16:creationId xmlns:a16="http://schemas.microsoft.com/office/drawing/2014/main" id="{1E226B3C-5039-4C1F-8CDA-E00B8A52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3" name="features-2-2">
            <a:extLst xmlns:a="http://schemas.openxmlformats.org/drawingml/2006/main">
              <a:ext uri="{FF2B5EF4-FFF2-40B4-BE49-F238E27FC236}">
                <a16:creationId xmlns:a16="http://schemas.microsoft.com/office/drawing/2014/main" id="{B219C519-8DB5-46C0-8B5F-F6796D09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4" name="features-2-3">
            <a:extLst xmlns:a="http://schemas.openxmlformats.org/drawingml/2006/main">
              <a:ext uri="{FF2B5EF4-FFF2-40B4-BE49-F238E27FC236}">
                <a16:creationId xmlns:a16="http://schemas.microsoft.com/office/drawing/2014/main" id="{162412BE-6D40-467B-941D-0902E99C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5" name="features-2-4">
            <a:extLst xmlns:a="http://schemas.openxmlformats.org/drawingml/2006/main">
              <a:ext uri="{FF2B5EF4-FFF2-40B4-BE49-F238E27FC236}">
                <a16:creationId xmlns:a16="http://schemas.microsoft.com/office/drawing/2014/main" id="{EF64B33A-25F8-4CF0-9665-63F67130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CCD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6" name="features-2-5">
            <a:extLst xmlns:a="http://schemas.openxmlformats.org/drawingml/2006/main">
              <a:ext uri="{FF2B5EF4-FFF2-40B4-BE49-F238E27FC236}">
                <a16:creationId xmlns:a16="http://schemas.microsoft.com/office/drawing/2014/main" id="{06E2F49D-43DE-4E39-8AA5-15AB3D55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8210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7" name="features-3-0">
            <a:extLst xmlns:a="http://schemas.openxmlformats.org/drawingml/2006/main">
              <a:ext uri="{FF2B5EF4-FFF2-40B4-BE49-F238E27FC236}">
                <a16:creationId xmlns:a16="http://schemas.microsoft.com/office/drawing/2014/main" id="{7558FF1B-3F93-4EEC-B28E-C7D5639B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8" name="features-3-1">
            <a:extLst xmlns:a="http://schemas.openxmlformats.org/drawingml/2006/main">
              <a:ext uri="{FF2B5EF4-FFF2-40B4-BE49-F238E27FC236}">
                <a16:creationId xmlns:a16="http://schemas.microsoft.com/office/drawing/2014/main" id="{026FD704-1E71-4DD4-B779-5DE352F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09" name="features-3-2">
            <a:extLst xmlns:a="http://schemas.openxmlformats.org/drawingml/2006/main">
              <a:ext uri="{FF2B5EF4-FFF2-40B4-BE49-F238E27FC236}">
                <a16:creationId xmlns:a16="http://schemas.microsoft.com/office/drawing/2014/main" id="{0A12D5BC-F1C2-4330-8A26-B075ABB9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10" name="features-3-3">
            <a:extLst xmlns:a="http://schemas.openxmlformats.org/drawingml/2006/main">
              <a:ext uri="{FF2B5EF4-FFF2-40B4-BE49-F238E27FC236}">
                <a16:creationId xmlns:a16="http://schemas.microsoft.com/office/drawing/2014/main" id="{2ED1B573-AE1C-45B8-A67A-90C5410F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11" name="features-3-4">
            <a:extLst xmlns:a="http://schemas.openxmlformats.org/drawingml/2006/main">
              <a:ext uri="{FF2B5EF4-FFF2-40B4-BE49-F238E27FC236}">
                <a16:creationId xmlns:a16="http://schemas.microsoft.com/office/drawing/2014/main" id="{4206C66F-AB79-4512-AC0F-8E3ACD97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12" name="features-3-5">
            <a:extLst xmlns:a="http://schemas.openxmlformats.org/drawingml/2006/main">
              <a:ext uri="{FF2B5EF4-FFF2-40B4-BE49-F238E27FC236}">
                <a16:creationId xmlns:a16="http://schemas.microsoft.com/office/drawing/2014/main" id="{DF2DDFF1-6872-4337-9EAE-5D6C424C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830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17B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13" name="shape-301">
            <a:extLst xmlns:a="http://schemas.openxmlformats.org/drawingml/2006/main">
              <a:ext uri="{FF2B5EF4-FFF2-40B4-BE49-F238E27FC236}">
                <a16:creationId xmlns:a16="http://schemas.microsoft.com/office/drawing/2014/main" id="{B076E3DF-0DDB-44BD-8D88-9AA4D84A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80200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814" name="operator-+">
            <a:extLst xmlns:a="http://schemas.openxmlformats.org/drawingml/2006/main">
              <a:ext uri="{FF2B5EF4-FFF2-40B4-BE49-F238E27FC236}">
                <a16:creationId xmlns:a16="http://schemas.microsoft.com/office/drawing/2014/main" id="{CFBE53B4-91B9-48ED-B38F-55DE2753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8105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02A39"/>
            </a:solidFill>
          </a:ln>
        </p:spPr>
      </p:sp>
      <p:sp>
        <p:nvSpPr>
          <p:cNvPr id="815" name="+">
            <a:extLst xmlns:a="http://schemas.openxmlformats.org/drawingml/2006/main">
              <a:ext uri="{FF2B5EF4-FFF2-40B4-BE49-F238E27FC236}">
                <a16:creationId xmlns:a16="http://schemas.microsoft.com/office/drawing/2014/main" id="{02FFFC8C-3A98-462D-990C-BA0FD7D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8105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816" name="line-302">
            <a:extLst xmlns:a="http://schemas.openxmlformats.org/drawingml/2006/main">
              <a:ext uri="{FF2B5EF4-FFF2-40B4-BE49-F238E27FC236}">
                <a16:creationId xmlns:a16="http://schemas.microsoft.com/office/drawing/2014/main" id="{69DEEAD8-0F05-4251-8B41-B083231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220075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17" name="line-303">
            <a:extLst xmlns:a="http://schemas.openxmlformats.org/drawingml/2006/main">
              <a:ext uri="{FF2B5EF4-FFF2-40B4-BE49-F238E27FC236}">
                <a16:creationId xmlns:a16="http://schemas.microsoft.com/office/drawing/2014/main" id="{D3D90554-8E1F-45E7-8F03-0E99DE8F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985" y="822007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18" name="line-304">
            <a:extLst xmlns:a="http://schemas.openxmlformats.org/drawingml/2006/main">
              <a:ext uri="{FF2B5EF4-FFF2-40B4-BE49-F238E27FC236}">
                <a16:creationId xmlns:a16="http://schemas.microsoft.com/office/drawing/2014/main" id="{AAA2B5AC-6F9B-4BC6-9C5E-1125F2D2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985" y="818928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19" name="line-305">
            <a:extLst xmlns:a="http://schemas.openxmlformats.org/drawingml/2006/main">
              <a:ext uri="{FF2B5EF4-FFF2-40B4-BE49-F238E27FC236}">
                <a16:creationId xmlns:a16="http://schemas.microsoft.com/office/drawing/2014/main" id="{D301D25C-CBD6-4619-B37D-D19B6BBA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8220075"/>
            <a:ext cx="219075" cy="95"/>
          </a:xfrm>
          <a:custGeom xmlns:a="http://schemas.openxmlformats.org/drawingml/2006/main"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820" name="line-306">
            <a:extLst xmlns:a="http://schemas.openxmlformats.org/drawingml/2006/main">
              <a:ext uri="{FF2B5EF4-FFF2-40B4-BE49-F238E27FC236}">
                <a16:creationId xmlns:a16="http://schemas.microsoft.com/office/drawing/2014/main" id="{E0BA27B9-75C6-494A-9E84-EC52E076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2710" y="822007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821" name="line-307">
            <a:extLst xmlns:a="http://schemas.openxmlformats.org/drawingml/2006/main">
              <a:ext uri="{FF2B5EF4-FFF2-40B4-BE49-F238E27FC236}">
                <a16:creationId xmlns:a16="http://schemas.microsoft.com/office/drawing/2014/main" id="{4678DD4C-786C-4083-8479-C2034F9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2710" y="818928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527C64"/>
            </a:solidFill>
            <a:prstDash val="solid"/>
          </a:ln>
        </p:spPr>
      </p:sp>
      <p:sp>
        <p:nvSpPr>
          <p:cNvPr id="822" name="softmax(Qg K̃gᵀ / √d + Mg) Vg">
            <a:extLst xmlns:a="http://schemas.openxmlformats.org/drawingml/2006/main">
              <a:ext uri="{FF2B5EF4-FFF2-40B4-BE49-F238E27FC236}">
                <a16:creationId xmlns:a16="http://schemas.microsoft.com/office/drawing/2014/main" id="{5172EE54-27B1-4AD6-8514-B2D8EA7B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972550"/>
            <a:ext cx="39243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2383">
            <a:solidFill>
              <a:srgbClr val="202A39"/>
            </a:solidFill>
            <a:prstDash val="solid"/>
          </a:ln>
        </p:spPr>
      </p:sp>
      <p:sp>
        <p:nvSpPr>
          <p:cNvPr id="823" name="softmax(Qg K̃gᵀ / √d + Mg) Vg">
            <a:extLst xmlns:a="http://schemas.openxmlformats.org/drawingml/2006/main">
              <a:ext uri="{FF2B5EF4-FFF2-40B4-BE49-F238E27FC236}">
                <a16:creationId xmlns:a16="http://schemas.microsoft.com/office/drawing/2014/main" id="{A14CA0E6-DF19-466E-8419-39B3ED86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8991600"/>
            <a:ext cx="3848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softmax(Qg K̃gᵀ / √d + Mg) Vg</a:t>
            </a:r>
          </a:p>
        </p:txBody>
      </p:sp>
      <p:sp>
        <p:nvSpPr>
          <p:cNvPr id="824" name="line-308">
            <a:extLst xmlns:a="http://schemas.openxmlformats.org/drawingml/2006/main">
              <a:ext uri="{FF2B5EF4-FFF2-40B4-BE49-F238E27FC236}">
                <a16:creationId xmlns:a16="http://schemas.microsoft.com/office/drawing/2014/main" id="{769E5E9E-91CE-47A9-84B4-2DBACF7E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8401050"/>
            <a:ext cx="95" cy="342900"/>
          </a:xfrm>
          <a:custGeom xmlns:a="http://schemas.openxmlformats.org/drawingml/2006/main">
            <a:pathLst>
              <a:path w="9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25" name="line-309">
            <a:extLst xmlns:a="http://schemas.openxmlformats.org/drawingml/2006/main">
              <a:ext uri="{FF2B5EF4-FFF2-40B4-BE49-F238E27FC236}">
                <a16:creationId xmlns:a16="http://schemas.microsoft.com/office/drawing/2014/main" id="{0A9018BF-4E37-4017-9267-0CCFA670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8743950"/>
            <a:ext cx="381000" cy="95"/>
          </a:xfrm>
          <a:custGeom xmlns:a="http://schemas.openxmlformats.org/drawingml/2006/main">
            <a:pathLst>
              <a:path w="381000" h="9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26" name="line-310">
            <a:extLst xmlns:a="http://schemas.openxmlformats.org/drawingml/2006/main">
              <a:ext uri="{FF2B5EF4-FFF2-40B4-BE49-F238E27FC236}">
                <a16:creationId xmlns:a16="http://schemas.microsoft.com/office/drawing/2014/main" id="{4366A68E-F706-4834-8213-242C682C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743950"/>
            <a:ext cx="95" cy="228600"/>
          </a:xfrm>
          <a:custGeom xmlns:a="http://schemas.openxmlformats.org/drawingml/2006/main"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27" name="line-311">
            <a:extLst xmlns:a="http://schemas.openxmlformats.org/drawingml/2006/main">
              <a:ext uri="{FF2B5EF4-FFF2-40B4-BE49-F238E27FC236}">
                <a16:creationId xmlns:a16="http://schemas.microsoft.com/office/drawing/2014/main" id="{899E8011-3A78-4F03-856B-A2C951CF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611" y="89134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28" name="line-312">
            <a:extLst xmlns:a="http://schemas.openxmlformats.org/drawingml/2006/main">
              <a:ext uri="{FF2B5EF4-FFF2-40B4-BE49-F238E27FC236}">
                <a16:creationId xmlns:a16="http://schemas.microsoft.com/office/drawing/2014/main" id="{78CA641A-57BB-4AAB-BCF6-E293DF82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89134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29" name="line-313">
            <a:extLst xmlns:a="http://schemas.openxmlformats.org/drawingml/2006/main">
              <a:ext uri="{FF2B5EF4-FFF2-40B4-BE49-F238E27FC236}">
                <a16:creationId xmlns:a16="http://schemas.microsoft.com/office/drawing/2014/main" id="{AAB6B401-9847-4D07-B26E-7C570012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8401050"/>
            <a:ext cx="95" cy="571500"/>
          </a:xfrm>
          <a:custGeom xmlns:a="http://schemas.openxmlformats.org/drawingml/2006/main">
            <a:pathLst>
              <a:path w="9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0" name="line-314">
            <a:extLst xmlns:a="http://schemas.openxmlformats.org/drawingml/2006/main">
              <a:ext uri="{FF2B5EF4-FFF2-40B4-BE49-F238E27FC236}">
                <a16:creationId xmlns:a16="http://schemas.microsoft.com/office/drawing/2014/main" id="{DADD9E1C-F006-4BD9-B95B-2B0EEB2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6811" y="89134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1" name="line-315">
            <a:extLst xmlns:a="http://schemas.openxmlformats.org/drawingml/2006/main">
              <a:ext uri="{FF2B5EF4-FFF2-40B4-BE49-F238E27FC236}">
                <a16:creationId xmlns:a16="http://schemas.microsoft.com/office/drawing/2014/main" id="{0D088BA8-6F55-4085-B94E-D10A999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89134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2" name="line-316">
            <a:extLst xmlns:a="http://schemas.openxmlformats.org/drawingml/2006/main">
              <a:ext uri="{FF2B5EF4-FFF2-40B4-BE49-F238E27FC236}">
                <a16:creationId xmlns:a16="http://schemas.microsoft.com/office/drawing/2014/main" id="{D9C5EFA3-4ABF-41FA-A2D3-506B429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401050"/>
            <a:ext cx="95" cy="571500"/>
          </a:xfrm>
          <a:custGeom xmlns:a="http://schemas.openxmlformats.org/drawingml/2006/main">
            <a:pathLst>
              <a:path w="9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3" name="line-317">
            <a:extLst xmlns:a="http://schemas.openxmlformats.org/drawingml/2006/main">
              <a:ext uri="{FF2B5EF4-FFF2-40B4-BE49-F238E27FC236}">
                <a16:creationId xmlns:a16="http://schemas.microsoft.com/office/drawing/2014/main" id="{6E4BF996-391B-4D0D-8A44-7A482404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1711" y="8913410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4" name="line-318">
            <a:extLst xmlns:a="http://schemas.openxmlformats.org/drawingml/2006/main">
              <a:ext uri="{FF2B5EF4-FFF2-40B4-BE49-F238E27FC236}">
                <a16:creationId xmlns:a16="http://schemas.microsoft.com/office/drawing/2014/main" id="{07215E5F-112B-4654-B093-9AC48633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913410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35" name="mask-0-0">
            <a:extLst xmlns:a="http://schemas.openxmlformats.org/drawingml/2006/main">
              <a:ext uri="{FF2B5EF4-FFF2-40B4-BE49-F238E27FC236}">
                <a16:creationId xmlns:a16="http://schemas.microsoft.com/office/drawing/2014/main" id="{BF3BFC5E-A88C-4399-85FE-D720F5A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058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6" name="mask-0-1">
            <a:extLst xmlns:a="http://schemas.openxmlformats.org/drawingml/2006/main">
              <a:ext uri="{FF2B5EF4-FFF2-40B4-BE49-F238E27FC236}">
                <a16:creationId xmlns:a16="http://schemas.microsoft.com/office/drawing/2014/main" id="{4F7F2E83-5910-48C5-BD27-B1A36864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058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7" name="mask-0-2">
            <a:extLst xmlns:a="http://schemas.openxmlformats.org/drawingml/2006/main">
              <a:ext uri="{FF2B5EF4-FFF2-40B4-BE49-F238E27FC236}">
                <a16:creationId xmlns:a16="http://schemas.microsoft.com/office/drawing/2014/main" id="{08474EEF-8AEC-42F9-94F1-034E6D6B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058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8" name="mask-0-3">
            <a:extLst xmlns:a="http://schemas.openxmlformats.org/drawingml/2006/main">
              <a:ext uri="{FF2B5EF4-FFF2-40B4-BE49-F238E27FC236}">
                <a16:creationId xmlns:a16="http://schemas.microsoft.com/office/drawing/2014/main" id="{9BF022E5-6598-4D0C-974F-C0AA294E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9058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39" name="mask-0-4">
            <a:extLst xmlns:a="http://schemas.openxmlformats.org/drawingml/2006/main">
              <a:ext uri="{FF2B5EF4-FFF2-40B4-BE49-F238E27FC236}">
                <a16:creationId xmlns:a16="http://schemas.microsoft.com/office/drawing/2014/main" id="{BFDFA5E4-50FD-409B-A6F4-E3ACEEC4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9058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0" name="mask-1-0">
            <a:extLst xmlns:a="http://schemas.openxmlformats.org/drawingml/2006/main">
              <a:ext uri="{FF2B5EF4-FFF2-40B4-BE49-F238E27FC236}">
                <a16:creationId xmlns:a16="http://schemas.microsoft.com/office/drawing/2014/main" id="{1B7C5287-5C12-42C9-882E-479B3A91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124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1" name="mask-1-1">
            <a:extLst xmlns:a="http://schemas.openxmlformats.org/drawingml/2006/main">
              <a:ext uri="{FF2B5EF4-FFF2-40B4-BE49-F238E27FC236}">
                <a16:creationId xmlns:a16="http://schemas.microsoft.com/office/drawing/2014/main" id="{C43C36E2-CB37-405E-B8B6-CEC6902D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124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2" name="mask-1-2">
            <a:extLst xmlns:a="http://schemas.openxmlformats.org/drawingml/2006/main">
              <a:ext uri="{FF2B5EF4-FFF2-40B4-BE49-F238E27FC236}">
                <a16:creationId xmlns:a16="http://schemas.microsoft.com/office/drawing/2014/main" id="{D5A033CB-0BAB-4E6C-91FF-93A21C9A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124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3" name="mask-1-3">
            <a:extLst xmlns:a="http://schemas.openxmlformats.org/drawingml/2006/main">
              <a:ext uri="{FF2B5EF4-FFF2-40B4-BE49-F238E27FC236}">
                <a16:creationId xmlns:a16="http://schemas.microsoft.com/office/drawing/2014/main" id="{BF228A21-4B32-4A75-A0D8-42FCDA7D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9124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4" name="mask-1-4">
            <a:extLst xmlns:a="http://schemas.openxmlformats.org/drawingml/2006/main">
              <a:ext uri="{FF2B5EF4-FFF2-40B4-BE49-F238E27FC236}">
                <a16:creationId xmlns:a16="http://schemas.microsoft.com/office/drawing/2014/main" id="{D93A2527-3359-4654-AE9B-A810E90E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9124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5" name="mask-2-0">
            <a:extLst xmlns:a="http://schemas.openxmlformats.org/drawingml/2006/main">
              <a:ext uri="{FF2B5EF4-FFF2-40B4-BE49-F238E27FC236}">
                <a16:creationId xmlns:a16="http://schemas.microsoft.com/office/drawing/2014/main" id="{42EB35A3-8E1F-4D89-8A25-D5AD079F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191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6" name="mask-2-1">
            <a:extLst xmlns:a="http://schemas.openxmlformats.org/drawingml/2006/main">
              <a:ext uri="{FF2B5EF4-FFF2-40B4-BE49-F238E27FC236}">
                <a16:creationId xmlns:a16="http://schemas.microsoft.com/office/drawing/2014/main" id="{631F8E6B-2AD1-48F9-BC96-FFDA42CF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191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7" name="mask-2-2">
            <a:extLst xmlns:a="http://schemas.openxmlformats.org/drawingml/2006/main">
              <a:ext uri="{FF2B5EF4-FFF2-40B4-BE49-F238E27FC236}">
                <a16:creationId xmlns:a16="http://schemas.microsoft.com/office/drawing/2014/main" id="{A23D0F0B-0DCC-49BA-BD30-735FFD4F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191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8" name="mask-2-3">
            <a:extLst xmlns:a="http://schemas.openxmlformats.org/drawingml/2006/main">
              <a:ext uri="{FF2B5EF4-FFF2-40B4-BE49-F238E27FC236}">
                <a16:creationId xmlns:a16="http://schemas.microsoft.com/office/drawing/2014/main" id="{1A6E40E2-9CB5-450B-9E6A-61F18ED7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9191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49" name="mask-2-4">
            <a:extLst xmlns:a="http://schemas.openxmlformats.org/drawingml/2006/main">
              <a:ext uri="{FF2B5EF4-FFF2-40B4-BE49-F238E27FC236}">
                <a16:creationId xmlns:a16="http://schemas.microsoft.com/office/drawing/2014/main" id="{FDC86A59-223B-42C5-AAED-B62AFF2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9191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0" name="mask-3-0">
            <a:extLst xmlns:a="http://schemas.openxmlformats.org/drawingml/2006/main">
              <a:ext uri="{FF2B5EF4-FFF2-40B4-BE49-F238E27FC236}">
                <a16:creationId xmlns:a16="http://schemas.microsoft.com/office/drawing/2014/main" id="{68473D9B-D9EE-4F4B-BF5A-712F6FA1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25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1" name="mask-3-1">
            <a:extLst xmlns:a="http://schemas.openxmlformats.org/drawingml/2006/main">
              <a:ext uri="{FF2B5EF4-FFF2-40B4-BE49-F238E27FC236}">
                <a16:creationId xmlns:a16="http://schemas.microsoft.com/office/drawing/2014/main" id="{E66FD4B7-3444-465D-9211-31379CBA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25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2" name="mask-3-2">
            <a:extLst xmlns:a="http://schemas.openxmlformats.org/drawingml/2006/main">
              <a:ext uri="{FF2B5EF4-FFF2-40B4-BE49-F238E27FC236}">
                <a16:creationId xmlns:a16="http://schemas.microsoft.com/office/drawing/2014/main" id="{E9F07F25-4491-4A8E-8356-057537A8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25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3" name="mask-3-3">
            <a:extLst xmlns:a="http://schemas.openxmlformats.org/drawingml/2006/main">
              <a:ext uri="{FF2B5EF4-FFF2-40B4-BE49-F238E27FC236}">
                <a16:creationId xmlns:a16="http://schemas.microsoft.com/office/drawing/2014/main" id="{646024CC-131A-498A-A42A-FD535DC2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925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4" name="mask-3-4">
            <a:extLst xmlns:a="http://schemas.openxmlformats.org/drawingml/2006/main">
              <a:ext uri="{FF2B5EF4-FFF2-40B4-BE49-F238E27FC236}">
                <a16:creationId xmlns:a16="http://schemas.microsoft.com/office/drawing/2014/main" id="{26B5B268-C8E4-4196-A50A-465549E9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9258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5" name="mask-4-0">
            <a:extLst xmlns:a="http://schemas.openxmlformats.org/drawingml/2006/main">
              <a:ext uri="{FF2B5EF4-FFF2-40B4-BE49-F238E27FC236}">
                <a16:creationId xmlns:a16="http://schemas.microsoft.com/office/drawing/2014/main" id="{53406B20-678E-45BA-BDC4-D5834415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324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6" name="mask-4-1">
            <a:extLst xmlns:a="http://schemas.openxmlformats.org/drawingml/2006/main">
              <a:ext uri="{FF2B5EF4-FFF2-40B4-BE49-F238E27FC236}">
                <a16:creationId xmlns:a16="http://schemas.microsoft.com/office/drawing/2014/main" id="{EFFD6B78-70A5-4F3F-90D0-2F5707CA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324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7" name="mask-4-2">
            <a:extLst xmlns:a="http://schemas.openxmlformats.org/drawingml/2006/main">
              <a:ext uri="{FF2B5EF4-FFF2-40B4-BE49-F238E27FC236}">
                <a16:creationId xmlns:a16="http://schemas.microsoft.com/office/drawing/2014/main" id="{876ABD9C-37F0-4BD7-B0DE-36302FC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324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8" name="mask-4-3">
            <a:extLst xmlns:a="http://schemas.openxmlformats.org/drawingml/2006/main">
              <a:ext uri="{FF2B5EF4-FFF2-40B4-BE49-F238E27FC236}">
                <a16:creationId xmlns:a16="http://schemas.microsoft.com/office/drawing/2014/main" id="{4D88E005-9D1B-4C78-9EE6-982F26C3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9324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59" name="mask-4-4">
            <a:extLst xmlns:a="http://schemas.openxmlformats.org/drawingml/2006/main">
              <a:ext uri="{FF2B5EF4-FFF2-40B4-BE49-F238E27FC236}">
                <a16:creationId xmlns:a16="http://schemas.microsoft.com/office/drawing/2014/main" id="{1F56E8DD-54D2-43FF-BEAA-DA672340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9324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8CA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0" name="shape-319">
            <a:extLst xmlns:a="http://schemas.openxmlformats.org/drawingml/2006/main">
              <a:ext uri="{FF2B5EF4-FFF2-40B4-BE49-F238E27FC236}">
                <a16:creationId xmlns:a16="http://schemas.microsoft.com/office/drawing/2014/main" id="{BC79EA69-20ED-4543-AC32-C83A0273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0582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861" name="Mg">
            <a:extLst xmlns:a="http://schemas.openxmlformats.org/drawingml/2006/main">
              <a:ext uri="{FF2B5EF4-FFF2-40B4-BE49-F238E27FC236}">
                <a16:creationId xmlns:a16="http://schemas.microsoft.com/office/drawing/2014/main" id="{E5555DF9-EA33-4931-A0A7-7F1FBDAC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8743950"/>
            <a:ext cx="466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Mg</a:t>
            </a:r>
          </a:p>
        </p:txBody>
      </p:sp>
      <p:sp>
        <p:nvSpPr>
          <p:cNvPr id="862" name="line-320">
            <a:extLst xmlns:a="http://schemas.openxmlformats.org/drawingml/2006/main">
              <a:ext uri="{FF2B5EF4-FFF2-40B4-BE49-F238E27FC236}">
                <a16:creationId xmlns:a16="http://schemas.microsoft.com/office/drawing/2014/main" id="{D2DA2545-75D6-4F0E-8AD7-18423F0B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9229725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863" name="line-321">
            <a:extLst xmlns:a="http://schemas.openxmlformats.org/drawingml/2006/main">
              <a:ext uri="{FF2B5EF4-FFF2-40B4-BE49-F238E27FC236}">
                <a16:creationId xmlns:a16="http://schemas.microsoft.com/office/drawing/2014/main" id="{8420396F-CC65-4303-A438-7BAB9788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3860" y="9229725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0"/>
                </a:moveTo>
                <a:lnTo>
                  <a:pt x="0" y="30789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864" name="line-322">
            <a:extLst xmlns:a="http://schemas.openxmlformats.org/drawingml/2006/main">
              <a:ext uri="{FF2B5EF4-FFF2-40B4-BE49-F238E27FC236}">
                <a16:creationId xmlns:a16="http://schemas.microsoft.com/office/drawing/2014/main" id="{0E66AD9B-5AA0-452B-BD37-9ECB6E8E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3860" y="9198936"/>
            <a:ext cx="59140" cy="30789"/>
          </a:xfrm>
          <a:custGeom xmlns:a="http://schemas.openxmlformats.org/drawingml/2006/main">
            <a:pathLst>
              <a:path w="59140" h="30789">
                <a:moveTo>
                  <a:pt x="59140" y="3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B7079"/>
            </a:solidFill>
            <a:prstDash val="solid"/>
          </a:ln>
        </p:spPr>
      </p:sp>
      <p:sp>
        <p:nvSpPr>
          <p:cNvPr id="865" name="line-323">
            <a:extLst xmlns:a="http://schemas.openxmlformats.org/drawingml/2006/main">
              <a:ext uri="{FF2B5EF4-FFF2-40B4-BE49-F238E27FC236}">
                <a16:creationId xmlns:a16="http://schemas.microsoft.com/office/drawing/2014/main" id="{950F542B-9CB8-46B3-8450-893C5EC6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9477375"/>
            <a:ext cx="95" cy="304800"/>
          </a:xfrm>
          <a:custGeom xmlns:a="http://schemas.openxmlformats.org/drawingml/2006/main">
            <a:pathLst>
              <a:path w="9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66" name="line-324">
            <a:extLst xmlns:a="http://schemas.openxmlformats.org/drawingml/2006/main">
              <a:ext uri="{FF2B5EF4-FFF2-40B4-BE49-F238E27FC236}">
                <a16:creationId xmlns:a16="http://schemas.microsoft.com/office/drawing/2014/main" id="{82C3C8C2-F85F-4225-A539-63B9D414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2011" y="9723035"/>
            <a:ext cx="30789" cy="59140"/>
          </a:xfrm>
          <a:custGeom xmlns:a="http://schemas.openxmlformats.org/drawingml/2006/main">
            <a:pathLst>
              <a:path w="30789" h="59140">
                <a:moveTo>
                  <a:pt x="30789" y="59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67" name="line-325">
            <a:extLst xmlns:a="http://schemas.openxmlformats.org/drawingml/2006/main">
              <a:ext uri="{FF2B5EF4-FFF2-40B4-BE49-F238E27FC236}">
                <a16:creationId xmlns:a16="http://schemas.microsoft.com/office/drawing/2014/main" id="{CDC6FED8-1A7E-4A4C-A9F4-40822B78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9723035"/>
            <a:ext cx="30789" cy="59140"/>
          </a:xfrm>
          <a:custGeom xmlns:a="http://schemas.openxmlformats.org/drawingml/2006/main">
            <a:pathLst>
              <a:path w="30789" h="59140">
                <a:moveTo>
                  <a:pt x="0" y="59140"/>
                </a:moveTo>
                <a:lnTo>
                  <a:pt x="30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02A39"/>
            </a:solidFill>
            <a:prstDash val="solid"/>
          </a:ln>
        </p:spPr>
      </p:sp>
      <p:sp>
        <p:nvSpPr>
          <p:cNvPr id="868" name="vector-0-0">
            <a:extLst xmlns:a="http://schemas.openxmlformats.org/drawingml/2006/main">
              <a:ext uri="{FF2B5EF4-FFF2-40B4-BE49-F238E27FC236}">
                <a16:creationId xmlns:a16="http://schemas.microsoft.com/office/drawing/2014/main" id="{D5F82E2E-D13A-4DFF-A931-B97D46A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78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69" name="vector-0-1">
            <a:extLst xmlns:a="http://schemas.openxmlformats.org/drawingml/2006/main">
              <a:ext uri="{FF2B5EF4-FFF2-40B4-BE49-F238E27FC236}">
                <a16:creationId xmlns:a16="http://schemas.microsoft.com/office/drawing/2014/main" id="{A54A636F-8634-4B56-B437-337200C5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978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0" name="vector-0-2">
            <a:extLst xmlns:a="http://schemas.openxmlformats.org/drawingml/2006/main">
              <a:ext uri="{FF2B5EF4-FFF2-40B4-BE49-F238E27FC236}">
                <a16:creationId xmlns:a16="http://schemas.microsoft.com/office/drawing/2014/main" id="{4FC0092E-04C8-4EBB-A0F1-C09CBEE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978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1" name="vector-0-3">
            <a:extLst xmlns:a="http://schemas.openxmlformats.org/drawingml/2006/main">
              <a:ext uri="{FF2B5EF4-FFF2-40B4-BE49-F238E27FC236}">
                <a16:creationId xmlns:a16="http://schemas.microsoft.com/office/drawing/2014/main" id="{C25EB617-AEB8-457B-978A-633CE51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978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DE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2" name="vector-0-4">
            <a:extLst xmlns:a="http://schemas.openxmlformats.org/drawingml/2006/main">
              <a:ext uri="{FF2B5EF4-FFF2-40B4-BE49-F238E27FC236}">
                <a16:creationId xmlns:a16="http://schemas.microsoft.com/office/drawing/2014/main" id="{4AC664FE-488B-48DA-9E0F-960506B9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978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E8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3" name="vector-0-5">
            <a:extLst xmlns:a="http://schemas.openxmlformats.org/drawingml/2006/main">
              <a:ext uri="{FF2B5EF4-FFF2-40B4-BE49-F238E27FC236}">
                <a16:creationId xmlns:a16="http://schemas.microsoft.com/office/drawing/2014/main" id="{2881C86A-2A15-458B-8939-B4D103A1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978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4" name="vector-0-6">
            <a:extLst xmlns:a="http://schemas.openxmlformats.org/drawingml/2006/main">
              <a:ext uri="{FF2B5EF4-FFF2-40B4-BE49-F238E27FC236}">
                <a16:creationId xmlns:a16="http://schemas.microsoft.com/office/drawing/2014/main" id="{424425AC-1C3F-4C91-B466-22E69583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978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5B1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5" name="vector-0-7">
            <a:extLst xmlns:a="http://schemas.openxmlformats.org/drawingml/2006/main">
              <a:ext uri="{FF2B5EF4-FFF2-40B4-BE49-F238E27FC236}">
                <a16:creationId xmlns:a16="http://schemas.microsoft.com/office/drawing/2014/main" id="{4251C47B-2BC6-476C-A3D5-CC22B1FC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9782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658"/>
          </a:solidFill>
          <a:ln xmlns:a="http://schemas.openxmlformats.org/drawingml/2006/main" w="6191">
            <a:solidFill>
              <a:srgbClr val="FFFFFF"/>
            </a:solidFill>
            <a:prstDash val="solid"/>
          </a:ln>
        </p:spPr>
      </p:sp>
      <p:sp>
        <p:nvSpPr>
          <p:cNvPr id="876" name="shape-326">
            <a:extLst xmlns:a="http://schemas.openxmlformats.org/drawingml/2006/main">
              <a:ext uri="{FF2B5EF4-FFF2-40B4-BE49-F238E27FC236}">
                <a16:creationId xmlns:a16="http://schemas.microsoft.com/office/drawing/2014/main" id="{9B949329-EF6A-4F66-8D4B-4EC2FACA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9782175"/>
            <a:ext cx="914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657386"/>
            </a:solidFill>
            <a:prstDash val="solid"/>
          </a:ln>
        </p:spPr>
      </p:sp>
      <p:sp>
        <p:nvSpPr>
          <p:cNvPr id="877" name="Geographic output">
            <a:extLst xmlns:a="http://schemas.openxmlformats.org/drawingml/2006/main">
              <a:ext uri="{FF2B5EF4-FFF2-40B4-BE49-F238E27FC236}">
                <a16:creationId xmlns:a16="http://schemas.microsoft.com/office/drawing/2014/main" id="{0379C024-013A-409C-BF7C-BE29A40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0058400"/>
            <a:ext cx="2733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Geographic output</a:t>
            </a:r>
          </a:p>
        </p:txBody>
      </p:sp>
      <p:sp>
        <p:nvSpPr>
          <p:cNvPr id="878" name="Qg, Kg, Vg = Linear(LN(H))">
            <a:extLst xmlns:a="http://schemas.openxmlformats.org/drawingml/2006/main">
              <a:ext uri="{FF2B5EF4-FFF2-40B4-BE49-F238E27FC236}">
                <a16:creationId xmlns:a16="http://schemas.microsoft.com/office/drawing/2014/main" id="{5A307404-F097-44D0-9C91-B992ADC1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0572750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Qg, Kg, Vg = Linear(LN(H))</a:t>
            </a:r>
          </a:p>
        </p:txBody>
      </p:sp>
    </p:spTree>
    <p:extLst>
      <p:ext uri="{BB962C8B-B14F-4D97-AF65-F5344CB8AC3E}">
        <p14:creationId xmlns:p14="http://schemas.microsoft.com/office/powerpoint/2010/main" val="1409898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2026-10-11T15:33:43.1700000Z</dcterms:created>
  <dcterms:modified xsi:type="dcterms:W3CDTF">2026-10-11T15:33:43.1700000Z</dcterms:modified>
</coreProperties>
</file>