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Lst>
  <p:sldSz cx="17145000" cy="22860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7" Type="http://schemas.openxmlformats.org/officeDocument/2006/relationships/tableStyles" Target="tableStyles.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PHAST-DP editable portrait architecture, 3:4 canvas. The inference path runs vertically through input embedding, the full encoder, prediction heads, decoding, and the structured report in the wide main column. Panels (a), (b), and (c) are subordinate expansions in a narrow side column. Original blue, brown and green palette, Times New Roman, and all technical content are retained.</a:t>
            </a:r>
          </a:p>
          <a:p>
            <a:r>
              <a:t>The pattern projections and geographic projections are different objects, not successive transforms of the same matrix. At a fixed encoder time step, Q^P is 38 by 20, while K^P and V^P are 16 by 20. Pattern attention produces 38 by 16 weights and a 38 by 20 context. The base geographic key, context and updated key share dimensions 38 by 20 before head reshaping. The 20-channel geographic projection is split into two heads of width d_h=10. The source scales both pattern and geographic attention by 1/sqrt(d_h). The figure shows the addition explicitly and varies the updated key's cell pattern and outline. The drawn cell counts are compressed schematics; printed dimension labels define the actual meaning.</a:t>
            </a:r>
          </a:p>
          <a:p>
            <a:r>
              <a:t>The report is a schematic prediction output, not an experimental result table: i*, w-hat, s-hat, d-hat, c-hat, ell-hat are symbolic. The highlighted event interval, one-hot process-class indicator and progress bar do not claim measured forecasts. No numerical performance values were invented. The causal/lag traces, graph, matrices, clustering points and feature patches are mechanism illustrations.</a:t>
            </a:r>
          </a:p>
          <a:p>
            <a:r>
              <a:t>Sources: paper main.tex on dev_xwt at ffcfbb7 and isaac_factory origin/dev_tyx 29655baee57b9095119589a211ae1e2113b84078, factory_bn/graph.py, dataset.py, cause_cluster.py, model.py and backbone.py. Current dimensions: 30 history windows, 38 resource nodes, 27 channels, 6 feature groups, 5 pre-norm blocks with 4 temporal/2 geographic/2 semantic heads. The graph uses five node types and symmetric weighted adjacency. Material availability is a resource feature.</a:t>
            </a:r>
          </a:p>
          <a:p>
            <a:r>
              <a:t>Event labels use process rules and persistence. Regime IDs for event conditioning are deterministic rule-based identifiers. The active k-means fits 16 prototypes from length-3 training activity patches; online pattern queries use queue patches. Pattern context is added only to geographic K. Offline exploratory K=8 descriptors with zero prediction-loss weight are omitted. Dashed brown lines convey training supervision and the loss path; a dashed green leader identifies the expanded geographic attention. The main diagram includes residuals, grouped embedding, event/regime/precursor fusion, state/order-progress decoding, graph-pooled cause decoding and event report assembly. Training-loss algebra and dropout are omitted.</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
        <p:nvSpPr>
          <p:cNvPr id="3" name="Title"/>
          <p:cNvSpPr>
            <a:spLocks noGrp="1"/>
          </p:cNvSpPr>
          <p:nvPr>
            <p:ph type="title"/>
          </p:nvPr>
        </p:nvSpPr>
        <p:spPr>
          <a:xfrm>
            <a:off x="1905000" y="4965700"/>
            <a:ext cx="15240000" cy="1898650"/>
          </a:xfrm>
          <a:prstGeom prst="rect">
            <a:avLst/>
          </a:prstGeom>
          <a:noFill/>
          <a:ln>
            <a:noFill/>
            <a:prstDash val="solid"/>
          </a:ln>
        </p:spPr>
        <p:txBody>
          <a:bodyPr wrap="square" lIns="0" tIns="0" rIns="0" bIns="0" anchor="ctr">
            <a:normAutofit/>
          </a:bodyPr>
          <a:lstStyle>
            <a:defPPr algn="ctr">
              <a:defRPr sz="75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
        <p:nvSpPr>
          <p:cNvPr id="2" name="Subtitle"/>
          <p:cNvSpPr>
            <a:spLocks noGrp="1"/>
          </p:cNvSpPr>
          <p:nvPr>
            <p:ph type="subTitle" idx="1"/>
          </p:nvPr>
        </p:nvSpPr>
        <p:spPr>
          <a:xfrm>
            <a:off x="2857500" y="7229475"/>
            <a:ext cx="13335000" cy="1460500"/>
          </a:xfrm>
          <a:prstGeom prst="rect">
            <a:avLst/>
          </a:prstGeom>
          <a:noFill/>
          <a:ln>
            <a:noFill/>
            <a:prstDash val="solid"/>
          </a:ln>
        </p:spPr>
        <p:txBody>
          <a:bodyPr wrap="square" lIns="0" tIns="0" rIns="0" bIns="0" anchor="ctr">
            <a:normAutofit/>
          </a:bodyPr>
          <a:lstStyle>
            <a:defPPr algn="ctr">
              <a:defRPr sz="328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p:sp>
        <p:nvSpPr>
          <p:cNvPr id="2" name="Section title"/>
          <p:cNvSpPr>
            <a:spLocks noGrp="1"/>
          </p:cNvSpPr>
          <p:nvPr>
            <p:ph type="title"/>
          </p:nvPr>
        </p:nvSpPr>
        <p:spPr>
          <a:xfrm>
            <a:off x="1905000" y="5476875"/>
            <a:ext cx="15240000" cy="2190750"/>
          </a:xfrm>
          <a:prstGeom prst="rect">
            <a:avLst/>
          </a:prstGeom>
          <a:noFill/>
          <a:ln>
            <a:noFill/>
            <a:prstDash val="solid"/>
          </a:ln>
        </p:spPr>
        <p:txBody>
          <a:bodyPr wrap="square" lIns="0" tIns="0" rIns="0" bIns="0" anchor="ctr">
            <a:normAutofit/>
          </a:bodyPr>
          <a:lstStyle>
            <a:defPPr algn="ctr">
              <a:defRPr sz="656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p:sp>
        <p:nvSpPr>
          <p:cNvPr id="3" name="Title"/>
          <p:cNvSpPr>
            <a:spLocks noGrp="1"/>
          </p:cNvSpPr>
          <p:nvPr>
            <p:ph type="title"/>
          </p:nvPr>
        </p:nvSpPr>
        <p:spPr>
          <a:xfrm>
            <a:off x="1071563" y="1022350"/>
            <a:ext cx="16906875" cy="1606550"/>
          </a:xfrm>
          <a:prstGeom prst="rect">
            <a:avLst/>
          </a:prstGeom>
          <a:noFill/>
          <a:ln>
            <a:noFill/>
            <a:prstDash val="solid"/>
          </a:ln>
        </p:spPr>
        <p:txBody>
          <a:bodyPr wrap="square" lIns="0" tIns="0" rIns="0" bIns="0" anchor="t">
            <a:normAutofit/>
          </a:bodyPr>
          <a:lstStyle>
            <a:defPPr algn="l">
              <a:defRPr sz="515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
        <p:nvSpPr>
          <p:cNvPr id="2" name="Body"/>
          <p:cNvSpPr>
            <a:spLocks noGrp="1"/>
          </p:cNvSpPr>
          <p:nvPr>
            <p:ph type="body" idx="1"/>
          </p:nvPr>
        </p:nvSpPr>
        <p:spPr>
          <a:xfrm>
            <a:off x="1071563" y="3651250"/>
            <a:ext cx="16906875" cy="8178800"/>
          </a:xfrm>
          <a:prstGeom prst="rect">
            <a:avLst/>
          </a:prstGeom>
          <a:noFill/>
          <a:ln>
            <a:noFill/>
            <a:prstDash val="solid"/>
          </a:ln>
        </p:spPr>
        <p:txBody>
          <a:bodyPr wrap="square" lIns="0" tIns="0" rIns="0" bIns="0" anchor="t">
            <a:normAutofit/>
          </a:bodyPr>
          <a:lstStyle>
            <a:defPPr algn="l">
              <a:defRPr sz="3515" b="0">
                <a:solidFill>
                  <a:schemeClr val="tx1"/>
                </a:solidFill>
                <a:latin typeface="+mn-lt"/>
                <a:ea typeface="+mn-lt"/>
                <a:cs typeface="+mn-lt"/>
              </a:defRPr>
            </a:defPPr>
            <a:lvl1pPr marL="357505" indent="-356870">
              <a:lnSpc>
                <a:spcPct val="110000"/>
              </a:lnSpc>
              <a:spcBef>
                <a:spcPts val="0"/>
              </a:spcBef>
              <a:spcAft>
                <a:spcPts val="1875"/>
              </a:spcAft>
              <a:buChar char="•"/>
            </a:lvl1pPr>
            <a:lvl2pPr marL="833755" indent="-356870">
              <a:lnSpc>
                <a:spcPct val="110000"/>
              </a:lnSpc>
              <a:spcBef>
                <a:spcPts val="0"/>
              </a:spcBef>
              <a:spcAft>
                <a:spcPts val="1875"/>
              </a:spcAft>
              <a:buChar char="•"/>
            </a:lvl2pPr>
            <a:lvl3pPr marL="1310005" indent="-356870">
              <a:lnSpc>
                <a:spcPct val="110000"/>
              </a:lnSpc>
              <a:spcBef>
                <a:spcPts val="0"/>
              </a:spcBef>
              <a:spcAft>
                <a:spcPts val="1875"/>
              </a:spcAft>
              <a:buChar char="•"/>
            </a:lvl3pPr>
            <a:lvl4pPr marL="1786255" indent="-356870">
              <a:lnSpc>
                <a:spcPct val="110000"/>
              </a:lnSpc>
              <a:spcBef>
                <a:spcPts val="0"/>
              </a:spcBef>
              <a:spcAft>
                <a:spcPts val="1875"/>
              </a:spcAft>
              <a:buChar char="•"/>
            </a:lvl4pPr>
            <a:lvl5pPr marL="2262505" indent="-356870">
              <a:lnSpc>
                <a:spcPct val="110000"/>
              </a:lnSpc>
              <a:spcBef>
                <a:spcPts val="0"/>
              </a:spcBef>
              <a:spcAft>
                <a:spcPts val="1875"/>
              </a:spcAft>
              <a:buChar char="•"/>
            </a:lvl5pPr>
            <a:lvl6pPr marL="2738755" indent="-356870">
              <a:lnSpc>
                <a:spcPct val="110000"/>
              </a:lnSpc>
              <a:spcBef>
                <a:spcPts val="0"/>
              </a:spcBef>
              <a:spcAft>
                <a:spcPts val="1875"/>
              </a:spcAft>
              <a:buChar char="•"/>
            </a:lvl6pPr>
            <a:lvl7pPr marL="3215005" indent="-356870">
              <a:lnSpc>
                <a:spcPct val="110000"/>
              </a:lnSpc>
              <a:spcBef>
                <a:spcPts val="0"/>
              </a:spcBef>
              <a:spcAft>
                <a:spcPts val="1875"/>
              </a:spcAft>
              <a:buChar char="•"/>
            </a:lvl7pPr>
            <a:lvl8pPr marL="3691255" indent="-356870">
              <a:lnSpc>
                <a:spcPct val="110000"/>
              </a:lnSpc>
              <a:spcBef>
                <a:spcPts val="0"/>
              </a:spcBef>
              <a:spcAft>
                <a:spcPts val="1875"/>
              </a:spcAft>
              <a:buChar char="•"/>
            </a:lvl8pPr>
            <a:lvl9pPr marL="4167505" indent="-356870">
              <a:lnSpc>
                <a:spcPct val="110000"/>
              </a:lnSpc>
              <a:spcBef>
                <a:spcPts val="0"/>
              </a:spcBef>
              <a:spcAft>
                <a:spcPts val="1875"/>
              </a:spcAft>
              <a:buChar cha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p:sp>
        <p:nvSpPr>
          <p:cNvPr id="4" name="Title"/>
          <p:cNvSpPr>
            <a:spLocks noGrp="1"/>
          </p:cNvSpPr>
          <p:nvPr>
            <p:ph type="title"/>
          </p:nvPr>
        </p:nvSpPr>
        <p:spPr>
          <a:xfrm>
            <a:off x="1071563" y="1022350"/>
            <a:ext cx="16906875" cy="1606550"/>
          </a:xfrm>
          <a:prstGeom prst="rect">
            <a:avLst/>
          </a:prstGeom>
          <a:noFill/>
          <a:ln>
            <a:noFill/>
            <a:prstDash val="solid"/>
          </a:ln>
        </p:spPr>
        <p:txBody>
          <a:bodyPr wrap="square" lIns="0" tIns="0" rIns="0" bIns="0" anchor="t">
            <a:normAutofit/>
          </a:bodyPr>
          <a:lstStyle>
            <a:defPPr algn="l">
              <a:defRPr sz="515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
        <p:nvSpPr>
          <p:cNvPr id="2" name="Left column"/>
          <p:cNvSpPr>
            <a:spLocks noGrp="1"/>
          </p:cNvSpPr>
          <p:nvPr>
            <p:ph type="body" idx="1"/>
          </p:nvPr>
        </p:nvSpPr>
        <p:spPr>
          <a:xfrm>
            <a:off x="1071563" y="3651250"/>
            <a:ext cx="7858125" cy="8178800"/>
          </a:xfrm>
          <a:prstGeom prst="rect">
            <a:avLst/>
          </a:prstGeom>
          <a:noFill/>
          <a:ln>
            <a:noFill/>
            <a:prstDash val="solid"/>
          </a:ln>
        </p:spPr>
        <p:txBody>
          <a:bodyPr wrap="square" lIns="0" tIns="0" rIns="0" bIns="0" anchor="t">
            <a:normAutofit/>
          </a:bodyPr>
          <a:lstStyle>
            <a:defPPr algn="l">
              <a:defRPr sz="3280" b="0">
                <a:solidFill>
                  <a:schemeClr val="tx1"/>
                </a:solidFill>
                <a:latin typeface="+mn-lt"/>
                <a:ea typeface="+mn-lt"/>
                <a:cs typeface="+mn-lt"/>
              </a:defRPr>
            </a:defPPr>
            <a:lvl1pPr marL="357505" indent="-356870">
              <a:lnSpc>
                <a:spcPct val="110000"/>
              </a:lnSpc>
              <a:spcBef>
                <a:spcPts val="0"/>
              </a:spcBef>
              <a:spcAft>
                <a:spcPts val="1875"/>
              </a:spcAft>
              <a:buChar char="•"/>
            </a:lvl1pPr>
            <a:lvl2pPr marL="833755" indent="-356870">
              <a:lnSpc>
                <a:spcPct val="110000"/>
              </a:lnSpc>
              <a:spcBef>
                <a:spcPts val="0"/>
              </a:spcBef>
              <a:spcAft>
                <a:spcPts val="1875"/>
              </a:spcAft>
              <a:buChar char="•"/>
            </a:lvl2pPr>
            <a:lvl3pPr marL="1310005" indent="-356870">
              <a:lnSpc>
                <a:spcPct val="110000"/>
              </a:lnSpc>
              <a:spcBef>
                <a:spcPts val="0"/>
              </a:spcBef>
              <a:spcAft>
                <a:spcPts val="1875"/>
              </a:spcAft>
              <a:buChar char="•"/>
            </a:lvl3pPr>
            <a:lvl4pPr marL="1786255" indent="-356870">
              <a:lnSpc>
                <a:spcPct val="110000"/>
              </a:lnSpc>
              <a:spcBef>
                <a:spcPts val="0"/>
              </a:spcBef>
              <a:spcAft>
                <a:spcPts val="1875"/>
              </a:spcAft>
              <a:buChar char="•"/>
            </a:lvl4pPr>
            <a:lvl5pPr marL="2262505" indent="-356870">
              <a:lnSpc>
                <a:spcPct val="110000"/>
              </a:lnSpc>
              <a:spcBef>
                <a:spcPts val="0"/>
              </a:spcBef>
              <a:spcAft>
                <a:spcPts val="1875"/>
              </a:spcAft>
              <a:buChar char="•"/>
            </a:lvl5pPr>
            <a:lvl6pPr marL="2738755" indent="-356870">
              <a:lnSpc>
                <a:spcPct val="110000"/>
              </a:lnSpc>
              <a:spcBef>
                <a:spcPts val="0"/>
              </a:spcBef>
              <a:spcAft>
                <a:spcPts val="1875"/>
              </a:spcAft>
              <a:buChar char="•"/>
            </a:lvl6pPr>
            <a:lvl7pPr marL="3215005" indent="-356870">
              <a:lnSpc>
                <a:spcPct val="110000"/>
              </a:lnSpc>
              <a:spcBef>
                <a:spcPts val="0"/>
              </a:spcBef>
              <a:spcAft>
                <a:spcPts val="1875"/>
              </a:spcAft>
              <a:buChar char="•"/>
            </a:lvl7pPr>
            <a:lvl8pPr marL="3691255" indent="-356870">
              <a:lnSpc>
                <a:spcPct val="110000"/>
              </a:lnSpc>
              <a:spcBef>
                <a:spcPts val="0"/>
              </a:spcBef>
              <a:spcAft>
                <a:spcPts val="1875"/>
              </a:spcAft>
              <a:buChar char="•"/>
            </a:lvl8pPr>
            <a:lvl9pPr marL="4167505" indent="-356870">
              <a:lnSpc>
                <a:spcPct val="110000"/>
              </a:lnSpc>
              <a:spcBef>
                <a:spcPts val="0"/>
              </a:spcBef>
              <a:spcAft>
                <a:spcPts val="1875"/>
              </a:spcAft>
              <a:buChar char="•"/>
            </a:lvl9pPr>
          </a:lstStyle>
          <a:p/>
        </p:txBody>
      </p:sp>
      <p:sp>
        <p:nvSpPr>
          <p:cNvPr id="3" name="Right column"/>
          <p:cNvSpPr>
            <a:spLocks noGrp="1"/>
          </p:cNvSpPr>
          <p:nvPr>
            <p:ph type="body" idx="2"/>
          </p:nvPr>
        </p:nvSpPr>
        <p:spPr>
          <a:xfrm>
            <a:off x="10120313" y="3651250"/>
            <a:ext cx="7858125" cy="8178800"/>
          </a:xfrm>
          <a:prstGeom prst="rect">
            <a:avLst/>
          </a:prstGeom>
          <a:noFill/>
          <a:ln>
            <a:noFill/>
            <a:prstDash val="solid"/>
          </a:ln>
        </p:spPr>
        <p:txBody>
          <a:bodyPr wrap="square" lIns="0" tIns="0" rIns="0" bIns="0" anchor="t">
            <a:normAutofit/>
          </a:bodyPr>
          <a:lstStyle>
            <a:defPPr algn="l">
              <a:defRPr sz="3280" b="0">
                <a:solidFill>
                  <a:schemeClr val="tx1"/>
                </a:solidFill>
                <a:latin typeface="+mn-lt"/>
                <a:ea typeface="+mn-lt"/>
                <a:cs typeface="+mn-lt"/>
              </a:defRPr>
            </a:defPPr>
            <a:lvl1pPr marL="357505" indent="-356870">
              <a:lnSpc>
                <a:spcPct val="110000"/>
              </a:lnSpc>
              <a:spcBef>
                <a:spcPts val="0"/>
              </a:spcBef>
              <a:spcAft>
                <a:spcPts val="1875"/>
              </a:spcAft>
              <a:buChar char="•"/>
            </a:lvl1pPr>
            <a:lvl2pPr marL="833755" indent="-356870">
              <a:lnSpc>
                <a:spcPct val="110000"/>
              </a:lnSpc>
              <a:spcBef>
                <a:spcPts val="0"/>
              </a:spcBef>
              <a:spcAft>
                <a:spcPts val="1875"/>
              </a:spcAft>
              <a:buChar char="•"/>
            </a:lvl2pPr>
            <a:lvl3pPr marL="1310005" indent="-356870">
              <a:lnSpc>
                <a:spcPct val="110000"/>
              </a:lnSpc>
              <a:spcBef>
                <a:spcPts val="0"/>
              </a:spcBef>
              <a:spcAft>
                <a:spcPts val="1875"/>
              </a:spcAft>
              <a:buChar char="•"/>
            </a:lvl3pPr>
            <a:lvl4pPr marL="1786255" indent="-356870">
              <a:lnSpc>
                <a:spcPct val="110000"/>
              </a:lnSpc>
              <a:spcBef>
                <a:spcPts val="0"/>
              </a:spcBef>
              <a:spcAft>
                <a:spcPts val="1875"/>
              </a:spcAft>
              <a:buChar char="•"/>
            </a:lvl4pPr>
            <a:lvl5pPr marL="2262505" indent="-356870">
              <a:lnSpc>
                <a:spcPct val="110000"/>
              </a:lnSpc>
              <a:spcBef>
                <a:spcPts val="0"/>
              </a:spcBef>
              <a:spcAft>
                <a:spcPts val="1875"/>
              </a:spcAft>
              <a:buChar char="•"/>
            </a:lvl5pPr>
            <a:lvl6pPr marL="2738755" indent="-356870">
              <a:lnSpc>
                <a:spcPct val="110000"/>
              </a:lnSpc>
              <a:spcBef>
                <a:spcPts val="0"/>
              </a:spcBef>
              <a:spcAft>
                <a:spcPts val="1875"/>
              </a:spcAft>
              <a:buChar char="•"/>
            </a:lvl6pPr>
            <a:lvl7pPr marL="3215005" indent="-356870">
              <a:lnSpc>
                <a:spcPct val="110000"/>
              </a:lnSpc>
              <a:spcBef>
                <a:spcPts val="0"/>
              </a:spcBef>
              <a:spcAft>
                <a:spcPts val="1875"/>
              </a:spcAft>
              <a:buChar char="•"/>
            </a:lvl7pPr>
            <a:lvl8pPr marL="3691255" indent="-356870">
              <a:lnSpc>
                <a:spcPct val="110000"/>
              </a:lnSpc>
              <a:spcBef>
                <a:spcPts val="0"/>
              </a:spcBef>
              <a:spcAft>
                <a:spcPts val="1875"/>
              </a:spcAft>
              <a:buChar char="•"/>
            </a:lvl8pPr>
            <a:lvl9pPr marL="4167505" indent="-356870">
              <a:lnSpc>
                <a:spcPct val="110000"/>
              </a:lnSpc>
              <a:spcBef>
                <a:spcPts val="0"/>
              </a:spcBef>
              <a:spcAft>
                <a:spcPts val="1875"/>
              </a:spcAft>
              <a:buChar cha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p:sp>
        <p:nvSpPr>
          <p:cNvPr id="3" name="Title"/>
          <p:cNvSpPr>
            <a:spLocks noGrp="1"/>
          </p:cNvSpPr>
          <p:nvPr>
            <p:ph type="title"/>
          </p:nvPr>
        </p:nvSpPr>
        <p:spPr>
          <a:xfrm>
            <a:off x="1071563" y="1022350"/>
            <a:ext cx="16906875" cy="1606550"/>
          </a:xfrm>
          <a:prstGeom prst="rect">
            <a:avLst/>
          </a:prstGeom>
          <a:noFill/>
          <a:ln>
            <a:noFill/>
            <a:prstDash val="solid"/>
          </a:ln>
        </p:spPr>
        <p:txBody>
          <a:bodyPr wrap="square" lIns="0" tIns="0" rIns="0" bIns="0" anchor="t">
            <a:normAutofit/>
          </a:bodyPr>
          <a:lstStyle>
            <a:defPPr algn="l">
              <a:defRPr sz="515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
        <p:nvSpPr>
          <p:cNvPr id="2" name="Left column"/>
          <p:cNvSpPr>
            <a:spLocks noGrp="1"/>
          </p:cNvSpPr>
          <p:nvPr>
            <p:ph type="body" idx="1"/>
          </p:nvPr>
        </p:nvSpPr>
        <p:spPr>
          <a:xfrm>
            <a:off x="1071563" y="3651250"/>
            <a:ext cx="7858125" cy="8178800"/>
          </a:xfrm>
          <a:prstGeom prst="rect">
            <a:avLst/>
          </a:prstGeom>
          <a:noFill/>
          <a:ln>
            <a:noFill/>
            <a:prstDash val="solid"/>
          </a:ln>
        </p:spPr>
        <p:txBody>
          <a:bodyPr wrap="square" lIns="0" tIns="0" rIns="0" bIns="0" anchor="t">
            <a:normAutofit/>
          </a:bodyPr>
          <a:lstStyle>
            <a:defPPr algn="l">
              <a:defRPr sz="3515" b="0">
                <a:solidFill>
                  <a:schemeClr val="tx1"/>
                </a:solidFill>
                <a:latin typeface="+mn-lt"/>
                <a:ea typeface="+mn-lt"/>
                <a:cs typeface="+mn-lt"/>
              </a:defRPr>
            </a:defPPr>
            <a:lvl1pPr marL="357505" indent="-356870">
              <a:lnSpc>
                <a:spcPct val="110000"/>
              </a:lnSpc>
              <a:spcBef>
                <a:spcPts val="0"/>
              </a:spcBef>
              <a:spcAft>
                <a:spcPts val="1875"/>
              </a:spcAft>
              <a:buChar char="•"/>
            </a:lvl1pPr>
            <a:lvl2pPr marL="833755" indent="-356870">
              <a:lnSpc>
                <a:spcPct val="110000"/>
              </a:lnSpc>
              <a:spcBef>
                <a:spcPts val="0"/>
              </a:spcBef>
              <a:spcAft>
                <a:spcPts val="1875"/>
              </a:spcAft>
              <a:buChar char="•"/>
            </a:lvl2pPr>
            <a:lvl3pPr marL="1310005" indent="-356870">
              <a:lnSpc>
                <a:spcPct val="110000"/>
              </a:lnSpc>
              <a:spcBef>
                <a:spcPts val="0"/>
              </a:spcBef>
              <a:spcAft>
                <a:spcPts val="1875"/>
              </a:spcAft>
              <a:buChar char="•"/>
            </a:lvl3pPr>
            <a:lvl4pPr marL="1786255" indent="-356870">
              <a:lnSpc>
                <a:spcPct val="110000"/>
              </a:lnSpc>
              <a:spcBef>
                <a:spcPts val="0"/>
              </a:spcBef>
              <a:spcAft>
                <a:spcPts val="1875"/>
              </a:spcAft>
              <a:buChar char="•"/>
            </a:lvl4pPr>
            <a:lvl5pPr marL="2262505" indent="-356870">
              <a:lnSpc>
                <a:spcPct val="110000"/>
              </a:lnSpc>
              <a:spcBef>
                <a:spcPts val="0"/>
              </a:spcBef>
              <a:spcAft>
                <a:spcPts val="1875"/>
              </a:spcAft>
              <a:buChar char="•"/>
            </a:lvl5pPr>
            <a:lvl6pPr marL="2738755" indent="-356870">
              <a:lnSpc>
                <a:spcPct val="110000"/>
              </a:lnSpc>
              <a:spcBef>
                <a:spcPts val="0"/>
              </a:spcBef>
              <a:spcAft>
                <a:spcPts val="1875"/>
              </a:spcAft>
              <a:buChar char="•"/>
            </a:lvl6pPr>
            <a:lvl7pPr marL="3215005" indent="-356870">
              <a:lnSpc>
                <a:spcPct val="110000"/>
              </a:lnSpc>
              <a:spcBef>
                <a:spcPts val="0"/>
              </a:spcBef>
              <a:spcAft>
                <a:spcPts val="1875"/>
              </a:spcAft>
              <a:buChar char="•"/>
            </a:lvl7pPr>
            <a:lvl8pPr marL="3691255" indent="-356870">
              <a:lnSpc>
                <a:spcPct val="110000"/>
              </a:lnSpc>
              <a:spcBef>
                <a:spcPts val="0"/>
              </a:spcBef>
              <a:spcAft>
                <a:spcPts val="1875"/>
              </a:spcAft>
              <a:buChar char="•"/>
            </a:lvl8pPr>
            <a:lvl9pPr marL="4167505" indent="-356870">
              <a:lnSpc>
                <a:spcPct val="110000"/>
              </a:lnSpc>
              <a:spcBef>
                <a:spcPts val="0"/>
              </a:spcBef>
              <a:spcAft>
                <a:spcPts val="1875"/>
              </a:spcAft>
              <a:buChar cha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050" name="PHAST-DP"/>
          <p:cNvSpPr>
            <a:spLocks noGrp="1"/>
          </p:cNvSpPr>
          <p:nvPr/>
        </p:nvSpPr>
        <p:spPr>
          <a:xfrm>
            <a:off x="0" y="142875"/>
            <a:ext cx="17145000" cy="571500"/>
          </a:xfrm>
          <a:prstGeom prst="rect">
            <a:avLst/>
          </a:prstGeom>
          <a:noFill/>
          <a:ln w="0">
            <a:noFill/>
          </a:ln>
        </p:spPr>
        <p:txBody>
          <a:bodyPr wrap="none" lIns="0" tIns="0" rIns="0" bIns="0" anchor="ctr">
            <a:noAutofit/>
          </a:bodyPr>
          <a:lstStyle>
            <a:defPPr algn="ctr">
              <a:defRPr sz="3415" b="1" i="0">
                <a:solidFill>
                  <a:srgbClr val="1B1B1B"/>
                </a:solidFill>
                <a:latin typeface="Times New Roman" panose="02020503050405090304"/>
                <a:ea typeface="Times New Roman" panose="02020503050405090304"/>
                <a:cs typeface="Times New Roman" panose="02020503050405090304"/>
              </a:defRPr>
            </a:defPPr>
          </a:lstStyle>
          <a:p>
            <a:pPr algn="ctr">
              <a:defRPr sz="3415" b="1" i="0">
                <a:solidFill>
                  <a:srgbClr val="1B1B1B"/>
                </a:solidFill>
                <a:latin typeface="Times New Roman" panose="02020503050405090304"/>
                <a:ea typeface="Times New Roman" panose="02020503050405090304"/>
                <a:cs typeface="Times New Roman" panose="02020503050405090304"/>
              </a:defRPr>
            </a:pPr>
            <a:r>
              <a:rPr sz="3415" b="1" i="0">
                <a:solidFill>
                  <a:srgbClr val="1B1B1B"/>
                </a:solidFill>
                <a:latin typeface="Times New Roman" panose="02020503050405090304"/>
                <a:ea typeface="Times New Roman" panose="02020503050405090304"/>
                <a:cs typeface="Times New Roman" panose="02020503050405090304"/>
              </a:rPr>
              <a:t>PHAST-DP</a:t>
            </a:r>
            <a:endParaRPr sz="3415" b="1" i="0">
              <a:solidFill>
                <a:srgbClr val="1B1B1B"/>
              </a:solidFill>
              <a:latin typeface="Times New Roman" panose="02020503050405090304"/>
              <a:ea typeface="Times New Roman" panose="02020503050405090304"/>
              <a:cs typeface="Times New Roman" panose="02020503050405090304"/>
            </a:endParaRPr>
          </a:p>
        </p:txBody>
      </p:sp>
      <p:sp>
        <p:nvSpPr>
          <p:cNvPr id="2" name="(a) Heterogeneous resource representation"/>
          <p:cNvSpPr>
            <a:spLocks noGrp="1"/>
          </p:cNvSpPr>
          <p:nvPr/>
        </p:nvSpPr>
        <p:spPr>
          <a:xfrm>
            <a:off x="10763250" y="904875"/>
            <a:ext cx="6048375" cy="3000375"/>
          </a:xfrm>
          <a:prstGeom prst="rect">
            <a:avLst/>
          </a:prstGeom>
          <a:solidFill>
            <a:srgbClr val="FFFFFF"/>
          </a:solidFill>
          <a:ln w="15945">
            <a:solidFill>
              <a:srgbClr val="315B79"/>
            </a:solidFill>
            <a:prstDash val="solid"/>
          </a:ln>
        </p:spPr>
      </p:sp>
      <p:sp>
        <p:nvSpPr>
          <p:cNvPr id="3" name="(a) Heterogeneous resource representation"/>
          <p:cNvSpPr>
            <a:spLocks noGrp="1"/>
          </p:cNvSpPr>
          <p:nvPr/>
        </p:nvSpPr>
        <p:spPr>
          <a:xfrm>
            <a:off x="10953750" y="1047750"/>
            <a:ext cx="5667375" cy="714375"/>
          </a:xfrm>
          <a:prstGeom prst="rect">
            <a:avLst/>
          </a:prstGeom>
          <a:noFill/>
          <a:ln w="0">
            <a:noFill/>
          </a:ln>
        </p:spPr>
        <p:txBody>
          <a:bodyPr wrap="none" lIns="0" tIns="0" rIns="0" bIns="0" anchor="ctr">
            <a:noAutofit/>
          </a:bodyPr>
          <a:lstStyle>
            <a:defPPr algn="l">
              <a:defRPr sz="2329" b="1" i="0">
                <a:solidFill>
                  <a:srgbClr val="315B79"/>
                </a:solidFill>
                <a:latin typeface="Times New Roman" panose="02020503050405090304"/>
                <a:ea typeface="Times New Roman" panose="02020503050405090304"/>
                <a:cs typeface="Times New Roman" panose="02020503050405090304"/>
              </a:defRPr>
            </a:defPPr>
          </a:lstStyle>
          <a:p>
            <a:pPr algn="l">
              <a:defRPr sz="2329" b="1" i="0">
                <a:solidFill>
                  <a:srgbClr val="315B79"/>
                </a:solidFill>
                <a:latin typeface="Times New Roman" panose="02020503050405090304"/>
                <a:ea typeface="Times New Roman" panose="02020503050405090304"/>
                <a:cs typeface="Times New Roman" panose="02020503050405090304"/>
              </a:defRPr>
            </a:pPr>
            <a:r>
              <a:rPr sz="2329" b="1" i="0">
                <a:solidFill>
                  <a:srgbClr val="315B79"/>
                </a:solidFill>
                <a:latin typeface="Times New Roman" panose="02020503050405090304"/>
                <a:ea typeface="Times New Roman" panose="02020503050405090304"/>
                <a:cs typeface="Times New Roman" panose="02020503050405090304"/>
              </a:rPr>
              <a:t>(a) Heterogeneous resource representation</a:t>
            </a:r>
            <a:endParaRPr sz="2329" b="1" i="0">
              <a:solidFill>
                <a:srgbClr val="315B79"/>
              </a:solidFill>
              <a:latin typeface="Times New Roman" panose="02020503050405090304"/>
              <a:ea typeface="Times New Roman" panose="02020503050405090304"/>
              <a:cs typeface="Times New Roman" panose="02020503050405090304"/>
            </a:endParaRPr>
          </a:p>
        </p:txBody>
      </p:sp>
      <p:sp>
        <p:nvSpPr>
          <p:cNvPr id="4" name="line-1"/>
          <p:cNvSpPr>
            <a:spLocks noGrp="1"/>
          </p:cNvSpPr>
          <p:nvPr/>
        </p:nvSpPr>
        <p:spPr>
          <a:xfrm>
            <a:off x="10953750" y="1781175"/>
            <a:ext cx="5667375" cy="95"/>
          </a:xfrm>
          <a:custGeom>
            <a:avLst/>
            <a:gdLst/>
            <a:ahLst/>
            <a:cxnLst/>
            <a:pathLst>
              <a:path w="11430000" h="95">
                <a:moveTo>
                  <a:pt x="0" y="0"/>
                </a:moveTo>
                <a:lnTo>
                  <a:pt x="11430000" y="0"/>
                </a:lnTo>
              </a:path>
            </a:pathLst>
          </a:custGeom>
          <a:noFill/>
          <a:ln w="7620">
            <a:solidFill>
              <a:srgbClr val="315B79"/>
            </a:solidFill>
            <a:prstDash val="solid"/>
          </a:ln>
        </p:spPr>
      </p:sp>
      <p:sp>
        <p:nvSpPr>
          <p:cNvPr id="5" name="(b) Process-informed supervision&#10;and pattern clustering"/>
          <p:cNvSpPr>
            <a:spLocks noGrp="1"/>
          </p:cNvSpPr>
          <p:nvPr/>
        </p:nvSpPr>
        <p:spPr>
          <a:xfrm>
            <a:off x="10763250" y="4143375"/>
            <a:ext cx="6048375" cy="9048750"/>
          </a:xfrm>
          <a:prstGeom prst="rect">
            <a:avLst/>
          </a:prstGeom>
          <a:solidFill>
            <a:srgbClr val="FFFFFF"/>
          </a:solidFill>
          <a:ln w="15945">
            <a:solidFill>
              <a:srgbClr val="805431"/>
            </a:solidFill>
            <a:prstDash val="solid"/>
          </a:ln>
        </p:spPr>
      </p:sp>
      <p:sp>
        <p:nvSpPr>
          <p:cNvPr id="6" name="(b) Process-informed supervision&#10;and pattern clustering"/>
          <p:cNvSpPr>
            <a:spLocks noGrp="1"/>
          </p:cNvSpPr>
          <p:nvPr/>
        </p:nvSpPr>
        <p:spPr>
          <a:xfrm>
            <a:off x="10953750" y="4257675"/>
            <a:ext cx="5667375" cy="666750"/>
          </a:xfrm>
          <a:prstGeom prst="rect">
            <a:avLst/>
          </a:prstGeom>
          <a:noFill/>
          <a:ln w="0">
            <a:noFill/>
          </a:ln>
        </p:spPr>
        <p:txBody>
          <a:bodyPr wrap="none" lIns="0" tIns="0" rIns="0" bIns="0" anchor="ctr">
            <a:noAutofit/>
          </a:bodyPr>
          <a:lstStyle>
            <a:defPPr algn="l">
              <a:defRPr sz="2329" b="1" i="0">
                <a:solidFill>
                  <a:srgbClr val="805431"/>
                </a:solidFill>
                <a:latin typeface="Times New Roman" panose="02020503050405090304"/>
                <a:ea typeface="Times New Roman" panose="02020503050405090304"/>
                <a:cs typeface="Times New Roman" panose="02020503050405090304"/>
              </a:defRPr>
            </a:defPPr>
          </a:lstStyle>
          <a:p>
            <a:pPr algn="l">
              <a:lnSpc>
                <a:spcPct val="95000"/>
              </a:lnSpc>
              <a:defRPr sz="2329" b="1" i="0">
                <a:solidFill>
                  <a:srgbClr val="805431"/>
                </a:solidFill>
                <a:latin typeface="Times New Roman" panose="02020503050405090304"/>
                <a:ea typeface="Times New Roman" panose="02020503050405090304"/>
                <a:cs typeface="Times New Roman" panose="02020503050405090304"/>
              </a:defRPr>
            </a:pPr>
            <a:r>
              <a:rPr sz="2329" b="1" i="0">
                <a:solidFill>
                  <a:srgbClr val="805431"/>
                </a:solidFill>
                <a:latin typeface="Times New Roman" panose="02020503050405090304"/>
                <a:ea typeface="Times New Roman" panose="02020503050405090304"/>
                <a:cs typeface="Times New Roman" panose="02020503050405090304"/>
              </a:rPr>
              <a:t>(b) Process-informed supervision</a:t>
            </a:r>
            <a:endParaRPr sz="2329" b="1" i="0">
              <a:solidFill>
                <a:srgbClr val="805431"/>
              </a:solidFill>
              <a:latin typeface="Times New Roman" panose="02020503050405090304"/>
              <a:ea typeface="Times New Roman" panose="02020503050405090304"/>
              <a:cs typeface="Times New Roman" panose="02020503050405090304"/>
            </a:endParaRPr>
          </a:p>
          <a:p>
            <a:pPr algn="l">
              <a:lnSpc>
                <a:spcPct val="95000"/>
              </a:lnSpc>
              <a:defRPr sz="2329" b="1" i="0">
                <a:solidFill>
                  <a:srgbClr val="805431"/>
                </a:solidFill>
                <a:latin typeface="Times New Roman" panose="02020503050405090304"/>
                <a:ea typeface="Times New Roman" panose="02020503050405090304"/>
                <a:cs typeface="Times New Roman" panose="02020503050405090304"/>
              </a:defRPr>
            </a:pPr>
            <a:r>
              <a:rPr sz="2329" b="1" i="0">
                <a:solidFill>
                  <a:srgbClr val="805431"/>
                </a:solidFill>
                <a:latin typeface="Times New Roman" panose="02020503050405090304"/>
                <a:ea typeface="Times New Roman" panose="02020503050405090304"/>
                <a:cs typeface="Times New Roman" panose="02020503050405090304"/>
              </a:rPr>
              <a:t>and pattern clustering</a:t>
            </a:r>
            <a:endParaRPr sz="2329" b="1" i="0">
              <a:solidFill>
                <a:srgbClr val="805431"/>
              </a:solidFill>
              <a:latin typeface="Times New Roman" panose="02020503050405090304"/>
              <a:ea typeface="Times New Roman" panose="02020503050405090304"/>
              <a:cs typeface="Times New Roman" panose="02020503050405090304"/>
            </a:endParaRPr>
          </a:p>
        </p:txBody>
      </p:sp>
      <p:sp>
        <p:nvSpPr>
          <p:cNvPr id="7" name="line-2"/>
          <p:cNvSpPr>
            <a:spLocks noGrp="1"/>
          </p:cNvSpPr>
          <p:nvPr/>
        </p:nvSpPr>
        <p:spPr>
          <a:xfrm>
            <a:off x="10953750" y="5019675"/>
            <a:ext cx="5667375" cy="95"/>
          </a:xfrm>
          <a:custGeom>
            <a:avLst/>
            <a:gdLst/>
            <a:ahLst/>
            <a:cxnLst/>
            <a:pathLst>
              <a:path w="4762500" h="95">
                <a:moveTo>
                  <a:pt x="0" y="0"/>
                </a:moveTo>
                <a:lnTo>
                  <a:pt x="4762500" y="0"/>
                </a:lnTo>
              </a:path>
            </a:pathLst>
          </a:custGeom>
          <a:noFill/>
          <a:ln w="7620">
            <a:solidFill>
              <a:srgbClr val="805431"/>
            </a:solidFill>
            <a:prstDash val="solid"/>
          </a:ln>
        </p:spPr>
      </p:sp>
      <p:sp>
        <p:nvSpPr>
          <p:cNvPr id="8" name="Prediction network"/>
          <p:cNvSpPr>
            <a:spLocks noGrp="1"/>
          </p:cNvSpPr>
          <p:nvPr/>
        </p:nvSpPr>
        <p:spPr>
          <a:xfrm>
            <a:off x="1090612" y="4286250"/>
            <a:ext cx="8551069" cy="12537281"/>
          </a:xfrm>
          <a:prstGeom prst="rect">
            <a:avLst/>
          </a:prstGeom>
          <a:solidFill>
            <a:srgbClr val="F7F9FA"/>
          </a:solidFill>
          <a:ln w="25692">
            <a:solidFill>
              <a:srgbClr val="344453"/>
            </a:solidFill>
            <a:prstDash val="solid"/>
          </a:ln>
        </p:spPr>
      </p:sp>
      <p:sp>
        <p:nvSpPr>
          <p:cNvPr id="9" name="Prediction network"/>
          <p:cNvSpPr>
            <a:spLocks noGrp="1"/>
          </p:cNvSpPr>
          <p:nvPr/>
        </p:nvSpPr>
        <p:spPr>
          <a:xfrm>
            <a:off x="1347788" y="4440555"/>
            <a:ext cx="8036719" cy="475774"/>
          </a:xfrm>
          <a:prstGeom prst="rect">
            <a:avLst/>
          </a:prstGeom>
          <a:noFill/>
          <a:ln w="0">
            <a:noFill/>
          </a:ln>
        </p:spPr>
        <p:txBody>
          <a:bodyPr wrap="none" lIns="0" tIns="0" rIns="0" bIns="0" anchor="ctr">
            <a:noAutofit/>
          </a:bodyPr>
          <a:lstStyle>
            <a:defPPr algn="l">
              <a:defRPr sz="3144" b="1" i="0">
                <a:solidFill>
                  <a:srgbClr val="344453"/>
                </a:solidFill>
                <a:latin typeface="Times New Roman" panose="02020503050405090304"/>
                <a:ea typeface="Times New Roman" panose="02020503050405090304"/>
                <a:cs typeface="Times New Roman" panose="02020503050405090304"/>
              </a:defRPr>
            </a:defPPr>
          </a:lstStyle>
          <a:p>
            <a:pPr algn="l">
              <a:defRPr sz="3144" b="1" i="0">
                <a:solidFill>
                  <a:srgbClr val="344453"/>
                </a:solidFill>
                <a:latin typeface="Times New Roman" panose="02020503050405090304"/>
                <a:ea typeface="Times New Roman" panose="02020503050405090304"/>
                <a:cs typeface="Times New Roman" panose="02020503050405090304"/>
              </a:defRPr>
            </a:pPr>
            <a:r>
              <a:rPr sz="3144" b="1" i="0">
                <a:solidFill>
                  <a:srgbClr val="344453"/>
                </a:solidFill>
                <a:latin typeface="Times New Roman" panose="02020503050405090304"/>
                <a:ea typeface="Times New Roman" panose="02020503050405090304"/>
                <a:cs typeface="Times New Roman" panose="02020503050405090304"/>
              </a:rPr>
              <a:t>Prediction network</a:t>
            </a:r>
            <a:endParaRPr sz="3144" b="1" i="0">
              <a:solidFill>
                <a:srgbClr val="344453"/>
              </a:solidFill>
              <a:latin typeface="Times New Roman" panose="02020503050405090304"/>
              <a:ea typeface="Times New Roman" panose="02020503050405090304"/>
              <a:cs typeface="Times New Roman" panose="02020503050405090304"/>
            </a:endParaRPr>
          </a:p>
        </p:txBody>
      </p:sp>
      <p:sp>
        <p:nvSpPr>
          <p:cNvPr id="10" name="line-3"/>
          <p:cNvSpPr>
            <a:spLocks noGrp="1"/>
          </p:cNvSpPr>
          <p:nvPr/>
        </p:nvSpPr>
        <p:spPr>
          <a:xfrm>
            <a:off x="1347788" y="5032058"/>
            <a:ext cx="8036719" cy="128"/>
          </a:xfrm>
          <a:custGeom>
            <a:avLst/>
            <a:gdLst/>
            <a:ahLst/>
            <a:cxnLst/>
            <a:pathLst>
              <a:path w="5953125" h="95">
                <a:moveTo>
                  <a:pt x="0" y="0"/>
                </a:moveTo>
                <a:lnTo>
                  <a:pt x="5953125" y="0"/>
                </a:lnTo>
              </a:path>
            </a:pathLst>
          </a:custGeom>
          <a:noFill/>
          <a:ln w="10287">
            <a:solidFill>
              <a:srgbClr val="344453"/>
            </a:solidFill>
            <a:prstDash val="solid"/>
          </a:ln>
        </p:spPr>
      </p:sp>
      <p:sp>
        <p:nvSpPr>
          <p:cNvPr id="11" name="(c) Delay-conditioned interaction"/>
          <p:cNvSpPr>
            <a:spLocks noGrp="1"/>
          </p:cNvSpPr>
          <p:nvPr/>
        </p:nvSpPr>
        <p:spPr>
          <a:xfrm>
            <a:off x="10763250" y="13525500"/>
            <a:ext cx="6048375" cy="9048750"/>
          </a:xfrm>
          <a:prstGeom prst="rect">
            <a:avLst/>
          </a:prstGeom>
          <a:solidFill>
            <a:srgbClr val="FFFFFF"/>
          </a:solidFill>
          <a:ln w="15945">
            <a:solidFill>
              <a:srgbClr val="315F46"/>
            </a:solidFill>
            <a:prstDash val="solid"/>
          </a:ln>
        </p:spPr>
      </p:sp>
      <p:sp>
        <p:nvSpPr>
          <p:cNvPr id="12" name="(c) Delay-conditioned interaction"/>
          <p:cNvSpPr>
            <a:spLocks noGrp="1"/>
          </p:cNvSpPr>
          <p:nvPr/>
        </p:nvSpPr>
        <p:spPr>
          <a:xfrm>
            <a:off x="10953750" y="13639800"/>
            <a:ext cx="5667375" cy="400050"/>
          </a:xfrm>
          <a:prstGeom prst="rect">
            <a:avLst/>
          </a:prstGeom>
          <a:noFill/>
          <a:ln w="0">
            <a:noFill/>
          </a:ln>
        </p:spPr>
        <p:txBody>
          <a:bodyPr wrap="none" lIns="0" tIns="0" rIns="0" bIns="0" anchor="ctr">
            <a:noAutofit/>
          </a:bodyPr>
          <a:lstStyle>
            <a:defPPr algn="l">
              <a:defRPr sz="2329" b="1" i="0">
                <a:solidFill>
                  <a:srgbClr val="315F46"/>
                </a:solidFill>
                <a:latin typeface="Times New Roman" panose="02020503050405090304"/>
                <a:ea typeface="Times New Roman" panose="02020503050405090304"/>
                <a:cs typeface="Times New Roman" panose="02020503050405090304"/>
              </a:defRPr>
            </a:defPPr>
          </a:lstStyle>
          <a:p>
            <a:pPr algn="l">
              <a:defRPr sz="2329" b="1" i="0">
                <a:solidFill>
                  <a:srgbClr val="315F46"/>
                </a:solidFill>
                <a:latin typeface="Times New Roman" panose="02020503050405090304"/>
                <a:ea typeface="Times New Roman" panose="02020503050405090304"/>
                <a:cs typeface="Times New Roman" panose="02020503050405090304"/>
              </a:defRPr>
            </a:pPr>
            <a:r>
              <a:rPr sz="2329" b="1" i="0">
                <a:solidFill>
                  <a:srgbClr val="315F46"/>
                </a:solidFill>
                <a:latin typeface="Times New Roman" panose="02020503050405090304"/>
                <a:ea typeface="Times New Roman" panose="02020503050405090304"/>
                <a:cs typeface="Times New Roman" panose="02020503050405090304"/>
              </a:rPr>
              <a:t>(c) Delay-conditioned interaction</a:t>
            </a:r>
            <a:endParaRPr sz="2329" b="1" i="0">
              <a:solidFill>
                <a:srgbClr val="315F46"/>
              </a:solidFill>
              <a:latin typeface="Times New Roman" panose="02020503050405090304"/>
              <a:ea typeface="Times New Roman" panose="02020503050405090304"/>
              <a:cs typeface="Times New Roman" panose="02020503050405090304"/>
            </a:endParaRPr>
          </a:p>
        </p:txBody>
      </p:sp>
      <p:sp>
        <p:nvSpPr>
          <p:cNvPr id="13" name="line-4"/>
          <p:cNvSpPr>
            <a:spLocks noGrp="1"/>
          </p:cNvSpPr>
          <p:nvPr/>
        </p:nvSpPr>
        <p:spPr>
          <a:xfrm>
            <a:off x="10953750" y="14116050"/>
            <a:ext cx="5667375" cy="95"/>
          </a:xfrm>
          <a:custGeom>
            <a:avLst/>
            <a:gdLst/>
            <a:ahLst/>
            <a:cxnLst/>
            <a:pathLst>
              <a:path w="5762625" h="95">
                <a:moveTo>
                  <a:pt x="0" y="0"/>
                </a:moveTo>
                <a:lnTo>
                  <a:pt x="5762625" y="0"/>
                </a:lnTo>
              </a:path>
            </a:pathLst>
          </a:custGeom>
          <a:noFill/>
          <a:ln w="7620">
            <a:solidFill>
              <a:srgbClr val="315F46"/>
            </a:solidFill>
            <a:prstDash val="solid"/>
          </a:ln>
        </p:spPr>
      </p:sp>
      <p:sp>
        <p:nvSpPr>
          <p:cNvPr id="14" name="Structured bottleneck report"/>
          <p:cNvSpPr>
            <a:spLocks noGrp="1"/>
          </p:cNvSpPr>
          <p:nvPr/>
        </p:nvSpPr>
        <p:spPr>
          <a:xfrm>
            <a:off x="1190625" y="17240250"/>
            <a:ext cx="8293894" cy="5336381"/>
          </a:xfrm>
          <a:prstGeom prst="rect">
            <a:avLst/>
          </a:prstGeom>
          <a:solidFill>
            <a:srgbClr val="FFFFFF"/>
          </a:solidFill>
          <a:ln w="21526">
            <a:solidFill>
              <a:srgbClr val="315B79"/>
            </a:solidFill>
            <a:prstDash val="solid"/>
          </a:ln>
        </p:spPr>
      </p:sp>
      <p:sp>
        <p:nvSpPr>
          <p:cNvPr id="15" name="Structured bottleneck report"/>
          <p:cNvSpPr>
            <a:spLocks noGrp="1"/>
          </p:cNvSpPr>
          <p:nvPr/>
        </p:nvSpPr>
        <p:spPr>
          <a:xfrm>
            <a:off x="1447800" y="17394555"/>
            <a:ext cx="7779544" cy="475774"/>
          </a:xfrm>
          <a:prstGeom prst="rect">
            <a:avLst/>
          </a:prstGeom>
          <a:noFill/>
          <a:ln w="0">
            <a:noFill/>
          </a:ln>
        </p:spPr>
        <p:txBody>
          <a:bodyPr wrap="none" lIns="0" tIns="0" rIns="0" bIns="0" anchor="ctr">
            <a:noAutofit/>
          </a:bodyPr>
          <a:lstStyle>
            <a:defPPr algn="l">
              <a:defRPr sz="3144" b="1" i="0">
                <a:solidFill>
                  <a:srgbClr val="315B79"/>
                </a:solidFill>
                <a:latin typeface="Times New Roman" panose="02020503050405090304"/>
                <a:ea typeface="Times New Roman" panose="02020503050405090304"/>
                <a:cs typeface="Times New Roman" panose="02020503050405090304"/>
              </a:defRPr>
            </a:defPPr>
          </a:lstStyle>
          <a:p>
            <a:pPr algn="l">
              <a:defRPr sz="3144" b="1" i="0">
                <a:solidFill>
                  <a:srgbClr val="315B79"/>
                </a:solidFill>
                <a:latin typeface="Times New Roman" panose="02020503050405090304"/>
                <a:ea typeface="Times New Roman" panose="02020503050405090304"/>
                <a:cs typeface="Times New Roman" panose="02020503050405090304"/>
              </a:defRPr>
            </a:pPr>
            <a:r>
              <a:rPr sz="3144" b="1" i="0">
                <a:solidFill>
                  <a:srgbClr val="315B79"/>
                </a:solidFill>
                <a:latin typeface="Times New Roman" panose="02020503050405090304"/>
                <a:ea typeface="Times New Roman" panose="02020503050405090304"/>
                <a:cs typeface="Times New Roman" panose="02020503050405090304"/>
              </a:rPr>
              <a:t>Structured bottleneck report</a:t>
            </a:r>
            <a:endParaRPr sz="3144" b="1" i="0">
              <a:solidFill>
                <a:srgbClr val="315B79"/>
              </a:solidFill>
              <a:latin typeface="Times New Roman" panose="02020503050405090304"/>
              <a:ea typeface="Times New Roman" panose="02020503050405090304"/>
              <a:cs typeface="Times New Roman" panose="02020503050405090304"/>
            </a:endParaRPr>
          </a:p>
        </p:txBody>
      </p:sp>
      <p:sp>
        <p:nvSpPr>
          <p:cNvPr id="16" name="line-5"/>
          <p:cNvSpPr>
            <a:spLocks noGrp="1"/>
          </p:cNvSpPr>
          <p:nvPr/>
        </p:nvSpPr>
        <p:spPr>
          <a:xfrm>
            <a:off x="1447800" y="17986058"/>
            <a:ext cx="7779544" cy="128"/>
          </a:xfrm>
          <a:custGeom>
            <a:avLst/>
            <a:gdLst/>
            <a:ahLst/>
            <a:cxnLst/>
            <a:pathLst>
              <a:path w="5762625" h="95">
                <a:moveTo>
                  <a:pt x="0" y="0"/>
                </a:moveTo>
                <a:lnTo>
                  <a:pt x="5762625" y="0"/>
                </a:lnTo>
              </a:path>
            </a:pathLst>
          </a:custGeom>
          <a:noFill/>
          <a:ln w="10287">
            <a:solidFill>
              <a:srgbClr val="315B79"/>
            </a:solidFill>
            <a:prstDash val="solid"/>
          </a:ln>
        </p:spPr>
      </p:sp>
      <p:sp>
        <p:nvSpPr>
          <p:cNvPr id="17" name="line-6"/>
          <p:cNvSpPr>
            <a:spLocks noGrp="1"/>
          </p:cNvSpPr>
          <p:nvPr/>
        </p:nvSpPr>
        <p:spPr>
          <a:xfrm>
            <a:off x="11620500" y="2733675"/>
            <a:ext cx="1400175" cy="95"/>
          </a:xfrm>
          <a:custGeom>
            <a:avLst/>
            <a:gdLst/>
            <a:ahLst/>
            <a:cxnLst/>
            <a:pathLst>
              <a:path w="1400175" h="95">
                <a:moveTo>
                  <a:pt x="0" y="0"/>
                </a:moveTo>
                <a:lnTo>
                  <a:pt x="1400175" y="0"/>
                </a:lnTo>
              </a:path>
            </a:pathLst>
          </a:custGeom>
          <a:noFill/>
          <a:ln w="23622">
            <a:solidFill>
              <a:srgbClr val="315B79"/>
            </a:solidFill>
            <a:prstDash val="solid"/>
          </a:ln>
        </p:spPr>
      </p:sp>
      <p:sp>
        <p:nvSpPr>
          <p:cNvPr id="18" name="line-7"/>
          <p:cNvSpPr>
            <a:spLocks noGrp="1"/>
          </p:cNvSpPr>
          <p:nvPr/>
        </p:nvSpPr>
        <p:spPr>
          <a:xfrm>
            <a:off x="13020675" y="2733675"/>
            <a:ext cx="1371600" cy="95"/>
          </a:xfrm>
          <a:custGeom>
            <a:avLst/>
            <a:gdLst/>
            <a:ahLst/>
            <a:cxnLst/>
            <a:pathLst>
              <a:path w="1371600" h="95">
                <a:moveTo>
                  <a:pt x="0" y="0"/>
                </a:moveTo>
                <a:lnTo>
                  <a:pt x="1371600" y="0"/>
                </a:lnTo>
              </a:path>
            </a:pathLst>
          </a:custGeom>
          <a:noFill/>
          <a:ln w="23622">
            <a:solidFill>
              <a:srgbClr val="315B79"/>
            </a:solidFill>
            <a:prstDash val="solid"/>
          </a:ln>
        </p:spPr>
      </p:sp>
      <p:sp>
        <p:nvSpPr>
          <p:cNvPr id="19" name="line-8"/>
          <p:cNvSpPr>
            <a:spLocks noGrp="1"/>
          </p:cNvSpPr>
          <p:nvPr/>
        </p:nvSpPr>
        <p:spPr>
          <a:xfrm>
            <a:off x="11620500" y="2219325"/>
            <a:ext cx="628650" cy="514350"/>
          </a:xfrm>
          <a:custGeom>
            <a:avLst/>
            <a:gdLst/>
            <a:ahLst/>
            <a:cxnLst/>
            <a:pathLst>
              <a:path w="628650" h="514350">
                <a:moveTo>
                  <a:pt x="628650" y="0"/>
                </a:moveTo>
                <a:lnTo>
                  <a:pt x="0" y="514350"/>
                </a:lnTo>
              </a:path>
            </a:pathLst>
          </a:custGeom>
          <a:noFill/>
          <a:ln w="14173">
            <a:solidFill>
              <a:srgbClr val="315B79"/>
            </a:solidFill>
            <a:prstDash val="solid"/>
          </a:ln>
        </p:spPr>
      </p:sp>
      <p:sp>
        <p:nvSpPr>
          <p:cNvPr id="20" name="line-9"/>
          <p:cNvSpPr>
            <a:spLocks noGrp="1"/>
          </p:cNvSpPr>
          <p:nvPr/>
        </p:nvSpPr>
        <p:spPr>
          <a:xfrm>
            <a:off x="12249150" y="2219325"/>
            <a:ext cx="771525" cy="514350"/>
          </a:xfrm>
          <a:custGeom>
            <a:avLst/>
            <a:gdLst/>
            <a:ahLst/>
            <a:cxnLst/>
            <a:pathLst>
              <a:path w="771525" h="514350">
                <a:moveTo>
                  <a:pt x="0" y="0"/>
                </a:moveTo>
                <a:lnTo>
                  <a:pt x="771525" y="514350"/>
                </a:lnTo>
              </a:path>
            </a:pathLst>
          </a:custGeom>
          <a:noFill/>
          <a:ln w="14173">
            <a:solidFill>
              <a:srgbClr val="315B79"/>
            </a:solidFill>
            <a:prstDash val="solid"/>
          </a:ln>
        </p:spPr>
      </p:sp>
      <p:sp>
        <p:nvSpPr>
          <p:cNvPr id="21" name="line-10"/>
          <p:cNvSpPr>
            <a:spLocks noGrp="1"/>
          </p:cNvSpPr>
          <p:nvPr/>
        </p:nvSpPr>
        <p:spPr>
          <a:xfrm>
            <a:off x="13020675" y="2733675"/>
            <a:ext cx="676275" cy="514350"/>
          </a:xfrm>
          <a:custGeom>
            <a:avLst/>
            <a:gdLst/>
            <a:ahLst/>
            <a:cxnLst/>
            <a:pathLst>
              <a:path w="676275" h="514350">
                <a:moveTo>
                  <a:pt x="676275" y="514350"/>
                </a:moveTo>
                <a:lnTo>
                  <a:pt x="0" y="0"/>
                </a:lnTo>
              </a:path>
            </a:pathLst>
          </a:custGeom>
          <a:noFill/>
          <a:ln w="14173">
            <a:solidFill>
              <a:srgbClr val="315B79"/>
            </a:solidFill>
            <a:prstDash val="solid"/>
          </a:ln>
        </p:spPr>
      </p:sp>
      <p:sp>
        <p:nvSpPr>
          <p:cNvPr id="22" name="line-11"/>
          <p:cNvSpPr>
            <a:spLocks noGrp="1"/>
          </p:cNvSpPr>
          <p:nvPr/>
        </p:nvSpPr>
        <p:spPr>
          <a:xfrm>
            <a:off x="13696950" y="2733675"/>
            <a:ext cx="695325" cy="514350"/>
          </a:xfrm>
          <a:custGeom>
            <a:avLst/>
            <a:gdLst/>
            <a:ahLst/>
            <a:cxnLst/>
            <a:pathLst>
              <a:path w="695325" h="514350">
                <a:moveTo>
                  <a:pt x="0" y="514350"/>
                </a:moveTo>
                <a:lnTo>
                  <a:pt x="695325" y="0"/>
                </a:lnTo>
              </a:path>
            </a:pathLst>
          </a:custGeom>
          <a:noFill/>
          <a:ln w="14173">
            <a:solidFill>
              <a:srgbClr val="315B79"/>
            </a:solidFill>
            <a:prstDash val="solid"/>
          </a:ln>
        </p:spPr>
      </p:sp>
      <p:sp>
        <p:nvSpPr>
          <p:cNvPr id="23" name="line-12"/>
          <p:cNvSpPr>
            <a:spLocks noGrp="1"/>
          </p:cNvSpPr>
          <p:nvPr/>
        </p:nvSpPr>
        <p:spPr>
          <a:xfrm>
            <a:off x="11249025" y="2190750"/>
            <a:ext cx="371475" cy="542925"/>
          </a:xfrm>
          <a:custGeom>
            <a:avLst/>
            <a:gdLst/>
            <a:ahLst/>
            <a:cxnLst/>
            <a:pathLst>
              <a:path w="371475" h="542925">
                <a:moveTo>
                  <a:pt x="0" y="0"/>
                </a:moveTo>
                <a:lnTo>
                  <a:pt x="371475" y="542925"/>
                </a:lnTo>
              </a:path>
            </a:pathLst>
          </a:custGeom>
          <a:noFill/>
          <a:ln w="14173">
            <a:solidFill>
              <a:srgbClr val="728FA4"/>
            </a:solidFill>
            <a:prstDash val="dash"/>
          </a:ln>
        </p:spPr>
      </p:sp>
      <p:sp>
        <p:nvSpPr>
          <p:cNvPr id="24" name="line-13"/>
          <p:cNvSpPr>
            <a:spLocks noGrp="1"/>
          </p:cNvSpPr>
          <p:nvPr/>
        </p:nvSpPr>
        <p:spPr>
          <a:xfrm>
            <a:off x="11249025" y="2190750"/>
            <a:ext cx="1771650" cy="542925"/>
          </a:xfrm>
          <a:custGeom>
            <a:avLst/>
            <a:gdLst/>
            <a:ahLst/>
            <a:cxnLst/>
            <a:pathLst>
              <a:path w="1771650" h="542925">
                <a:moveTo>
                  <a:pt x="0" y="0"/>
                </a:moveTo>
                <a:lnTo>
                  <a:pt x="1771650" y="542925"/>
                </a:lnTo>
              </a:path>
            </a:pathLst>
          </a:custGeom>
          <a:noFill/>
          <a:ln w="14173">
            <a:solidFill>
              <a:srgbClr val="728FA4"/>
            </a:solidFill>
            <a:prstDash val="dash"/>
          </a:ln>
        </p:spPr>
      </p:sp>
      <p:sp>
        <p:nvSpPr>
          <p:cNvPr id="25" name="line-14"/>
          <p:cNvSpPr>
            <a:spLocks noGrp="1"/>
          </p:cNvSpPr>
          <p:nvPr/>
        </p:nvSpPr>
        <p:spPr>
          <a:xfrm>
            <a:off x="13020675" y="2200275"/>
            <a:ext cx="1714500" cy="533400"/>
          </a:xfrm>
          <a:custGeom>
            <a:avLst/>
            <a:gdLst/>
            <a:ahLst/>
            <a:cxnLst/>
            <a:pathLst>
              <a:path w="1714500" h="533400">
                <a:moveTo>
                  <a:pt x="1714500" y="0"/>
                </a:moveTo>
                <a:lnTo>
                  <a:pt x="0" y="533400"/>
                </a:lnTo>
              </a:path>
            </a:pathLst>
          </a:custGeom>
          <a:noFill/>
          <a:ln w="14173">
            <a:solidFill>
              <a:srgbClr val="728FA4"/>
            </a:solidFill>
            <a:prstDash val="dash"/>
          </a:ln>
        </p:spPr>
      </p:sp>
      <p:sp>
        <p:nvSpPr>
          <p:cNvPr id="26" name="line-15"/>
          <p:cNvSpPr>
            <a:spLocks noGrp="1"/>
          </p:cNvSpPr>
          <p:nvPr/>
        </p:nvSpPr>
        <p:spPr>
          <a:xfrm>
            <a:off x="14392275" y="2200275"/>
            <a:ext cx="342900" cy="533400"/>
          </a:xfrm>
          <a:custGeom>
            <a:avLst/>
            <a:gdLst/>
            <a:ahLst/>
            <a:cxnLst/>
            <a:pathLst>
              <a:path w="342900" h="533400">
                <a:moveTo>
                  <a:pt x="342900" y="0"/>
                </a:moveTo>
                <a:lnTo>
                  <a:pt x="0" y="533400"/>
                </a:lnTo>
              </a:path>
            </a:pathLst>
          </a:custGeom>
          <a:noFill/>
          <a:ln w="14173">
            <a:solidFill>
              <a:srgbClr val="728FA4"/>
            </a:solidFill>
            <a:prstDash val="dash"/>
          </a:ln>
        </p:spPr>
      </p:sp>
      <p:sp>
        <p:nvSpPr>
          <p:cNvPr id="27" name="line-16"/>
          <p:cNvSpPr>
            <a:spLocks noGrp="1"/>
          </p:cNvSpPr>
          <p:nvPr/>
        </p:nvSpPr>
        <p:spPr>
          <a:xfrm>
            <a:off x="11268075" y="2733675"/>
            <a:ext cx="352425" cy="504825"/>
          </a:xfrm>
          <a:custGeom>
            <a:avLst/>
            <a:gdLst/>
            <a:ahLst/>
            <a:cxnLst/>
            <a:pathLst>
              <a:path w="352425" h="504825">
                <a:moveTo>
                  <a:pt x="0" y="504825"/>
                </a:moveTo>
                <a:lnTo>
                  <a:pt x="352425" y="0"/>
                </a:lnTo>
              </a:path>
            </a:pathLst>
          </a:custGeom>
          <a:noFill/>
          <a:ln w="14173">
            <a:solidFill>
              <a:srgbClr val="728FA4"/>
            </a:solidFill>
            <a:prstDash val="dash"/>
          </a:ln>
        </p:spPr>
      </p:sp>
      <p:sp>
        <p:nvSpPr>
          <p:cNvPr id="28" name="line-17"/>
          <p:cNvSpPr>
            <a:spLocks noGrp="1"/>
          </p:cNvSpPr>
          <p:nvPr/>
        </p:nvSpPr>
        <p:spPr>
          <a:xfrm>
            <a:off x="11268075" y="2733675"/>
            <a:ext cx="1752600" cy="504825"/>
          </a:xfrm>
          <a:custGeom>
            <a:avLst/>
            <a:gdLst/>
            <a:ahLst/>
            <a:cxnLst/>
            <a:pathLst>
              <a:path w="1752600" h="504825">
                <a:moveTo>
                  <a:pt x="0" y="504825"/>
                </a:moveTo>
                <a:lnTo>
                  <a:pt x="1752600" y="0"/>
                </a:lnTo>
              </a:path>
            </a:pathLst>
          </a:custGeom>
          <a:noFill/>
          <a:ln w="14173">
            <a:solidFill>
              <a:srgbClr val="728FA4"/>
            </a:solidFill>
            <a:prstDash val="dash"/>
          </a:ln>
        </p:spPr>
      </p:sp>
      <p:sp>
        <p:nvSpPr>
          <p:cNvPr id="29" name="M1"/>
          <p:cNvSpPr>
            <a:spLocks noGrp="1"/>
          </p:cNvSpPr>
          <p:nvPr/>
        </p:nvSpPr>
        <p:spPr>
          <a:xfrm>
            <a:off x="11420475" y="2581275"/>
            <a:ext cx="400050" cy="304800"/>
          </a:xfrm>
          <a:prstGeom prst="rect">
            <a:avLst/>
          </a:prstGeom>
          <a:solidFill>
            <a:srgbClr val="A7C4D8"/>
          </a:solidFill>
          <a:ln w="15355">
            <a:solidFill>
              <a:srgbClr val="315B79"/>
            </a:solidFill>
            <a:prstDash val="solid"/>
          </a:ln>
        </p:spPr>
      </p:sp>
      <p:sp>
        <p:nvSpPr>
          <p:cNvPr id="30" name="M1"/>
          <p:cNvSpPr>
            <a:spLocks noGrp="1"/>
          </p:cNvSpPr>
          <p:nvPr/>
        </p:nvSpPr>
        <p:spPr>
          <a:xfrm>
            <a:off x="11420475" y="2600325"/>
            <a:ext cx="400050" cy="266700"/>
          </a:xfrm>
          <a:prstGeom prst="rect">
            <a:avLst/>
          </a:prstGeom>
          <a:noFill/>
          <a:ln w="0">
            <a:noFill/>
          </a:ln>
        </p:spPr>
        <p:txBody>
          <a:bodyPr wrap="none" lIns="0" tIns="0" rIns="0" bIns="0" anchor="ctr">
            <a:noAutofit/>
          </a:bodyPr>
          <a:lstStyle>
            <a:defPPr algn="ctr">
              <a:defRPr sz="1594" b="1" i="0">
                <a:solidFill>
                  <a:srgbClr val="315B79"/>
                </a:solidFill>
                <a:latin typeface="Times New Roman" panose="02020503050405090304"/>
                <a:ea typeface="Times New Roman" panose="02020503050405090304"/>
                <a:cs typeface="Times New Roman" panose="02020503050405090304"/>
              </a:defRPr>
            </a:defPPr>
          </a:lstStyle>
          <a:p>
            <a:pPr algn="ctr">
              <a:defRPr sz="1594" b="1" i="0">
                <a:solidFill>
                  <a:srgbClr val="315B79"/>
                </a:solidFill>
                <a:latin typeface="Times New Roman" panose="02020503050405090304"/>
                <a:ea typeface="Times New Roman" panose="02020503050405090304"/>
                <a:cs typeface="Times New Roman" panose="02020503050405090304"/>
              </a:defRPr>
            </a:pPr>
            <a:r>
              <a:rPr sz="1594" b="1" i="0">
                <a:solidFill>
                  <a:srgbClr val="315B79"/>
                </a:solidFill>
                <a:latin typeface="Times New Roman" panose="02020503050405090304"/>
                <a:ea typeface="Times New Roman" panose="02020503050405090304"/>
                <a:cs typeface="Times New Roman" panose="02020503050405090304"/>
              </a:rPr>
              <a:t>M1</a:t>
            </a:r>
            <a:endParaRPr sz="1594" b="1" i="0">
              <a:solidFill>
                <a:srgbClr val="315B79"/>
              </a:solidFill>
              <a:latin typeface="Times New Roman" panose="02020503050405090304"/>
              <a:ea typeface="Times New Roman" panose="02020503050405090304"/>
              <a:cs typeface="Times New Roman" panose="02020503050405090304"/>
            </a:endParaRPr>
          </a:p>
        </p:txBody>
      </p:sp>
      <p:sp>
        <p:nvSpPr>
          <p:cNvPr id="31" name="M2"/>
          <p:cNvSpPr>
            <a:spLocks noGrp="1"/>
          </p:cNvSpPr>
          <p:nvPr/>
        </p:nvSpPr>
        <p:spPr>
          <a:xfrm>
            <a:off x="12820650" y="2581275"/>
            <a:ext cx="400050" cy="304800"/>
          </a:xfrm>
          <a:prstGeom prst="rect">
            <a:avLst/>
          </a:prstGeom>
          <a:solidFill>
            <a:srgbClr val="A7C4D8"/>
          </a:solidFill>
          <a:ln w="15355">
            <a:solidFill>
              <a:srgbClr val="315B79"/>
            </a:solidFill>
            <a:prstDash val="solid"/>
          </a:ln>
        </p:spPr>
      </p:sp>
      <p:sp>
        <p:nvSpPr>
          <p:cNvPr id="32" name="M2"/>
          <p:cNvSpPr>
            <a:spLocks noGrp="1"/>
          </p:cNvSpPr>
          <p:nvPr/>
        </p:nvSpPr>
        <p:spPr>
          <a:xfrm>
            <a:off x="12820650" y="2600325"/>
            <a:ext cx="400050" cy="266700"/>
          </a:xfrm>
          <a:prstGeom prst="rect">
            <a:avLst/>
          </a:prstGeom>
          <a:noFill/>
          <a:ln w="0">
            <a:noFill/>
          </a:ln>
        </p:spPr>
        <p:txBody>
          <a:bodyPr wrap="none" lIns="0" tIns="0" rIns="0" bIns="0" anchor="ctr">
            <a:noAutofit/>
          </a:bodyPr>
          <a:lstStyle>
            <a:defPPr algn="ctr">
              <a:defRPr sz="1594" b="1" i="0">
                <a:solidFill>
                  <a:srgbClr val="315B79"/>
                </a:solidFill>
                <a:latin typeface="Times New Roman" panose="02020503050405090304"/>
                <a:ea typeface="Times New Roman" panose="02020503050405090304"/>
                <a:cs typeface="Times New Roman" panose="02020503050405090304"/>
              </a:defRPr>
            </a:defPPr>
          </a:lstStyle>
          <a:p>
            <a:pPr algn="ctr">
              <a:defRPr sz="1594" b="1" i="0">
                <a:solidFill>
                  <a:srgbClr val="315B79"/>
                </a:solidFill>
                <a:latin typeface="Times New Roman" panose="02020503050405090304"/>
                <a:ea typeface="Times New Roman" panose="02020503050405090304"/>
                <a:cs typeface="Times New Roman" panose="02020503050405090304"/>
              </a:defRPr>
            </a:pPr>
            <a:r>
              <a:rPr sz="1594" b="1" i="0">
                <a:solidFill>
                  <a:srgbClr val="315B79"/>
                </a:solidFill>
                <a:latin typeface="Times New Roman" panose="02020503050405090304"/>
                <a:ea typeface="Times New Roman" panose="02020503050405090304"/>
                <a:cs typeface="Times New Roman" panose="02020503050405090304"/>
              </a:rPr>
              <a:t>M2</a:t>
            </a:r>
            <a:endParaRPr sz="1594" b="1" i="0">
              <a:solidFill>
                <a:srgbClr val="315B79"/>
              </a:solidFill>
              <a:latin typeface="Times New Roman" panose="02020503050405090304"/>
              <a:ea typeface="Times New Roman" panose="02020503050405090304"/>
              <a:cs typeface="Times New Roman" panose="02020503050405090304"/>
            </a:endParaRPr>
          </a:p>
        </p:txBody>
      </p:sp>
      <p:sp>
        <p:nvSpPr>
          <p:cNvPr id="33" name="M3"/>
          <p:cNvSpPr>
            <a:spLocks noGrp="1"/>
          </p:cNvSpPr>
          <p:nvPr/>
        </p:nvSpPr>
        <p:spPr>
          <a:xfrm>
            <a:off x="14192250" y="2581275"/>
            <a:ext cx="400050" cy="304800"/>
          </a:xfrm>
          <a:prstGeom prst="rect">
            <a:avLst/>
          </a:prstGeom>
          <a:solidFill>
            <a:srgbClr val="A7C4D8"/>
          </a:solidFill>
          <a:ln w="15355">
            <a:solidFill>
              <a:srgbClr val="315B79"/>
            </a:solidFill>
            <a:prstDash val="solid"/>
          </a:ln>
        </p:spPr>
      </p:sp>
      <p:sp>
        <p:nvSpPr>
          <p:cNvPr id="34" name="M3"/>
          <p:cNvSpPr>
            <a:spLocks noGrp="1"/>
          </p:cNvSpPr>
          <p:nvPr/>
        </p:nvSpPr>
        <p:spPr>
          <a:xfrm>
            <a:off x="14192250" y="2600325"/>
            <a:ext cx="400050" cy="266700"/>
          </a:xfrm>
          <a:prstGeom prst="rect">
            <a:avLst/>
          </a:prstGeom>
          <a:noFill/>
          <a:ln w="0">
            <a:noFill/>
          </a:ln>
        </p:spPr>
        <p:txBody>
          <a:bodyPr wrap="none" lIns="0" tIns="0" rIns="0" bIns="0" anchor="ctr">
            <a:noAutofit/>
          </a:bodyPr>
          <a:lstStyle>
            <a:defPPr algn="ctr">
              <a:defRPr sz="1594" b="1" i="0">
                <a:solidFill>
                  <a:srgbClr val="315B79"/>
                </a:solidFill>
                <a:latin typeface="Times New Roman" panose="02020503050405090304"/>
                <a:ea typeface="Times New Roman" panose="02020503050405090304"/>
                <a:cs typeface="Times New Roman" panose="02020503050405090304"/>
              </a:defRPr>
            </a:defPPr>
          </a:lstStyle>
          <a:p>
            <a:pPr algn="ctr">
              <a:defRPr sz="1594" b="1" i="0">
                <a:solidFill>
                  <a:srgbClr val="315B79"/>
                </a:solidFill>
                <a:latin typeface="Times New Roman" panose="02020503050405090304"/>
                <a:ea typeface="Times New Roman" panose="02020503050405090304"/>
                <a:cs typeface="Times New Roman" panose="02020503050405090304"/>
              </a:defRPr>
            </a:pPr>
            <a:r>
              <a:rPr sz="1594" b="1" i="0">
                <a:solidFill>
                  <a:srgbClr val="315B79"/>
                </a:solidFill>
                <a:latin typeface="Times New Roman" panose="02020503050405090304"/>
                <a:ea typeface="Times New Roman" panose="02020503050405090304"/>
                <a:cs typeface="Times New Roman" panose="02020503050405090304"/>
              </a:rPr>
              <a:t>M3</a:t>
            </a:r>
            <a:endParaRPr sz="1594" b="1" i="0">
              <a:solidFill>
                <a:srgbClr val="315B79"/>
              </a:solidFill>
              <a:latin typeface="Times New Roman" panose="02020503050405090304"/>
              <a:ea typeface="Times New Roman" panose="02020503050405090304"/>
              <a:cs typeface="Times New Roman" panose="02020503050405090304"/>
            </a:endParaRPr>
          </a:p>
        </p:txBody>
      </p:sp>
      <p:sp>
        <p:nvSpPr>
          <p:cNvPr id="35" name="B1"/>
          <p:cNvSpPr>
            <a:spLocks noGrp="1"/>
          </p:cNvSpPr>
          <p:nvPr/>
        </p:nvSpPr>
        <p:spPr>
          <a:xfrm>
            <a:off x="12077700" y="2105025"/>
            <a:ext cx="342900" cy="228600"/>
          </a:xfrm>
          <a:prstGeom prst="rect">
            <a:avLst/>
          </a:prstGeom>
          <a:solidFill>
            <a:srgbClr val="D3E2EC"/>
          </a:solidFill>
          <a:ln w="12993">
            <a:solidFill>
              <a:srgbClr val="315B79"/>
            </a:solidFill>
            <a:prstDash val="solid"/>
          </a:ln>
        </p:spPr>
      </p:sp>
      <p:sp>
        <p:nvSpPr>
          <p:cNvPr id="36" name="B1"/>
          <p:cNvSpPr>
            <a:spLocks noGrp="1"/>
          </p:cNvSpPr>
          <p:nvPr/>
        </p:nvSpPr>
        <p:spPr>
          <a:xfrm>
            <a:off x="12077700" y="2114550"/>
            <a:ext cx="342900" cy="209550"/>
          </a:xfrm>
          <a:prstGeom prst="rect">
            <a:avLst/>
          </a:prstGeom>
          <a:noFill/>
          <a:ln w="0">
            <a:noFill/>
          </a:ln>
        </p:spPr>
        <p:txBody>
          <a:bodyPr wrap="none" lIns="0" tIns="0" rIns="0" bIns="0" anchor="ctr">
            <a:noAutofit/>
          </a:bodyPr>
          <a:lstStyle>
            <a:defPPr algn="ctr">
              <a:defRPr sz="1500" b="0" i="0">
                <a:solidFill>
                  <a:srgbClr val="315B79"/>
                </a:solidFill>
                <a:latin typeface="Times New Roman" panose="02020503050405090304"/>
                <a:ea typeface="Times New Roman" panose="02020503050405090304"/>
                <a:cs typeface="Times New Roman" panose="02020503050405090304"/>
              </a:defRPr>
            </a:defPPr>
          </a:lstStyle>
          <a:p>
            <a:pPr algn="ctr">
              <a:defRPr sz="1500" b="0" i="0">
                <a:solidFill>
                  <a:srgbClr val="315B79"/>
                </a:solidFill>
                <a:latin typeface="Times New Roman" panose="02020503050405090304"/>
                <a:ea typeface="Times New Roman" panose="02020503050405090304"/>
                <a:cs typeface="Times New Roman" panose="02020503050405090304"/>
              </a:defRPr>
            </a:pPr>
            <a:r>
              <a:rPr sz="1500" b="0" i="0">
                <a:solidFill>
                  <a:srgbClr val="315B79"/>
                </a:solidFill>
                <a:latin typeface="Times New Roman" panose="02020503050405090304"/>
                <a:ea typeface="Times New Roman" panose="02020503050405090304"/>
                <a:cs typeface="Times New Roman" panose="02020503050405090304"/>
              </a:rPr>
              <a:t>B1</a:t>
            </a:r>
            <a:endParaRPr sz="1500" b="0" i="0">
              <a:solidFill>
                <a:srgbClr val="315B79"/>
              </a:solidFill>
              <a:latin typeface="Times New Roman" panose="02020503050405090304"/>
              <a:ea typeface="Times New Roman" panose="02020503050405090304"/>
              <a:cs typeface="Times New Roman" panose="02020503050405090304"/>
            </a:endParaRPr>
          </a:p>
        </p:txBody>
      </p:sp>
      <p:sp>
        <p:nvSpPr>
          <p:cNvPr id="37" name="B2"/>
          <p:cNvSpPr>
            <a:spLocks noGrp="1"/>
          </p:cNvSpPr>
          <p:nvPr/>
        </p:nvSpPr>
        <p:spPr>
          <a:xfrm>
            <a:off x="13525500" y="3133725"/>
            <a:ext cx="342900" cy="228600"/>
          </a:xfrm>
          <a:prstGeom prst="rect">
            <a:avLst/>
          </a:prstGeom>
          <a:solidFill>
            <a:srgbClr val="D3E2EC"/>
          </a:solidFill>
          <a:ln w="12993">
            <a:solidFill>
              <a:srgbClr val="315B79"/>
            </a:solidFill>
            <a:prstDash val="solid"/>
          </a:ln>
        </p:spPr>
      </p:sp>
      <p:sp>
        <p:nvSpPr>
          <p:cNvPr id="38" name="B2"/>
          <p:cNvSpPr>
            <a:spLocks noGrp="1"/>
          </p:cNvSpPr>
          <p:nvPr/>
        </p:nvSpPr>
        <p:spPr>
          <a:xfrm>
            <a:off x="13525500" y="3143250"/>
            <a:ext cx="342900" cy="209550"/>
          </a:xfrm>
          <a:prstGeom prst="rect">
            <a:avLst/>
          </a:prstGeom>
          <a:noFill/>
          <a:ln w="0">
            <a:noFill/>
          </a:ln>
        </p:spPr>
        <p:txBody>
          <a:bodyPr wrap="none" lIns="0" tIns="0" rIns="0" bIns="0" anchor="ctr">
            <a:noAutofit/>
          </a:bodyPr>
          <a:lstStyle>
            <a:defPPr algn="ctr">
              <a:defRPr sz="1500" b="0" i="0">
                <a:solidFill>
                  <a:srgbClr val="315B79"/>
                </a:solidFill>
                <a:latin typeface="Times New Roman" panose="02020503050405090304"/>
                <a:ea typeface="Times New Roman" panose="02020503050405090304"/>
                <a:cs typeface="Times New Roman" panose="02020503050405090304"/>
              </a:defRPr>
            </a:defPPr>
          </a:lstStyle>
          <a:p>
            <a:pPr algn="ctr">
              <a:defRPr sz="1500" b="0" i="0">
                <a:solidFill>
                  <a:srgbClr val="315B79"/>
                </a:solidFill>
                <a:latin typeface="Times New Roman" panose="02020503050405090304"/>
                <a:ea typeface="Times New Roman" panose="02020503050405090304"/>
                <a:cs typeface="Times New Roman" panose="02020503050405090304"/>
              </a:defRPr>
            </a:pPr>
            <a:r>
              <a:rPr sz="1500" b="0" i="0">
                <a:solidFill>
                  <a:srgbClr val="315B79"/>
                </a:solidFill>
                <a:latin typeface="Times New Roman" panose="02020503050405090304"/>
                <a:ea typeface="Times New Roman" panose="02020503050405090304"/>
                <a:cs typeface="Times New Roman" panose="02020503050405090304"/>
              </a:rPr>
              <a:t>B2</a:t>
            </a:r>
            <a:endParaRPr sz="1500" b="0" i="0">
              <a:solidFill>
                <a:srgbClr val="315B79"/>
              </a:solidFill>
              <a:latin typeface="Times New Roman" panose="02020503050405090304"/>
              <a:ea typeface="Times New Roman" panose="02020503050405090304"/>
              <a:cs typeface="Times New Roman" panose="02020503050405090304"/>
            </a:endParaRPr>
          </a:p>
        </p:txBody>
      </p:sp>
      <p:sp>
        <p:nvSpPr>
          <p:cNvPr id="39" name="H"/>
          <p:cNvSpPr>
            <a:spLocks noGrp="1"/>
          </p:cNvSpPr>
          <p:nvPr/>
        </p:nvSpPr>
        <p:spPr>
          <a:xfrm>
            <a:off x="11115675" y="2057400"/>
            <a:ext cx="266700" cy="266700"/>
          </a:xfrm>
          <a:prstGeom prst="ellipse">
            <a:avLst/>
          </a:prstGeom>
          <a:solidFill>
            <a:srgbClr val="FFFFFF"/>
          </a:solidFill>
          <a:ln w="16535">
            <a:solidFill>
              <a:srgbClr val="315B79"/>
            </a:solidFill>
          </a:ln>
        </p:spPr>
      </p:sp>
      <p:sp>
        <p:nvSpPr>
          <p:cNvPr id="40" name="H"/>
          <p:cNvSpPr>
            <a:spLocks noGrp="1"/>
          </p:cNvSpPr>
          <p:nvPr/>
        </p:nvSpPr>
        <p:spPr>
          <a:xfrm>
            <a:off x="11115675" y="2057400"/>
            <a:ext cx="266700" cy="266700"/>
          </a:xfrm>
          <a:prstGeom prst="rect">
            <a:avLst/>
          </a:prstGeom>
          <a:noFill/>
          <a:ln w="0">
            <a:noFill/>
          </a:ln>
        </p:spPr>
        <p:txBody>
          <a:bodyPr wrap="none" lIns="0" tIns="0" rIns="0" bIns="0" anchor="ctr">
            <a:noAutofit/>
          </a:bodyPr>
          <a:lstStyle>
            <a:defPPr algn="ctr">
              <a:defRPr sz="1219" b="0" i="0">
                <a:solidFill>
                  <a:srgbClr val="17202D"/>
                </a:solidFill>
                <a:latin typeface="Times New Roman" panose="02020503050405090304"/>
                <a:ea typeface="Times New Roman" panose="02020503050405090304"/>
                <a:cs typeface="Times New Roman" panose="02020503050405090304"/>
              </a:defRPr>
            </a:defPPr>
          </a:lstStyle>
          <a:p>
            <a:pPr algn="ctr">
              <a:defRPr sz="1219" b="0" i="0">
                <a:solidFill>
                  <a:srgbClr val="17202D"/>
                </a:solidFill>
                <a:latin typeface="Times New Roman" panose="02020503050405090304"/>
                <a:ea typeface="Times New Roman" panose="02020503050405090304"/>
                <a:cs typeface="Times New Roman" panose="02020503050405090304"/>
              </a:defRPr>
            </a:pPr>
            <a:r>
              <a:rPr sz="1219" b="0" i="0">
                <a:solidFill>
                  <a:srgbClr val="17202D"/>
                </a:solidFill>
                <a:latin typeface="Times New Roman" panose="02020503050405090304"/>
                <a:ea typeface="Times New Roman" panose="02020503050405090304"/>
                <a:cs typeface="Times New Roman" panose="02020503050405090304"/>
              </a:rPr>
              <a:t>H</a:t>
            </a:r>
            <a:endParaRPr sz="1219" b="0" i="0">
              <a:solidFill>
                <a:srgbClr val="17202D"/>
              </a:solidFill>
              <a:latin typeface="Times New Roman" panose="02020503050405090304"/>
              <a:ea typeface="Times New Roman" panose="02020503050405090304"/>
              <a:cs typeface="Times New Roman" panose="02020503050405090304"/>
            </a:endParaRPr>
          </a:p>
        </p:txBody>
      </p:sp>
      <p:sp>
        <p:nvSpPr>
          <p:cNvPr id="41" name="G"/>
          <p:cNvSpPr>
            <a:spLocks noGrp="1"/>
          </p:cNvSpPr>
          <p:nvPr/>
        </p:nvSpPr>
        <p:spPr>
          <a:xfrm>
            <a:off x="14568488" y="2033588"/>
            <a:ext cx="333375" cy="333375"/>
          </a:xfrm>
          <a:prstGeom prst="diamond">
            <a:avLst/>
          </a:prstGeom>
          <a:solidFill>
            <a:srgbClr val="7EA4BE"/>
          </a:solidFill>
          <a:ln w="15355">
            <a:solidFill>
              <a:srgbClr val="315B79"/>
            </a:solidFill>
          </a:ln>
        </p:spPr>
      </p:sp>
      <p:sp>
        <p:nvSpPr>
          <p:cNvPr id="42" name="G"/>
          <p:cNvSpPr>
            <a:spLocks noGrp="1"/>
          </p:cNvSpPr>
          <p:nvPr/>
        </p:nvSpPr>
        <p:spPr>
          <a:xfrm>
            <a:off x="14568488" y="2066925"/>
            <a:ext cx="333375" cy="266700"/>
          </a:xfrm>
          <a:prstGeom prst="rect">
            <a:avLst/>
          </a:prstGeom>
          <a:noFill/>
          <a:ln w="0">
            <a:noFill/>
          </a:ln>
        </p:spPr>
        <p:txBody>
          <a:bodyPr wrap="none" lIns="0" tIns="0" rIns="0" bIns="0" anchor="ctr">
            <a:noAutofit/>
          </a:bodyPr>
          <a:lstStyle>
            <a:defPPr algn="ctr">
              <a:defRPr sz="1594" b="0" i="0">
                <a:solidFill>
                  <a:srgbClr val="315B79"/>
                </a:solidFill>
                <a:latin typeface="Times New Roman" panose="02020503050405090304"/>
                <a:ea typeface="Times New Roman" panose="02020503050405090304"/>
                <a:cs typeface="Times New Roman" panose="02020503050405090304"/>
              </a:defRPr>
            </a:defPPr>
          </a:lstStyle>
          <a:p>
            <a:pPr algn="ctr">
              <a:defRPr sz="1594" b="0" i="0">
                <a:solidFill>
                  <a:srgbClr val="315B79"/>
                </a:solidFill>
                <a:latin typeface="Times New Roman" panose="02020503050405090304"/>
                <a:ea typeface="Times New Roman" panose="02020503050405090304"/>
                <a:cs typeface="Times New Roman" panose="02020503050405090304"/>
              </a:defRPr>
            </a:pPr>
            <a:r>
              <a:rPr sz="1594" b="0" i="0">
                <a:solidFill>
                  <a:srgbClr val="315B79"/>
                </a:solidFill>
                <a:latin typeface="Times New Roman" panose="02020503050405090304"/>
                <a:ea typeface="Times New Roman" panose="02020503050405090304"/>
                <a:cs typeface="Times New Roman" panose="02020503050405090304"/>
              </a:rPr>
              <a:t>G</a:t>
            </a:r>
            <a:endParaRPr sz="1594" b="0" i="0">
              <a:solidFill>
                <a:srgbClr val="315B79"/>
              </a:solidFill>
              <a:latin typeface="Times New Roman" panose="02020503050405090304"/>
              <a:ea typeface="Times New Roman" panose="02020503050405090304"/>
              <a:cs typeface="Times New Roman" panose="02020503050405090304"/>
            </a:endParaRPr>
          </a:p>
        </p:txBody>
      </p:sp>
      <p:sp>
        <p:nvSpPr>
          <p:cNvPr id="43" name="R"/>
          <p:cNvSpPr>
            <a:spLocks noGrp="1"/>
          </p:cNvSpPr>
          <p:nvPr/>
        </p:nvSpPr>
        <p:spPr>
          <a:xfrm>
            <a:off x="11101388" y="3071813"/>
            <a:ext cx="333375" cy="333375"/>
          </a:xfrm>
          <a:prstGeom prst="diamond">
            <a:avLst/>
          </a:prstGeom>
          <a:solidFill>
            <a:srgbClr val="B8D0DF"/>
          </a:solidFill>
          <a:ln w="15355">
            <a:solidFill>
              <a:srgbClr val="315B79"/>
            </a:solidFill>
          </a:ln>
        </p:spPr>
      </p:sp>
      <p:sp>
        <p:nvSpPr>
          <p:cNvPr id="44" name="R"/>
          <p:cNvSpPr>
            <a:spLocks noGrp="1"/>
          </p:cNvSpPr>
          <p:nvPr/>
        </p:nvSpPr>
        <p:spPr>
          <a:xfrm>
            <a:off x="11101388" y="3105150"/>
            <a:ext cx="333375" cy="266700"/>
          </a:xfrm>
          <a:prstGeom prst="rect">
            <a:avLst/>
          </a:prstGeom>
          <a:noFill/>
          <a:ln w="0">
            <a:noFill/>
          </a:ln>
        </p:spPr>
        <p:txBody>
          <a:bodyPr wrap="none" lIns="0" tIns="0" rIns="0" bIns="0" anchor="ctr">
            <a:noAutofit/>
          </a:bodyPr>
          <a:lstStyle>
            <a:defPPr algn="ctr">
              <a:defRPr sz="1594" b="0" i="0">
                <a:solidFill>
                  <a:srgbClr val="315B79"/>
                </a:solidFill>
                <a:latin typeface="Times New Roman" panose="02020503050405090304"/>
                <a:ea typeface="Times New Roman" panose="02020503050405090304"/>
                <a:cs typeface="Times New Roman" panose="02020503050405090304"/>
              </a:defRPr>
            </a:defPPr>
          </a:lstStyle>
          <a:p>
            <a:pPr algn="ctr">
              <a:defRPr sz="1594" b="0" i="0">
                <a:solidFill>
                  <a:srgbClr val="315B79"/>
                </a:solidFill>
                <a:latin typeface="Times New Roman" panose="02020503050405090304"/>
                <a:ea typeface="Times New Roman" panose="02020503050405090304"/>
                <a:cs typeface="Times New Roman" panose="02020503050405090304"/>
              </a:defRPr>
            </a:pPr>
            <a:r>
              <a:rPr sz="1594" b="0" i="0">
                <a:solidFill>
                  <a:srgbClr val="315B79"/>
                </a:solidFill>
                <a:latin typeface="Times New Roman" panose="02020503050405090304"/>
                <a:ea typeface="Times New Roman" panose="02020503050405090304"/>
                <a:cs typeface="Times New Roman" panose="02020503050405090304"/>
              </a:rPr>
              <a:t>R</a:t>
            </a:r>
            <a:endParaRPr sz="1594" b="0" i="0">
              <a:solidFill>
                <a:srgbClr val="315B79"/>
              </a:solidFill>
              <a:latin typeface="Times New Roman" panose="02020503050405090304"/>
              <a:ea typeface="Times New Roman" panose="02020503050405090304"/>
              <a:cs typeface="Times New Roman" panose="02020503050405090304"/>
            </a:endParaRPr>
          </a:p>
        </p:txBody>
      </p:sp>
      <p:sp>
        <p:nvSpPr>
          <p:cNvPr id="45" name="M: machine/workbench  H: worker  G: gantry  R: robot  B: buffer"/>
          <p:cNvSpPr>
            <a:spLocks noGrp="1"/>
          </p:cNvSpPr>
          <p:nvPr/>
        </p:nvSpPr>
        <p:spPr>
          <a:xfrm>
            <a:off x="10953750" y="3476625"/>
            <a:ext cx="5619750" cy="381000"/>
          </a:xfrm>
          <a:prstGeom prst="rect">
            <a:avLst/>
          </a:prstGeom>
          <a:noFill/>
          <a:ln w="0">
            <a:noFill/>
          </a:ln>
        </p:spPr>
        <p:txBody>
          <a:bodyPr wrap="none" lIns="0" tIns="0" rIns="0" bIns="0" anchor="ctr">
            <a:noAutofit/>
          </a:bodyPr>
          <a:lstStyle>
            <a:defPPr algn="ctr">
              <a:defRPr sz="1283" b="0" i="0">
                <a:solidFill>
                  <a:srgbClr val="315B79"/>
                </a:solidFill>
                <a:latin typeface="Times New Roman" panose="02020503050405090304"/>
                <a:ea typeface="Times New Roman" panose="02020503050405090304"/>
                <a:cs typeface="Times New Roman" panose="02020503050405090304"/>
              </a:defRPr>
            </a:defPPr>
          </a:lstStyle>
          <a:p>
            <a:pPr algn="ctr">
              <a:defRPr sz="1283" b="0" i="0">
                <a:solidFill>
                  <a:srgbClr val="315B79"/>
                </a:solidFill>
                <a:latin typeface="Times New Roman" panose="02020503050405090304"/>
                <a:ea typeface="Times New Roman" panose="02020503050405090304"/>
                <a:cs typeface="Times New Roman" panose="02020503050405090304"/>
              </a:defRPr>
            </a:pPr>
            <a:r>
              <a:rPr sz="1283" b="0" i="0">
                <a:solidFill>
                  <a:srgbClr val="315B79"/>
                </a:solidFill>
                <a:latin typeface="Times New Roman" panose="02020503050405090304"/>
                <a:ea typeface="Times New Roman" panose="02020503050405090304"/>
                <a:cs typeface="Times New Roman" panose="02020503050405090304"/>
              </a:rPr>
              <a:t>M: machine/workbench  H: worker  G: gantry  R: robot  B: buffer</a:t>
            </a:r>
            <a:endParaRPr sz="1283" b="0" i="0">
              <a:solidFill>
                <a:srgbClr val="315B79"/>
              </a:solidFill>
              <a:latin typeface="Times New Roman" panose="02020503050405090304"/>
              <a:ea typeface="Times New Roman" panose="02020503050405090304"/>
              <a:cs typeface="Times New Roman" panose="02020503050405090304"/>
            </a:endParaRPr>
          </a:p>
        </p:txBody>
      </p:sp>
      <p:sp>
        <p:nvSpPr>
          <p:cNvPr id="46" name="line-18"/>
          <p:cNvSpPr>
            <a:spLocks noGrp="1"/>
          </p:cNvSpPr>
          <p:nvPr/>
        </p:nvSpPr>
        <p:spPr>
          <a:xfrm>
            <a:off x="14963775" y="2743200"/>
            <a:ext cx="466725" cy="95"/>
          </a:xfrm>
          <a:custGeom>
            <a:avLst/>
            <a:gdLst/>
            <a:ahLst/>
            <a:cxnLst/>
            <a:pathLst>
              <a:path w="466725" h="95">
                <a:moveTo>
                  <a:pt x="0" y="0"/>
                </a:moveTo>
                <a:lnTo>
                  <a:pt x="466725" y="0"/>
                </a:lnTo>
              </a:path>
            </a:pathLst>
          </a:custGeom>
          <a:noFill/>
          <a:ln w="17717">
            <a:solidFill>
              <a:srgbClr val="315B79"/>
            </a:solidFill>
            <a:prstDash val="solid"/>
          </a:ln>
        </p:spPr>
      </p:sp>
      <p:sp>
        <p:nvSpPr>
          <p:cNvPr id="47" name="line-19"/>
          <p:cNvSpPr>
            <a:spLocks noGrp="1"/>
          </p:cNvSpPr>
          <p:nvPr/>
        </p:nvSpPr>
        <p:spPr>
          <a:xfrm>
            <a:off x="15371360" y="2743200"/>
            <a:ext cx="59140" cy="30789"/>
          </a:xfrm>
          <a:custGeom>
            <a:avLst/>
            <a:gdLst/>
            <a:ahLst/>
            <a:cxnLst/>
            <a:pathLst>
              <a:path w="59140" h="30789">
                <a:moveTo>
                  <a:pt x="59140" y="0"/>
                </a:moveTo>
                <a:lnTo>
                  <a:pt x="0" y="30789"/>
                </a:lnTo>
              </a:path>
            </a:pathLst>
          </a:custGeom>
          <a:noFill/>
          <a:ln w="17717">
            <a:solidFill>
              <a:srgbClr val="315B79"/>
            </a:solidFill>
            <a:prstDash val="solid"/>
          </a:ln>
        </p:spPr>
      </p:sp>
      <p:sp>
        <p:nvSpPr>
          <p:cNvPr id="48" name="line-20"/>
          <p:cNvSpPr>
            <a:spLocks noGrp="1"/>
          </p:cNvSpPr>
          <p:nvPr/>
        </p:nvSpPr>
        <p:spPr>
          <a:xfrm>
            <a:off x="15371360" y="2712411"/>
            <a:ext cx="59140" cy="30789"/>
          </a:xfrm>
          <a:custGeom>
            <a:avLst/>
            <a:gdLst/>
            <a:ahLst/>
            <a:cxnLst/>
            <a:pathLst>
              <a:path w="59140" h="30789">
                <a:moveTo>
                  <a:pt x="59140" y="30789"/>
                </a:moveTo>
                <a:lnTo>
                  <a:pt x="0" y="0"/>
                </a:lnTo>
              </a:path>
            </a:pathLst>
          </a:custGeom>
          <a:noFill/>
          <a:ln w="17717">
            <a:solidFill>
              <a:srgbClr val="315B79"/>
            </a:solidFill>
            <a:prstDash val="solid"/>
          </a:ln>
        </p:spPr>
      </p:sp>
      <p:sp>
        <p:nvSpPr>
          <p:cNvPr id="49" name="mask-0-0"/>
          <p:cNvSpPr>
            <a:spLocks noGrp="1"/>
          </p:cNvSpPr>
          <p:nvPr/>
        </p:nvSpPr>
        <p:spPr>
          <a:xfrm>
            <a:off x="15525750" y="2476500"/>
            <a:ext cx="104775" cy="104775"/>
          </a:xfrm>
          <a:prstGeom prst="rect">
            <a:avLst/>
          </a:prstGeom>
          <a:solidFill>
            <a:srgbClr val="547A98"/>
          </a:solidFill>
          <a:ln w="6191">
            <a:solidFill>
              <a:srgbClr val="FFFFFF"/>
            </a:solidFill>
            <a:prstDash val="solid"/>
          </a:ln>
        </p:spPr>
      </p:sp>
      <p:sp>
        <p:nvSpPr>
          <p:cNvPr id="50" name="mask-0-1"/>
          <p:cNvSpPr>
            <a:spLocks noGrp="1"/>
          </p:cNvSpPr>
          <p:nvPr/>
        </p:nvSpPr>
        <p:spPr>
          <a:xfrm>
            <a:off x="15630525" y="2476500"/>
            <a:ext cx="104775" cy="104775"/>
          </a:xfrm>
          <a:prstGeom prst="rect">
            <a:avLst/>
          </a:prstGeom>
          <a:solidFill>
            <a:srgbClr val="547A98"/>
          </a:solidFill>
          <a:ln w="6191">
            <a:solidFill>
              <a:srgbClr val="FFFFFF"/>
            </a:solidFill>
            <a:prstDash val="solid"/>
          </a:ln>
        </p:spPr>
      </p:sp>
      <p:sp>
        <p:nvSpPr>
          <p:cNvPr id="51" name="mask-0-2"/>
          <p:cNvSpPr>
            <a:spLocks noGrp="1"/>
          </p:cNvSpPr>
          <p:nvPr/>
        </p:nvSpPr>
        <p:spPr>
          <a:xfrm>
            <a:off x="15735300" y="2476500"/>
            <a:ext cx="104775" cy="104775"/>
          </a:xfrm>
          <a:prstGeom prst="rect">
            <a:avLst/>
          </a:prstGeom>
          <a:solidFill>
            <a:srgbClr val="547A98"/>
          </a:solidFill>
          <a:ln w="6191">
            <a:solidFill>
              <a:srgbClr val="FFFFFF"/>
            </a:solidFill>
            <a:prstDash val="solid"/>
          </a:ln>
        </p:spPr>
      </p:sp>
      <p:sp>
        <p:nvSpPr>
          <p:cNvPr id="52" name="mask-0-3"/>
          <p:cNvSpPr>
            <a:spLocks noGrp="1"/>
          </p:cNvSpPr>
          <p:nvPr/>
        </p:nvSpPr>
        <p:spPr>
          <a:xfrm>
            <a:off x="15840075" y="2476500"/>
            <a:ext cx="104775" cy="104775"/>
          </a:xfrm>
          <a:prstGeom prst="rect">
            <a:avLst/>
          </a:prstGeom>
          <a:solidFill>
            <a:srgbClr val="E9F0F5"/>
          </a:solidFill>
          <a:ln w="6191">
            <a:solidFill>
              <a:srgbClr val="FFFFFF"/>
            </a:solidFill>
            <a:prstDash val="solid"/>
          </a:ln>
        </p:spPr>
      </p:sp>
      <p:sp>
        <p:nvSpPr>
          <p:cNvPr id="53" name="mask-0-4"/>
          <p:cNvSpPr>
            <a:spLocks noGrp="1"/>
          </p:cNvSpPr>
          <p:nvPr/>
        </p:nvSpPr>
        <p:spPr>
          <a:xfrm>
            <a:off x="15944850" y="2476500"/>
            <a:ext cx="104775" cy="104775"/>
          </a:xfrm>
          <a:prstGeom prst="rect">
            <a:avLst/>
          </a:prstGeom>
          <a:solidFill>
            <a:srgbClr val="E9F0F5"/>
          </a:solidFill>
          <a:ln w="6191">
            <a:solidFill>
              <a:srgbClr val="FFFFFF"/>
            </a:solidFill>
            <a:prstDash val="solid"/>
          </a:ln>
        </p:spPr>
      </p:sp>
      <p:sp>
        <p:nvSpPr>
          <p:cNvPr id="54" name="mask-1-0"/>
          <p:cNvSpPr>
            <a:spLocks noGrp="1"/>
          </p:cNvSpPr>
          <p:nvPr/>
        </p:nvSpPr>
        <p:spPr>
          <a:xfrm>
            <a:off x="15525750" y="2581275"/>
            <a:ext cx="104775" cy="104775"/>
          </a:xfrm>
          <a:prstGeom prst="rect">
            <a:avLst/>
          </a:prstGeom>
          <a:solidFill>
            <a:srgbClr val="547A98"/>
          </a:solidFill>
          <a:ln w="6191">
            <a:solidFill>
              <a:srgbClr val="FFFFFF"/>
            </a:solidFill>
            <a:prstDash val="solid"/>
          </a:ln>
        </p:spPr>
      </p:sp>
      <p:sp>
        <p:nvSpPr>
          <p:cNvPr id="55" name="mask-1-1"/>
          <p:cNvSpPr>
            <a:spLocks noGrp="1"/>
          </p:cNvSpPr>
          <p:nvPr/>
        </p:nvSpPr>
        <p:spPr>
          <a:xfrm>
            <a:off x="15630525" y="2581275"/>
            <a:ext cx="104775" cy="104775"/>
          </a:xfrm>
          <a:prstGeom prst="rect">
            <a:avLst/>
          </a:prstGeom>
          <a:solidFill>
            <a:srgbClr val="547A98"/>
          </a:solidFill>
          <a:ln w="6191">
            <a:solidFill>
              <a:srgbClr val="FFFFFF"/>
            </a:solidFill>
            <a:prstDash val="solid"/>
          </a:ln>
        </p:spPr>
      </p:sp>
      <p:sp>
        <p:nvSpPr>
          <p:cNvPr id="56" name="mask-1-2"/>
          <p:cNvSpPr>
            <a:spLocks noGrp="1"/>
          </p:cNvSpPr>
          <p:nvPr/>
        </p:nvSpPr>
        <p:spPr>
          <a:xfrm>
            <a:off x="15735300" y="2581275"/>
            <a:ext cx="104775" cy="104775"/>
          </a:xfrm>
          <a:prstGeom prst="rect">
            <a:avLst/>
          </a:prstGeom>
          <a:solidFill>
            <a:srgbClr val="547A98"/>
          </a:solidFill>
          <a:ln w="6191">
            <a:solidFill>
              <a:srgbClr val="FFFFFF"/>
            </a:solidFill>
            <a:prstDash val="solid"/>
          </a:ln>
        </p:spPr>
      </p:sp>
      <p:sp>
        <p:nvSpPr>
          <p:cNvPr id="57" name="mask-1-3"/>
          <p:cNvSpPr>
            <a:spLocks noGrp="1"/>
          </p:cNvSpPr>
          <p:nvPr/>
        </p:nvSpPr>
        <p:spPr>
          <a:xfrm>
            <a:off x="15840075" y="2581275"/>
            <a:ext cx="104775" cy="104775"/>
          </a:xfrm>
          <a:prstGeom prst="rect">
            <a:avLst/>
          </a:prstGeom>
          <a:solidFill>
            <a:srgbClr val="E9F0F5"/>
          </a:solidFill>
          <a:ln w="6191">
            <a:solidFill>
              <a:srgbClr val="FFFFFF"/>
            </a:solidFill>
            <a:prstDash val="solid"/>
          </a:ln>
        </p:spPr>
      </p:sp>
      <p:sp>
        <p:nvSpPr>
          <p:cNvPr id="58" name="mask-1-4"/>
          <p:cNvSpPr>
            <a:spLocks noGrp="1"/>
          </p:cNvSpPr>
          <p:nvPr/>
        </p:nvSpPr>
        <p:spPr>
          <a:xfrm>
            <a:off x="15944850" y="2581275"/>
            <a:ext cx="104775" cy="104775"/>
          </a:xfrm>
          <a:prstGeom prst="rect">
            <a:avLst/>
          </a:prstGeom>
          <a:solidFill>
            <a:srgbClr val="E9F0F5"/>
          </a:solidFill>
          <a:ln w="6191">
            <a:solidFill>
              <a:srgbClr val="FFFFFF"/>
            </a:solidFill>
            <a:prstDash val="solid"/>
          </a:ln>
        </p:spPr>
      </p:sp>
      <p:sp>
        <p:nvSpPr>
          <p:cNvPr id="59" name="mask-2-0"/>
          <p:cNvSpPr>
            <a:spLocks noGrp="1"/>
          </p:cNvSpPr>
          <p:nvPr/>
        </p:nvSpPr>
        <p:spPr>
          <a:xfrm>
            <a:off x="15525750" y="2686050"/>
            <a:ext cx="104775" cy="104775"/>
          </a:xfrm>
          <a:prstGeom prst="rect">
            <a:avLst/>
          </a:prstGeom>
          <a:solidFill>
            <a:srgbClr val="547A98"/>
          </a:solidFill>
          <a:ln w="6191">
            <a:solidFill>
              <a:srgbClr val="FFFFFF"/>
            </a:solidFill>
            <a:prstDash val="solid"/>
          </a:ln>
        </p:spPr>
      </p:sp>
      <p:sp>
        <p:nvSpPr>
          <p:cNvPr id="60" name="mask-2-1"/>
          <p:cNvSpPr>
            <a:spLocks noGrp="1"/>
          </p:cNvSpPr>
          <p:nvPr/>
        </p:nvSpPr>
        <p:spPr>
          <a:xfrm>
            <a:off x="15630525" y="2686050"/>
            <a:ext cx="104775" cy="104775"/>
          </a:xfrm>
          <a:prstGeom prst="rect">
            <a:avLst/>
          </a:prstGeom>
          <a:solidFill>
            <a:srgbClr val="547A98"/>
          </a:solidFill>
          <a:ln w="6191">
            <a:solidFill>
              <a:srgbClr val="FFFFFF"/>
            </a:solidFill>
            <a:prstDash val="solid"/>
          </a:ln>
        </p:spPr>
      </p:sp>
      <p:sp>
        <p:nvSpPr>
          <p:cNvPr id="61" name="mask-2-2"/>
          <p:cNvSpPr>
            <a:spLocks noGrp="1"/>
          </p:cNvSpPr>
          <p:nvPr/>
        </p:nvSpPr>
        <p:spPr>
          <a:xfrm>
            <a:off x="15735300" y="2686050"/>
            <a:ext cx="104775" cy="104775"/>
          </a:xfrm>
          <a:prstGeom prst="rect">
            <a:avLst/>
          </a:prstGeom>
          <a:solidFill>
            <a:srgbClr val="547A98"/>
          </a:solidFill>
          <a:ln w="6191">
            <a:solidFill>
              <a:srgbClr val="FFFFFF"/>
            </a:solidFill>
            <a:prstDash val="solid"/>
          </a:ln>
        </p:spPr>
      </p:sp>
      <p:sp>
        <p:nvSpPr>
          <p:cNvPr id="62" name="mask-2-3"/>
          <p:cNvSpPr>
            <a:spLocks noGrp="1"/>
          </p:cNvSpPr>
          <p:nvPr/>
        </p:nvSpPr>
        <p:spPr>
          <a:xfrm>
            <a:off x="15840075" y="2686050"/>
            <a:ext cx="104775" cy="104775"/>
          </a:xfrm>
          <a:prstGeom prst="rect">
            <a:avLst/>
          </a:prstGeom>
          <a:solidFill>
            <a:srgbClr val="547A98"/>
          </a:solidFill>
          <a:ln w="6191">
            <a:solidFill>
              <a:srgbClr val="FFFFFF"/>
            </a:solidFill>
            <a:prstDash val="solid"/>
          </a:ln>
        </p:spPr>
      </p:sp>
      <p:sp>
        <p:nvSpPr>
          <p:cNvPr id="63" name="mask-2-4"/>
          <p:cNvSpPr>
            <a:spLocks noGrp="1"/>
          </p:cNvSpPr>
          <p:nvPr/>
        </p:nvSpPr>
        <p:spPr>
          <a:xfrm>
            <a:off x="15944850" y="2686050"/>
            <a:ext cx="104775" cy="104775"/>
          </a:xfrm>
          <a:prstGeom prst="rect">
            <a:avLst/>
          </a:prstGeom>
          <a:solidFill>
            <a:srgbClr val="547A98"/>
          </a:solidFill>
          <a:ln w="6191">
            <a:solidFill>
              <a:srgbClr val="FFFFFF"/>
            </a:solidFill>
            <a:prstDash val="solid"/>
          </a:ln>
        </p:spPr>
      </p:sp>
      <p:sp>
        <p:nvSpPr>
          <p:cNvPr id="64" name="mask-3-0"/>
          <p:cNvSpPr>
            <a:spLocks noGrp="1"/>
          </p:cNvSpPr>
          <p:nvPr/>
        </p:nvSpPr>
        <p:spPr>
          <a:xfrm>
            <a:off x="15525750" y="2790825"/>
            <a:ext cx="104775" cy="104775"/>
          </a:xfrm>
          <a:prstGeom prst="rect">
            <a:avLst/>
          </a:prstGeom>
          <a:solidFill>
            <a:srgbClr val="E9F0F5"/>
          </a:solidFill>
          <a:ln w="6191">
            <a:solidFill>
              <a:srgbClr val="FFFFFF"/>
            </a:solidFill>
            <a:prstDash val="solid"/>
          </a:ln>
        </p:spPr>
      </p:sp>
      <p:sp>
        <p:nvSpPr>
          <p:cNvPr id="65" name="mask-3-1"/>
          <p:cNvSpPr>
            <a:spLocks noGrp="1"/>
          </p:cNvSpPr>
          <p:nvPr/>
        </p:nvSpPr>
        <p:spPr>
          <a:xfrm>
            <a:off x="15630525" y="2790825"/>
            <a:ext cx="104775" cy="104775"/>
          </a:xfrm>
          <a:prstGeom prst="rect">
            <a:avLst/>
          </a:prstGeom>
          <a:solidFill>
            <a:srgbClr val="E9F0F5"/>
          </a:solidFill>
          <a:ln w="6191">
            <a:solidFill>
              <a:srgbClr val="FFFFFF"/>
            </a:solidFill>
            <a:prstDash val="solid"/>
          </a:ln>
        </p:spPr>
      </p:sp>
      <p:sp>
        <p:nvSpPr>
          <p:cNvPr id="66" name="mask-3-2"/>
          <p:cNvSpPr>
            <a:spLocks noGrp="1"/>
          </p:cNvSpPr>
          <p:nvPr/>
        </p:nvSpPr>
        <p:spPr>
          <a:xfrm>
            <a:off x="15735300" y="2790825"/>
            <a:ext cx="104775" cy="104775"/>
          </a:xfrm>
          <a:prstGeom prst="rect">
            <a:avLst/>
          </a:prstGeom>
          <a:solidFill>
            <a:srgbClr val="547A98"/>
          </a:solidFill>
          <a:ln w="6191">
            <a:solidFill>
              <a:srgbClr val="FFFFFF"/>
            </a:solidFill>
            <a:prstDash val="solid"/>
          </a:ln>
        </p:spPr>
      </p:sp>
      <p:sp>
        <p:nvSpPr>
          <p:cNvPr id="67" name="mask-3-3"/>
          <p:cNvSpPr>
            <a:spLocks noGrp="1"/>
          </p:cNvSpPr>
          <p:nvPr/>
        </p:nvSpPr>
        <p:spPr>
          <a:xfrm>
            <a:off x="15840075" y="2790825"/>
            <a:ext cx="104775" cy="104775"/>
          </a:xfrm>
          <a:prstGeom prst="rect">
            <a:avLst/>
          </a:prstGeom>
          <a:solidFill>
            <a:srgbClr val="547A98"/>
          </a:solidFill>
          <a:ln w="6191">
            <a:solidFill>
              <a:srgbClr val="FFFFFF"/>
            </a:solidFill>
            <a:prstDash val="solid"/>
          </a:ln>
        </p:spPr>
      </p:sp>
      <p:sp>
        <p:nvSpPr>
          <p:cNvPr id="68" name="mask-3-4"/>
          <p:cNvSpPr>
            <a:spLocks noGrp="1"/>
          </p:cNvSpPr>
          <p:nvPr/>
        </p:nvSpPr>
        <p:spPr>
          <a:xfrm>
            <a:off x="15944850" y="2790825"/>
            <a:ext cx="104775" cy="104775"/>
          </a:xfrm>
          <a:prstGeom prst="rect">
            <a:avLst/>
          </a:prstGeom>
          <a:solidFill>
            <a:srgbClr val="547A98"/>
          </a:solidFill>
          <a:ln w="6191">
            <a:solidFill>
              <a:srgbClr val="FFFFFF"/>
            </a:solidFill>
            <a:prstDash val="solid"/>
          </a:ln>
        </p:spPr>
      </p:sp>
      <p:sp>
        <p:nvSpPr>
          <p:cNvPr id="69" name="mask-4-0"/>
          <p:cNvSpPr>
            <a:spLocks noGrp="1"/>
          </p:cNvSpPr>
          <p:nvPr/>
        </p:nvSpPr>
        <p:spPr>
          <a:xfrm>
            <a:off x="15525750" y="2895600"/>
            <a:ext cx="104775" cy="104775"/>
          </a:xfrm>
          <a:prstGeom prst="rect">
            <a:avLst/>
          </a:prstGeom>
          <a:solidFill>
            <a:srgbClr val="E9F0F5"/>
          </a:solidFill>
          <a:ln w="6191">
            <a:solidFill>
              <a:srgbClr val="FFFFFF"/>
            </a:solidFill>
            <a:prstDash val="solid"/>
          </a:ln>
        </p:spPr>
      </p:sp>
      <p:sp>
        <p:nvSpPr>
          <p:cNvPr id="70" name="mask-4-1"/>
          <p:cNvSpPr>
            <a:spLocks noGrp="1"/>
          </p:cNvSpPr>
          <p:nvPr/>
        </p:nvSpPr>
        <p:spPr>
          <a:xfrm>
            <a:off x="15630525" y="2895600"/>
            <a:ext cx="104775" cy="104775"/>
          </a:xfrm>
          <a:prstGeom prst="rect">
            <a:avLst/>
          </a:prstGeom>
          <a:solidFill>
            <a:srgbClr val="E9F0F5"/>
          </a:solidFill>
          <a:ln w="6191">
            <a:solidFill>
              <a:srgbClr val="FFFFFF"/>
            </a:solidFill>
            <a:prstDash val="solid"/>
          </a:ln>
        </p:spPr>
      </p:sp>
      <p:sp>
        <p:nvSpPr>
          <p:cNvPr id="71" name="mask-4-2"/>
          <p:cNvSpPr>
            <a:spLocks noGrp="1"/>
          </p:cNvSpPr>
          <p:nvPr/>
        </p:nvSpPr>
        <p:spPr>
          <a:xfrm>
            <a:off x="15735300" y="2895600"/>
            <a:ext cx="104775" cy="104775"/>
          </a:xfrm>
          <a:prstGeom prst="rect">
            <a:avLst/>
          </a:prstGeom>
          <a:solidFill>
            <a:srgbClr val="547A98"/>
          </a:solidFill>
          <a:ln w="6191">
            <a:solidFill>
              <a:srgbClr val="FFFFFF"/>
            </a:solidFill>
            <a:prstDash val="solid"/>
          </a:ln>
        </p:spPr>
      </p:sp>
      <p:sp>
        <p:nvSpPr>
          <p:cNvPr id="72" name="mask-4-3"/>
          <p:cNvSpPr>
            <a:spLocks noGrp="1"/>
          </p:cNvSpPr>
          <p:nvPr/>
        </p:nvSpPr>
        <p:spPr>
          <a:xfrm>
            <a:off x="15840075" y="2895600"/>
            <a:ext cx="104775" cy="104775"/>
          </a:xfrm>
          <a:prstGeom prst="rect">
            <a:avLst/>
          </a:prstGeom>
          <a:solidFill>
            <a:srgbClr val="547A98"/>
          </a:solidFill>
          <a:ln w="6191">
            <a:solidFill>
              <a:srgbClr val="FFFFFF"/>
            </a:solidFill>
            <a:prstDash val="solid"/>
          </a:ln>
        </p:spPr>
      </p:sp>
      <p:sp>
        <p:nvSpPr>
          <p:cNvPr id="73" name="mask-4-4"/>
          <p:cNvSpPr>
            <a:spLocks noGrp="1"/>
          </p:cNvSpPr>
          <p:nvPr/>
        </p:nvSpPr>
        <p:spPr>
          <a:xfrm>
            <a:off x="15944850" y="2895600"/>
            <a:ext cx="104775" cy="104775"/>
          </a:xfrm>
          <a:prstGeom prst="rect">
            <a:avLst/>
          </a:prstGeom>
          <a:solidFill>
            <a:srgbClr val="547A98"/>
          </a:solidFill>
          <a:ln w="6191">
            <a:solidFill>
              <a:srgbClr val="FFFFFF"/>
            </a:solidFill>
            <a:prstDash val="solid"/>
          </a:ln>
        </p:spPr>
      </p:sp>
      <p:sp>
        <p:nvSpPr>
          <p:cNvPr id="74" name="shape-21"/>
          <p:cNvSpPr>
            <a:spLocks noGrp="1"/>
          </p:cNvSpPr>
          <p:nvPr/>
        </p:nvSpPr>
        <p:spPr>
          <a:xfrm>
            <a:off x="15525750" y="2476500"/>
            <a:ext cx="523875" cy="523875"/>
          </a:xfrm>
          <a:prstGeom prst="rect">
            <a:avLst/>
          </a:prstGeom>
          <a:noFill/>
          <a:ln w="5715">
            <a:solidFill>
              <a:srgbClr val="536779"/>
            </a:solidFill>
            <a:prstDash val="solid"/>
          </a:ln>
        </p:spPr>
      </p:sp>
      <p:sp>
        <p:nvSpPr>
          <p:cNvPr id="75" name="Graph G"/>
          <p:cNvSpPr>
            <a:spLocks noGrp="1"/>
          </p:cNvSpPr>
          <p:nvPr/>
        </p:nvSpPr>
        <p:spPr>
          <a:xfrm>
            <a:off x="15392400" y="3048000"/>
            <a:ext cx="990600" cy="219075"/>
          </a:xfrm>
          <a:prstGeom prst="rect">
            <a:avLst/>
          </a:prstGeom>
          <a:noFill/>
          <a:ln w="0">
            <a:noFill/>
          </a:ln>
        </p:spPr>
        <p:txBody>
          <a:bodyPr wrap="none" lIns="0" tIns="0" rIns="0" bIns="0" anchor="ctr">
            <a:noAutofit/>
          </a:bodyPr>
          <a:lstStyle>
            <a:defPPr algn="ctr">
              <a:defRPr sz="1781" b="0" i="1">
                <a:solidFill>
                  <a:srgbClr val="315B79"/>
                </a:solidFill>
                <a:latin typeface="Times New Roman" panose="02020503050405090304"/>
                <a:ea typeface="Times New Roman" panose="02020503050405090304"/>
                <a:cs typeface="Times New Roman" panose="02020503050405090304"/>
              </a:defRPr>
            </a:defPPr>
          </a:lstStyle>
          <a:p>
            <a:pPr algn="ctr">
              <a:defRPr sz="1781" b="0" i="1">
                <a:solidFill>
                  <a:srgbClr val="315B79"/>
                </a:solidFill>
                <a:latin typeface="Times New Roman" panose="02020503050405090304"/>
                <a:ea typeface="Times New Roman" panose="02020503050405090304"/>
                <a:cs typeface="Times New Roman" panose="02020503050405090304"/>
              </a:defRPr>
            </a:pPr>
            <a:r>
              <a:rPr sz="1781" b="0" i="1">
                <a:solidFill>
                  <a:srgbClr val="315B79"/>
                </a:solidFill>
                <a:latin typeface="Times New Roman" panose="02020503050405090304"/>
                <a:ea typeface="Times New Roman" panose="02020503050405090304"/>
                <a:cs typeface="Times New Roman" panose="02020503050405090304"/>
              </a:rPr>
              <a:t>Graph G</a:t>
            </a:r>
            <a:endParaRPr sz="1781" b="0" i="1">
              <a:solidFill>
                <a:srgbClr val="315B79"/>
              </a:solidFill>
              <a:latin typeface="Times New Roman" panose="02020503050405090304"/>
              <a:ea typeface="Times New Roman" panose="02020503050405090304"/>
              <a:cs typeface="Times New Roman" panose="02020503050405090304"/>
            </a:endParaRPr>
          </a:p>
        </p:txBody>
      </p:sp>
      <p:sp>
        <p:nvSpPr>
          <p:cNvPr id="76" name="Mᴳ, E_lap"/>
          <p:cNvSpPr>
            <a:spLocks noGrp="1"/>
          </p:cNvSpPr>
          <p:nvPr/>
        </p:nvSpPr>
        <p:spPr>
          <a:xfrm>
            <a:off x="15382875" y="3295650"/>
            <a:ext cx="1028700" cy="209550"/>
          </a:xfrm>
          <a:prstGeom prst="rect">
            <a:avLst/>
          </a:prstGeom>
          <a:noFill/>
          <a:ln w="0">
            <a:noFill/>
          </a:ln>
        </p:spPr>
        <p:txBody>
          <a:bodyPr wrap="none" lIns="0" tIns="0" rIns="0" bIns="0" anchor="ctr">
            <a:noAutofit/>
          </a:bodyPr>
          <a:lstStyle>
            <a:defPPr algn="ctr">
              <a:defRPr sz="1500" b="0" i="0">
                <a:solidFill>
                  <a:srgbClr val="315B79"/>
                </a:solidFill>
                <a:latin typeface="Times New Roman" panose="02020503050405090304"/>
                <a:ea typeface="Times New Roman" panose="02020503050405090304"/>
                <a:cs typeface="Times New Roman" panose="02020503050405090304"/>
              </a:defRPr>
            </a:defPPr>
          </a:lstStyle>
          <a:p>
            <a:pPr algn="ctr">
              <a:defRPr sz="1500" b="0" i="0">
                <a:solidFill>
                  <a:srgbClr val="315B79"/>
                </a:solidFill>
                <a:latin typeface="Times New Roman" panose="02020503050405090304"/>
                <a:ea typeface="Times New Roman" panose="02020503050405090304"/>
                <a:cs typeface="Times New Roman" panose="02020503050405090304"/>
              </a:defRPr>
            </a:pPr>
            <a:r>
              <a:rPr sz="1500" b="0" i="0">
                <a:solidFill>
                  <a:srgbClr val="315B79"/>
                </a:solidFill>
                <a:latin typeface="Times New Roman" panose="02020503050405090304"/>
                <a:ea typeface="Times New Roman" panose="02020503050405090304"/>
                <a:cs typeface="Times New Roman" panose="02020503050405090304"/>
              </a:rPr>
              <a:t>Mᴳ, E_lap</a:t>
            </a:r>
            <a:endParaRPr sz="1500" b="0" i="0">
              <a:solidFill>
                <a:srgbClr val="315B79"/>
              </a:solidFill>
              <a:latin typeface="Times New Roman" panose="02020503050405090304"/>
              <a:ea typeface="Times New Roman" panose="02020503050405090304"/>
              <a:cs typeface="Times New Roman" panose="02020503050405090304"/>
            </a:endParaRPr>
          </a:p>
        </p:txBody>
      </p:sp>
      <p:sp>
        <p:nvSpPr>
          <p:cNvPr id="78" name="shape-23"/>
          <p:cNvSpPr>
            <a:spLocks noGrp="1"/>
          </p:cNvSpPr>
          <p:nvPr/>
        </p:nvSpPr>
        <p:spPr>
          <a:xfrm>
            <a:off x="4395311" y="1213961"/>
            <a:ext cx="1851660" cy="642938"/>
          </a:xfrm>
          <a:prstGeom prst="rect">
            <a:avLst/>
          </a:prstGeom>
          <a:solidFill>
            <a:srgbClr val="E1EBF2"/>
          </a:solidFill>
          <a:ln w="9002">
            <a:solidFill>
              <a:srgbClr val="8EAEC3"/>
            </a:solidFill>
            <a:prstDash val="solid"/>
          </a:ln>
        </p:spPr>
      </p:sp>
      <p:sp>
        <p:nvSpPr>
          <p:cNvPr id="79" name="shape-24"/>
          <p:cNvSpPr>
            <a:spLocks noGrp="1"/>
          </p:cNvSpPr>
          <p:nvPr/>
        </p:nvSpPr>
        <p:spPr>
          <a:xfrm>
            <a:off x="4292441" y="1291114"/>
            <a:ext cx="1851660" cy="642938"/>
          </a:xfrm>
          <a:prstGeom prst="rect">
            <a:avLst/>
          </a:prstGeom>
          <a:solidFill>
            <a:srgbClr val="E1EBF2"/>
          </a:solidFill>
          <a:ln w="9002">
            <a:solidFill>
              <a:srgbClr val="8EAEC3"/>
            </a:solidFill>
            <a:prstDash val="solid"/>
          </a:ln>
        </p:spPr>
      </p:sp>
      <p:sp>
        <p:nvSpPr>
          <p:cNvPr id="80" name="features-0-0"/>
          <p:cNvSpPr>
            <a:spLocks noGrp="1"/>
          </p:cNvSpPr>
          <p:nvPr/>
        </p:nvSpPr>
        <p:spPr>
          <a:xfrm>
            <a:off x="4189571" y="1368266"/>
            <a:ext cx="115729" cy="115729"/>
          </a:xfrm>
          <a:prstGeom prst="rect">
            <a:avLst/>
          </a:prstGeom>
          <a:solidFill>
            <a:srgbClr val="E9F0F5"/>
          </a:solidFill>
          <a:ln w="8358">
            <a:solidFill>
              <a:srgbClr val="FFFFFF"/>
            </a:solidFill>
            <a:prstDash val="solid"/>
          </a:ln>
        </p:spPr>
      </p:sp>
      <p:sp>
        <p:nvSpPr>
          <p:cNvPr id="81" name="features-0-1"/>
          <p:cNvSpPr>
            <a:spLocks noGrp="1"/>
          </p:cNvSpPr>
          <p:nvPr/>
        </p:nvSpPr>
        <p:spPr>
          <a:xfrm>
            <a:off x="4305300" y="1368266"/>
            <a:ext cx="115729" cy="115729"/>
          </a:xfrm>
          <a:prstGeom prst="rect">
            <a:avLst/>
          </a:prstGeom>
          <a:solidFill>
            <a:srgbClr val="8DAAC1"/>
          </a:solidFill>
          <a:ln w="8358">
            <a:solidFill>
              <a:srgbClr val="FFFFFF"/>
            </a:solidFill>
            <a:prstDash val="solid"/>
          </a:ln>
        </p:spPr>
      </p:sp>
      <p:sp>
        <p:nvSpPr>
          <p:cNvPr id="82" name="features-0-2"/>
          <p:cNvSpPr>
            <a:spLocks noGrp="1"/>
          </p:cNvSpPr>
          <p:nvPr/>
        </p:nvSpPr>
        <p:spPr>
          <a:xfrm>
            <a:off x="4421029" y="1368266"/>
            <a:ext cx="115729" cy="115729"/>
          </a:xfrm>
          <a:prstGeom prst="rect">
            <a:avLst/>
          </a:prstGeom>
          <a:solidFill>
            <a:srgbClr val="294D6A"/>
          </a:solidFill>
          <a:ln w="8358">
            <a:solidFill>
              <a:srgbClr val="FFFFFF"/>
            </a:solidFill>
            <a:prstDash val="solid"/>
          </a:ln>
        </p:spPr>
      </p:sp>
      <p:sp>
        <p:nvSpPr>
          <p:cNvPr id="83" name="features-0-3"/>
          <p:cNvSpPr>
            <a:spLocks noGrp="1"/>
          </p:cNvSpPr>
          <p:nvPr/>
        </p:nvSpPr>
        <p:spPr>
          <a:xfrm>
            <a:off x="4536758" y="1368266"/>
            <a:ext cx="115729" cy="115729"/>
          </a:xfrm>
          <a:prstGeom prst="rect">
            <a:avLst/>
          </a:prstGeom>
          <a:solidFill>
            <a:srgbClr val="BDCFDE"/>
          </a:solidFill>
          <a:ln w="8358">
            <a:solidFill>
              <a:srgbClr val="FFFFFF"/>
            </a:solidFill>
            <a:prstDash val="solid"/>
          </a:ln>
        </p:spPr>
      </p:sp>
      <p:sp>
        <p:nvSpPr>
          <p:cNvPr id="84" name="features-0-4"/>
          <p:cNvSpPr>
            <a:spLocks noGrp="1"/>
          </p:cNvSpPr>
          <p:nvPr/>
        </p:nvSpPr>
        <p:spPr>
          <a:xfrm>
            <a:off x="4652486" y="1368266"/>
            <a:ext cx="115729" cy="115729"/>
          </a:xfrm>
          <a:prstGeom prst="rect">
            <a:avLst/>
          </a:prstGeom>
          <a:solidFill>
            <a:srgbClr val="547A98"/>
          </a:solidFill>
          <a:ln w="8358">
            <a:solidFill>
              <a:srgbClr val="FFFFFF"/>
            </a:solidFill>
            <a:prstDash val="solid"/>
          </a:ln>
        </p:spPr>
      </p:sp>
      <p:sp>
        <p:nvSpPr>
          <p:cNvPr id="85" name="features-0-5"/>
          <p:cNvSpPr>
            <a:spLocks noGrp="1"/>
          </p:cNvSpPr>
          <p:nvPr/>
        </p:nvSpPr>
        <p:spPr>
          <a:xfrm>
            <a:off x="4768215" y="1368266"/>
            <a:ext cx="115729" cy="115729"/>
          </a:xfrm>
          <a:prstGeom prst="rect">
            <a:avLst/>
          </a:prstGeom>
          <a:solidFill>
            <a:srgbClr val="E9F0F5"/>
          </a:solidFill>
          <a:ln w="8358">
            <a:solidFill>
              <a:srgbClr val="FFFFFF"/>
            </a:solidFill>
            <a:prstDash val="solid"/>
          </a:ln>
        </p:spPr>
      </p:sp>
      <p:sp>
        <p:nvSpPr>
          <p:cNvPr id="86" name="features-0-6"/>
          <p:cNvSpPr>
            <a:spLocks noGrp="1"/>
          </p:cNvSpPr>
          <p:nvPr/>
        </p:nvSpPr>
        <p:spPr>
          <a:xfrm>
            <a:off x="4883944" y="1368266"/>
            <a:ext cx="115729" cy="115729"/>
          </a:xfrm>
          <a:prstGeom prst="rect">
            <a:avLst/>
          </a:prstGeom>
          <a:solidFill>
            <a:srgbClr val="8DAAC1"/>
          </a:solidFill>
          <a:ln w="8358">
            <a:solidFill>
              <a:srgbClr val="FFFFFF"/>
            </a:solidFill>
            <a:prstDash val="solid"/>
          </a:ln>
        </p:spPr>
      </p:sp>
      <p:sp>
        <p:nvSpPr>
          <p:cNvPr id="87" name="features-0-7"/>
          <p:cNvSpPr>
            <a:spLocks noGrp="1"/>
          </p:cNvSpPr>
          <p:nvPr/>
        </p:nvSpPr>
        <p:spPr>
          <a:xfrm>
            <a:off x="4999673" y="1368266"/>
            <a:ext cx="115729" cy="115729"/>
          </a:xfrm>
          <a:prstGeom prst="rect">
            <a:avLst/>
          </a:prstGeom>
          <a:solidFill>
            <a:srgbClr val="294D6A"/>
          </a:solidFill>
          <a:ln w="8358">
            <a:solidFill>
              <a:srgbClr val="FFFFFF"/>
            </a:solidFill>
            <a:prstDash val="solid"/>
          </a:ln>
        </p:spPr>
      </p:sp>
      <p:sp>
        <p:nvSpPr>
          <p:cNvPr id="88" name="features-0-8"/>
          <p:cNvSpPr>
            <a:spLocks noGrp="1"/>
          </p:cNvSpPr>
          <p:nvPr/>
        </p:nvSpPr>
        <p:spPr>
          <a:xfrm>
            <a:off x="5115401" y="1368266"/>
            <a:ext cx="115729" cy="115729"/>
          </a:xfrm>
          <a:prstGeom prst="rect">
            <a:avLst/>
          </a:prstGeom>
          <a:solidFill>
            <a:srgbClr val="BDCFDE"/>
          </a:solidFill>
          <a:ln w="8358">
            <a:solidFill>
              <a:srgbClr val="FFFFFF"/>
            </a:solidFill>
            <a:prstDash val="solid"/>
          </a:ln>
        </p:spPr>
      </p:sp>
      <p:sp>
        <p:nvSpPr>
          <p:cNvPr id="89" name="features-0-9"/>
          <p:cNvSpPr>
            <a:spLocks noGrp="1"/>
          </p:cNvSpPr>
          <p:nvPr/>
        </p:nvSpPr>
        <p:spPr>
          <a:xfrm>
            <a:off x="5231130" y="1368266"/>
            <a:ext cx="115729" cy="115729"/>
          </a:xfrm>
          <a:prstGeom prst="rect">
            <a:avLst/>
          </a:prstGeom>
          <a:solidFill>
            <a:srgbClr val="547A98"/>
          </a:solidFill>
          <a:ln w="8358">
            <a:solidFill>
              <a:srgbClr val="FFFFFF"/>
            </a:solidFill>
            <a:prstDash val="solid"/>
          </a:ln>
        </p:spPr>
      </p:sp>
      <p:sp>
        <p:nvSpPr>
          <p:cNvPr id="90" name="features-0-10"/>
          <p:cNvSpPr>
            <a:spLocks noGrp="1"/>
          </p:cNvSpPr>
          <p:nvPr/>
        </p:nvSpPr>
        <p:spPr>
          <a:xfrm>
            <a:off x="5346859" y="1368266"/>
            <a:ext cx="115729" cy="115729"/>
          </a:xfrm>
          <a:prstGeom prst="rect">
            <a:avLst/>
          </a:prstGeom>
          <a:solidFill>
            <a:srgbClr val="E9F0F5"/>
          </a:solidFill>
          <a:ln w="8358">
            <a:solidFill>
              <a:srgbClr val="FFFFFF"/>
            </a:solidFill>
            <a:prstDash val="solid"/>
          </a:ln>
        </p:spPr>
      </p:sp>
      <p:sp>
        <p:nvSpPr>
          <p:cNvPr id="91" name="features-0-11"/>
          <p:cNvSpPr>
            <a:spLocks noGrp="1"/>
          </p:cNvSpPr>
          <p:nvPr/>
        </p:nvSpPr>
        <p:spPr>
          <a:xfrm>
            <a:off x="5462588" y="1368266"/>
            <a:ext cx="115729" cy="115729"/>
          </a:xfrm>
          <a:prstGeom prst="rect">
            <a:avLst/>
          </a:prstGeom>
          <a:solidFill>
            <a:srgbClr val="8DAAC1"/>
          </a:solidFill>
          <a:ln w="8358">
            <a:solidFill>
              <a:srgbClr val="FFFFFF"/>
            </a:solidFill>
            <a:prstDash val="solid"/>
          </a:ln>
        </p:spPr>
      </p:sp>
      <p:sp>
        <p:nvSpPr>
          <p:cNvPr id="92" name="features-0-12"/>
          <p:cNvSpPr>
            <a:spLocks noGrp="1"/>
          </p:cNvSpPr>
          <p:nvPr/>
        </p:nvSpPr>
        <p:spPr>
          <a:xfrm>
            <a:off x="5578316" y="1368266"/>
            <a:ext cx="115729" cy="115729"/>
          </a:xfrm>
          <a:prstGeom prst="rect">
            <a:avLst/>
          </a:prstGeom>
          <a:solidFill>
            <a:srgbClr val="294D6A"/>
          </a:solidFill>
          <a:ln w="8358">
            <a:solidFill>
              <a:srgbClr val="FFFFFF"/>
            </a:solidFill>
            <a:prstDash val="solid"/>
          </a:ln>
        </p:spPr>
      </p:sp>
      <p:sp>
        <p:nvSpPr>
          <p:cNvPr id="93" name="features-0-13"/>
          <p:cNvSpPr>
            <a:spLocks noGrp="1"/>
          </p:cNvSpPr>
          <p:nvPr/>
        </p:nvSpPr>
        <p:spPr>
          <a:xfrm>
            <a:off x="5694045" y="1368266"/>
            <a:ext cx="115729" cy="115729"/>
          </a:xfrm>
          <a:prstGeom prst="rect">
            <a:avLst/>
          </a:prstGeom>
          <a:solidFill>
            <a:srgbClr val="BDCFDE"/>
          </a:solidFill>
          <a:ln w="8358">
            <a:solidFill>
              <a:srgbClr val="FFFFFF"/>
            </a:solidFill>
            <a:prstDash val="solid"/>
          </a:ln>
        </p:spPr>
      </p:sp>
      <p:sp>
        <p:nvSpPr>
          <p:cNvPr id="94" name="features-0-14"/>
          <p:cNvSpPr>
            <a:spLocks noGrp="1"/>
          </p:cNvSpPr>
          <p:nvPr/>
        </p:nvSpPr>
        <p:spPr>
          <a:xfrm>
            <a:off x="5809774" y="1368266"/>
            <a:ext cx="115729" cy="115729"/>
          </a:xfrm>
          <a:prstGeom prst="rect">
            <a:avLst/>
          </a:prstGeom>
          <a:solidFill>
            <a:srgbClr val="547A98"/>
          </a:solidFill>
          <a:ln w="8358">
            <a:solidFill>
              <a:srgbClr val="FFFFFF"/>
            </a:solidFill>
            <a:prstDash val="solid"/>
          </a:ln>
        </p:spPr>
      </p:sp>
      <p:sp>
        <p:nvSpPr>
          <p:cNvPr id="95" name="features-0-15"/>
          <p:cNvSpPr>
            <a:spLocks noGrp="1"/>
          </p:cNvSpPr>
          <p:nvPr/>
        </p:nvSpPr>
        <p:spPr>
          <a:xfrm>
            <a:off x="5925503" y="1368266"/>
            <a:ext cx="115729" cy="115729"/>
          </a:xfrm>
          <a:prstGeom prst="rect">
            <a:avLst/>
          </a:prstGeom>
          <a:solidFill>
            <a:srgbClr val="E9F0F5"/>
          </a:solidFill>
          <a:ln w="8358">
            <a:solidFill>
              <a:srgbClr val="FFFFFF"/>
            </a:solidFill>
            <a:prstDash val="solid"/>
          </a:ln>
        </p:spPr>
      </p:sp>
      <p:sp>
        <p:nvSpPr>
          <p:cNvPr id="96" name="features-1-0"/>
          <p:cNvSpPr>
            <a:spLocks noGrp="1"/>
          </p:cNvSpPr>
          <p:nvPr/>
        </p:nvSpPr>
        <p:spPr>
          <a:xfrm>
            <a:off x="4189571" y="1483995"/>
            <a:ext cx="115729" cy="115729"/>
          </a:xfrm>
          <a:prstGeom prst="rect">
            <a:avLst/>
          </a:prstGeom>
          <a:solidFill>
            <a:srgbClr val="547A98"/>
          </a:solidFill>
          <a:ln w="8358">
            <a:solidFill>
              <a:srgbClr val="FFFFFF"/>
            </a:solidFill>
            <a:prstDash val="solid"/>
          </a:ln>
        </p:spPr>
      </p:sp>
      <p:sp>
        <p:nvSpPr>
          <p:cNvPr id="97" name="features-1-1"/>
          <p:cNvSpPr>
            <a:spLocks noGrp="1"/>
          </p:cNvSpPr>
          <p:nvPr/>
        </p:nvSpPr>
        <p:spPr>
          <a:xfrm>
            <a:off x="4305300" y="1483995"/>
            <a:ext cx="115729" cy="115729"/>
          </a:xfrm>
          <a:prstGeom prst="rect">
            <a:avLst/>
          </a:prstGeom>
          <a:solidFill>
            <a:srgbClr val="BDCFDE"/>
          </a:solidFill>
          <a:ln w="8358">
            <a:solidFill>
              <a:srgbClr val="FFFFFF"/>
            </a:solidFill>
            <a:prstDash val="solid"/>
          </a:ln>
        </p:spPr>
      </p:sp>
      <p:sp>
        <p:nvSpPr>
          <p:cNvPr id="98" name="features-1-2"/>
          <p:cNvSpPr>
            <a:spLocks noGrp="1"/>
          </p:cNvSpPr>
          <p:nvPr/>
        </p:nvSpPr>
        <p:spPr>
          <a:xfrm>
            <a:off x="4421029" y="1483995"/>
            <a:ext cx="115729" cy="115729"/>
          </a:xfrm>
          <a:prstGeom prst="rect">
            <a:avLst/>
          </a:prstGeom>
          <a:solidFill>
            <a:srgbClr val="294D6A"/>
          </a:solidFill>
          <a:ln w="8358">
            <a:solidFill>
              <a:srgbClr val="FFFFFF"/>
            </a:solidFill>
            <a:prstDash val="solid"/>
          </a:ln>
        </p:spPr>
      </p:sp>
      <p:sp>
        <p:nvSpPr>
          <p:cNvPr id="99" name="features-1-3"/>
          <p:cNvSpPr>
            <a:spLocks noGrp="1"/>
          </p:cNvSpPr>
          <p:nvPr/>
        </p:nvSpPr>
        <p:spPr>
          <a:xfrm>
            <a:off x="4536758" y="1483995"/>
            <a:ext cx="115729" cy="115729"/>
          </a:xfrm>
          <a:prstGeom prst="rect">
            <a:avLst/>
          </a:prstGeom>
          <a:solidFill>
            <a:srgbClr val="8DAAC1"/>
          </a:solidFill>
          <a:ln w="8358">
            <a:solidFill>
              <a:srgbClr val="FFFFFF"/>
            </a:solidFill>
            <a:prstDash val="solid"/>
          </a:ln>
        </p:spPr>
      </p:sp>
      <p:sp>
        <p:nvSpPr>
          <p:cNvPr id="100" name="features-1-4"/>
          <p:cNvSpPr>
            <a:spLocks noGrp="1"/>
          </p:cNvSpPr>
          <p:nvPr/>
        </p:nvSpPr>
        <p:spPr>
          <a:xfrm>
            <a:off x="4652486" y="1483995"/>
            <a:ext cx="115729" cy="115729"/>
          </a:xfrm>
          <a:prstGeom prst="rect">
            <a:avLst/>
          </a:prstGeom>
          <a:solidFill>
            <a:srgbClr val="E9F0F5"/>
          </a:solidFill>
          <a:ln w="8358">
            <a:solidFill>
              <a:srgbClr val="FFFFFF"/>
            </a:solidFill>
            <a:prstDash val="solid"/>
          </a:ln>
        </p:spPr>
      </p:sp>
      <p:sp>
        <p:nvSpPr>
          <p:cNvPr id="101" name="features-1-5"/>
          <p:cNvSpPr>
            <a:spLocks noGrp="1"/>
          </p:cNvSpPr>
          <p:nvPr/>
        </p:nvSpPr>
        <p:spPr>
          <a:xfrm>
            <a:off x="4768215" y="1483995"/>
            <a:ext cx="115729" cy="115729"/>
          </a:xfrm>
          <a:prstGeom prst="rect">
            <a:avLst/>
          </a:prstGeom>
          <a:solidFill>
            <a:srgbClr val="547A98"/>
          </a:solidFill>
          <a:ln w="8358">
            <a:solidFill>
              <a:srgbClr val="FFFFFF"/>
            </a:solidFill>
            <a:prstDash val="solid"/>
          </a:ln>
        </p:spPr>
      </p:sp>
      <p:sp>
        <p:nvSpPr>
          <p:cNvPr id="102" name="features-1-6"/>
          <p:cNvSpPr>
            <a:spLocks noGrp="1"/>
          </p:cNvSpPr>
          <p:nvPr/>
        </p:nvSpPr>
        <p:spPr>
          <a:xfrm>
            <a:off x="4883944" y="1483995"/>
            <a:ext cx="115729" cy="115729"/>
          </a:xfrm>
          <a:prstGeom prst="rect">
            <a:avLst/>
          </a:prstGeom>
          <a:solidFill>
            <a:srgbClr val="BDCFDE"/>
          </a:solidFill>
          <a:ln w="8358">
            <a:solidFill>
              <a:srgbClr val="FFFFFF"/>
            </a:solidFill>
            <a:prstDash val="solid"/>
          </a:ln>
        </p:spPr>
      </p:sp>
      <p:sp>
        <p:nvSpPr>
          <p:cNvPr id="103" name="features-1-7"/>
          <p:cNvSpPr>
            <a:spLocks noGrp="1"/>
          </p:cNvSpPr>
          <p:nvPr/>
        </p:nvSpPr>
        <p:spPr>
          <a:xfrm>
            <a:off x="4999673" y="1483995"/>
            <a:ext cx="115729" cy="115729"/>
          </a:xfrm>
          <a:prstGeom prst="rect">
            <a:avLst/>
          </a:prstGeom>
          <a:solidFill>
            <a:srgbClr val="294D6A"/>
          </a:solidFill>
          <a:ln w="8358">
            <a:solidFill>
              <a:srgbClr val="FFFFFF"/>
            </a:solidFill>
            <a:prstDash val="solid"/>
          </a:ln>
        </p:spPr>
      </p:sp>
      <p:sp>
        <p:nvSpPr>
          <p:cNvPr id="104" name="features-1-8"/>
          <p:cNvSpPr>
            <a:spLocks noGrp="1"/>
          </p:cNvSpPr>
          <p:nvPr/>
        </p:nvSpPr>
        <p:spPr>
          <a:xfrm>
            <a:off x="5115401" y="1483995"/>
            <a:ext cx="115729" cy="115729"/>
          </a:xfrm>
          <a:prstGeom prst="rect">
            <a:avLst/>
          </a:prstGeom>
          <a:solidFill>
            <a:srgbClr val="8DAAC1"/>
          </a:solidFill>
          <a:ln w="8358">
            <a:solidFill>
              <a:srgbClr val="FFFFFF"/>
            </a:solidFill>
            <a:prstDash val="solid"/>
          </a:ln>
        </p:spPr>
      </p:sp>
      <p:sp>
        <p:nvSpPr>
          <p:cNvPr id="105" name="features-1-9"/>
          <p:cNvSpPr>
            <a:spLocks noGrp="1"/>
          </p:cNvSpPr>
          <p:nvPr/>
        </p:nvSpPr>
        <p:spPr>
          <a:xfrm>
            <a:off x="5231130" y="1483995"/>
            <a:ext cx="115729" cy="115729"/>
          </a:xfrm>
          <a:prstGeom prst="rect">
            <a:avLst/>
          </a:prstGeom>
          <a:solidFill>
            <a:srgbClr val="E9F0F5"/>
          </a:solidFill>
          <a:ln w="8358">
            <a:solidFill>
              <a:srgbClr val="FFFFFF"/>
            </a:solidFill>
            <a:prstDash val="solid"/>
          </a:ln>
        </p:spPr>
      </p:sp>
      <p:sp>
        <p:nvSpPr>
          <p:cNvPr id="106" name="features-1-10"/>
          <p:cNvSpPr>
            <a:spLocks noGrp="1"/>
          </p:cNvSpPr>
          <p:nvPr/>
        </p:nvSpPr>
        <p:spPr>
          <a:xfrm>
            <a:off x="5346859" y="1483995"/>
            <a:ext cx="115729" cy="115729"/>
          </a:xfrm>
          <a:prstGeom prst="rect">
            <a:avLst/>
          </a:prstGeom>
          <a:solidFill>
            <a:srgbClr val="547A98"/>
          </a:solidFill>
          <a:ln w="8358">
            <a:solidFill>
              <a:srgbClr val="FFFFFF"/>
            </a:solidFill>
            <a:prstDash val="solid"/>
          </a:ln>
        </p:spPr>
      </p:sp>
      <p:sp>
        <p:nvSpPr>
          <p:cNvPr id="107" name="features-1-11"/>
          <p:cNvSpPr>
            <a:spLocks noGrp="1"/>
          </p:cNvSpPr>
          <p:nvPr/>
        </p:nvSpPr>
        <p:spPr>
          <a:xfrm>
            <a:off x="5462588" y="1483995"/>
            <a:ext cx="115729" cy="115729"/>
          </a:xfrm>
          <a:prstGeom prst="rect">
            <a:avLst/>
          </a:prstGeom>
          <a:solidFill>
            <a:srgbClr val="BDCFDE"/>
          </a:solidFill>
          <a:ln w="8358">
            <a:solidFill>
              <a:srgbClr val="FFFFFF"/>
            </a:solidFill>
            <a:prstDash val="solid"/>
          </a:ln>
        </p:spPr>
      </p:sp>
      <p:sp>
        <p:nvSpPr>
          <p:cNvPr id="108" name="features-1-12"/>
          <p:cNvSpPr>
            <a:spLocks noGrp="1"/>
          </p:cNvSpPr>
          <p:nvPr/>
        </p:nvSpPr>
        <p:spPr>
          <a:xfrm>
            <a:off x="5578316" y="1483995"/>
            <a:ext cx="115729" cy="115729"/>
          </a:xfrm>
          <a:prstGeom prst="rect">
            <a:avLst/>
          </a:prstGeom>
          <a:solidFill>
            <a:srgbClr val="294D6A"/>
          </a:solidFill>
          <a:ln w="8358">
            <a:solidFill>
              <a:srgbClr val="FFFFFF"/>
            </a:solidFill>
            <a:prstDash val="solid"/>
          </a:ln>
        </p:spPr>
      </p:sp>
      <p:sp>
        <p:nvSpPr>
          <p:cNvPr id="109" name="features-1-13"/>
          <p:cNvSpPr>
            <a:spLocks noGrp="1"/>
          </p:cNvSpPr>
          <p:nvPr/>
        </p:nvSpPr>
        <p:spPr>
          <a:xfrm>
            <a:off x="5694045" y="1483995"/>
            <a:ext cx="115729" cy="115729"/>
          </a:xfrm>
          <a:prstGeom prst="rect">
            <a:avLst/>
          </a:prstGeom>
          <a:solidFill>
            <a:srgbClr val="8DAAC1"/>
          </a:solidFill>
          <a:ln w="8358">
            <a:solidFill>
              <a:srgbClr val="FFFFFF"/>
            </a:solidFill>
            <a:prstDash val="solid"/>
          </a:ln>
        </p:spPr>
      </p:sp>
      <p:sp>
        <p:nvSpPr>
          <p:cNvPr id="110" name="features-1-14"/>
          <p:cNvSpPr>
            <a:spLocks noGrp="1"/>
          </p:cNvSpPr>
          <p:nvPr/>
        </p:nvSpPr>
        <p:spPr>
          <a:xfrm>
            <a:off x="5809774" y="1483995"/>
            <a:ext cx="115729" cy="115729"/>
          </a:xfrm>
          <a:prstGeom prst="rect">
            <a:avLst/>
          </a:prstGeom>
          <a:solidFill>
            <a:srgbClr val="E9F0F5"/>
          </a:solidFill>
          <a:ln w="8358">
            <a:solidFill>
              <a:srgbClr val="FFFFFF"/>
            </a:solidFill>
            <a:prstDash val="solid"/>
          </a:ln>
        </p:spPr>
      </p:sp>
      <p:sp>
        <p:nvSpPr>
          <p:cNvPr id="111" name="features-1-15"/>
          <p:cNvSpPr>
            <a:spLocks noGrp="1"/>
          </p:cNvSpPr>
          <p:nvPr/>
        </p:nvSpPr>
        <p:spPr>
          <a:xfrm>
            <a:off x="5925503" y="1483995"/>
            <a:ext cx="115729" cy="115729"/>
          </a:xfrm>
          <a:prstGeom prst="rect">
            <a:avLst/>
          </a:prstGeom>
          <a:solidFill>
            <a:srgbClr val="547A98"/>
          </a:solidFill>
          <a:ln w="8358">
            <a:solidFill>
              <a:srgbClr val="FFFFFF"/>
            </a:solidFill>
            <a:prstDash val="solid"/>
          </a:ln>
        </p:spPr>
      </p:sp>
      <p:sp>
        <p:nvSpPr>
          <p:cNvPr id="112" name="features-2-0"/>
          <p:cNvSpPr>
            <a:spLocks noGrp="1"/>
          </p:cNvSpPr>
          <p:nvPr/>
        </p:nvSpPr>
        <p:spPr>
          <a:xfrm>
            <a:off x="4189571" y="1599724"/>
            <a:ext cx="115729" cy="115729"/>
          </a:xfrm>
          <a:prstGeom prst="rect">
            <a:avLst/>
          </a:prstGeom>
          <a:solidFill>
            <a:srgbClr val="BDCFDE"/>
          </a:solidFill>
          <a:ln w="8358">
            <a:solidFill>
              <a:srgbClr val="FFFFFF"/>
            </a:solidFill>
            <a:prstDash val="solid"/>
          </a:ln>
        </p:spPr>
      </p:sp>
      <p:sp>
        <p:nvSpPr>
          <p:cNvPr id="113" name="features-2-1"/>
          <p:cNvSpPr>
            <a:spLocks noGrp="1"/>
          </p:cNvSpPr>
          <p:nvPr/>
        </p:nvSpPr>
        <p:spPr>
          <a:xfrm>
            <a:off x="4305300" y="1599724"/>
            <a:ext cx="115729" cy="115729"/>
          </a:xfrm>
          <a:prstGeom prst="rect">
            <a:avLst/>
          </a:prstGeom>
          <a:solidFill>
            <a:srgbClr val="E9F0F5"/>
          </a:solidFill>
          <a:ln w="8358">
            <a:solidFill>
              <a:srgbClr val="FFFFFF"/>
            </a:solidFill>
            <a:prstDash val="solid"/>
          </a:ln>
        </p:spPr>
      </p:sp>
      <p:sp>
        <p:nvSpPr>
          <p:cNvPr id="114" name="features-2-2"/>
          <p:cNvSpPr>
            <a:spLocks noGrp="1"/>
          </p:cNvSpPr>
          <p:nvPr/>
        </p:nvSpPr>
        <p:spPr>
          <a:xfrm>
            <a:off x="4421029" y="1599724"/>
            <a:ext cx="115729" cy="115729"/>
          </a:xfrm>
          <a:prstGeom prst="rect">
            <a:avLst/>
          </a:prstGeom>
          <a:solidFill>
            <a:srgbClr val="294D6A"/>
          </a:solidFill>
          <a:ln w="8358">
            <a:solidFill>
              <a:srgbClr val="FFFFFF"/>
            </a:solidFill>
            <a:prstDash val="solid"/>
          </a:ln>
        </p:spPr>
      </p:sp>
      <p:sp>
        <p:nvSpPr>
          <p:cNvPr id="115" name="features-2-3"/>
          <p:cNvSpPr>
            <a:spLocks noGrp="1"/>
          </p:cNvSpPr>
          <p:nvPr/>
        </p:nvSpPr>
        <p:spPr>
          <a:xfrm>
            <a:off x="4536758" y="1599724"/>
            <a:ext cx="115729" cy="115729"/>
          </a:xfrm>
          <a:prstGeom prst="rect">
            <a:avLst/>
          </a:prstGeom>
          <a:solidFill>
            <a:srgbClr val="547A98"/>
          </a:solidFill>
          <a:ln w="8358">
            <a:solidFill>
              <a:srgbClr val="FFFFFF"/>
            </a:solidFill>
            <a:prstDash val="solid"/>
          </a:ln>
        </p:spPr>
      </p:sp>
      <p:sp>
        <p:nvSpPr>
          <p:cNvPr id="116" name="features-2-4"/>
          <p:cNvSpPr>
            <a:spLocks noGrp="1"/>
          </p:cNvSpPr>
          <p:nvPr/>
        </p:nvSpPr>
        <p:spPr>
          <a:xfrm>
            <a:off x="4652486" y="1599724"/>
            <a:ext cx="115729" cy="115729"/>
          </a:xfrm>
          <a:prstGeom prst="rect">
            <a:avLst/>
          </a:prstGeom>
          <a:solidFill>
            <a:srgbClr val="8DAAC1"/>
          </a:solidFill>
          <a:ln w="8358">
            <a:solidFill>
              <a:srgbClr val="FFFFFF"/>
            </a:solidFill>
            <a:prstDash val="solid"/>
          </a:ln>
        </p:spPr>
      </p:sp>
      <p:sp>
        <p:nvSpPr>
          <p:cNvPr id="117" name="features-2-5"/>
          <p:cNvSpPr>
            <a:spLocks noGrp="1"/>
          </p:cNvSpPr>
          <p:nvPr/>
        </p:nvSpPr>
        <p:spPr>
          <a:xfrm>
            <a:off x="4768215" y="1599724"/>
            <a:ext cx="115729" cy="115729"/>
          </a:xfrm>
          <a:prstGeom prst="rect">
            <a:avLst/>
          </a:prstGeom>
          <a:solidFill>
            <a:srgbClr val="BDCFDE"/>
          </a:solidFill>
          <a:ln w="8358">
            <a:solidFill>
              <a:srgbClr val="FFFFFF"/>
            </a:solidFill>
            <a:prstDash val="solid"/>
          </a:ln>
        </p:spPr>
      </p:sp>
      <p:sp>
        <p:nvSpPr>
          <p:cNvPr id="118" name="features-2-6"/>
          <p:cNvSpPr>
            <a:spLocks noGrp="1"/>
          </p:cNvSpPr>
          <p:nvPr/>
        </p:nvSpPr>
        <p:spPr>
          <a:xfrm>
            <a:off x="4883944" y="1599724"/>
            <a:ext cx="115729" cy="115729"/>
          </a:xfrm>
          <a:prstGeom prst="rect">
            <a:avLst/>
          </a:prstGeom>
          <a:solidFill>
            <a:srgbClr val="E9F0F5"/>
          </a:solidFill>
          <a:ln w="8358">
            <a:solidFill>
              <a:srgbClr val="FFFFFF"/>
            </a:solidFill>
            <a:prstDash val="solid"/>
          </a:ln>
        </p:spPr>
      </p:sp>
      <p:sp>
        <p:nvSpPr>
          <p:cNvPr id="119" name="features-2-7"/>
          <p:cNvSpPr>
            <a:spLocks noGrp="1"/>
          </p:cNvSpPr>
          <p:nvPr/>
        </p:nvSpPr>
        <p:spPr>
          <a:xfrm>
            <a:off x="4999673" y="1599724"/>
            <a:ext cx="115729" cy="115729"/>
          </a:xfrm>
          <a:prstGeom prst="rect">
            <a:avLst/>
          </a:prstGeom>
          <a:solidFill>
            <a:srgbClr val="294D6A"/>
          </a:solidFill>
          <a:ln w="8358">
            <a:solidFill>
              <a:srgbClr val="FFFFFF"/>
            </a:solidFill>
            <a:prstDash val="solid"/>
          </a:ln>
        </p:spPr>
      </p:sp>
      <p:sp>
        <p:nvSpPr>
          <p:cNvPr id="120" name="features-2-8"/>
          <p:cNvSpPr>
            <a:spLocks noGrp="1"/>
          </p:cNvSpPr>
          <p:nvPr/>
        </p:nvSpPr>
        <p:spPr>
          <a:xfrm>
            <a:off x="5115401" y="1599724"/>
            <a:ext cx="115729" cy="115729"/>
          </a:xfrm>
          <a:prstGeom prst="rect">
            <a:avLst/>
          </a:prstGeom>
          <a:solidFill>
            <a:srgbClr val="547A98"/>
          </a:solidFill>
          <a:ln w="8358">
            <a:solidFill>
              <a:srgbClr val="FFFFFF"/>
            </a:solidFill>
            <a:prstDash val="solid"/>
          </a:ln>
        </p:spPr>
      </p:sp>
      <p:sp>
        <p:nvSpPr>
          <p:cNvPr id="121" name="features-2-9"/>
          <p:cNvSpPr>
            <a:spLocks noGrp="1"/>
          </p:cNvSpPr>
          <p:nvPr/>
        </p:nvSpPr>
        <p:spPr>
          <a:xfrm>
            <a:off x="5231130" y="1599724"/>
            <a:ext cx="115729" cy="115729"/>
          </a:xfrm>
          <a:prstGeom prst="rect">
            <a:avLst/>
          </a:prstGeom>
          <a:solidFill>
            <a:srgbClr val="8DAAC1"/>
          </a:solidFill>
          <a:ln w="8358">
            <a:solidFill>
              <a:srgbClr val="FFFFFF"/>
            </a:solidFill>
            <a:prstDash val="solid"/>
          </a:ln>
        </p:spPr>
      </p:sp>
      <p:sp>
        <p:nvSpPr>
          <p:cNvPr id="122" name="features-2-10"/>
          <p:cNvSpPr>
            <a:spLocks noGrp="1"/>
          </p:cNvSpPr>
          <p:nvPr/>
        </p:nvSpPr>
        <p:spPr>
          <a:xfrm>
            <a:off x="5346859" y="1599724"/>
            <a:ext cx="115729" cy="115729"/>
          </a:xfrm>
          <a:prstGeom prst="rect">
            <a:avLst/>
          </a:prstGeom>
          <a:solidFill>
            <a:srgbClr val="BDCFDE"/>
          </a:solidFill>
          <a:ln w="8358">
            <a:solidFill>
              <a:srgbClr val="FFFFFF"/>
            </a:solidFill>
            <a:prstDash val="solid"/>
          </a:ln>
        </p:spPr>
      </p:sp>
      <p:sp>
        <p:nvSpPr>
          <p:cNvPr id="123" name="features-2-11"/>
          <p:cNvSpPr>
            <a:spLocks noGrp="1"/>
          </p:cNvSpPr>
          <p:nvPr/>
        </p:nvSpPr>
        <p:spPr>
          <a:xfrm>
            <a:off x="5462588" y="1599724"/>
            <a:ext cx="115729" cy="115729"/>
          </a:xfrm>
          <a:prstGeom prst="rect">
            <a:avLst/>
          </a:prstGeom>
          <a:solidFill>
            <a:srgbClr val="E9F0F5"/>
          </a:solidFill>
          <a:ln w="8358">
            <a:solidFill>
              <a:srgbClr val="FFFFFF"/>
            </a:solidFill>
            <a:prstDash val="solid"/>
          </a:ln>
        </p:spPr>
      </p:sp>
      <p:sp>
        <p:nvSpPr>
          <p:cNvPr id="124" name="features-2-12"/>
          <p:cNvSpPr>
            <a:spLocks noGrp="1"/>
          </p:cNvSpPr>
          <p:nvPr/>
        </p:nvSpPr>
        <p:spPr>
          <a:xfrm>
            <a:off x="5578316" y="1599724"/>
            <a:ext cx="115729" cy="115729"/>
          </a:xfrm>
          <a:prstGeom prst="rect">
            <a:avLst/>
          </a:prstGeom>
          <a:solidFill>
            <a:srgbClr val="294D6A"/>
          </a:solidFill>
          <a:ln w="8358">
            <a:solidFill>
              <a:srgbClr val="FFFFFF"/>
            </a:solidFill>
            <a:prstDash val="solid"/>
          </a:ln>
        </p:spPr>
      </p:sp>
      <p:sp>
        <p:nvSpPr>
          <p:cNvPr id="125" name="features-2-13"/>
          <p:cNvSpPr>
            <a:spLocks noGrp="1"/>
          </p:cNvSpPr>
          <p:nvPr/>
        </p:nvSpPr>
        <p:spPr>
          <a:xfrm>
            <a:off x="5694045" y="1599724"/>
            <a:ext cx="115729" cy="115729"/>
          </a:xfrm>
          <a:prstGeom prst="rect">
            <a:avLst/>
          </a:prstGeom>
          <a:solidFill>
            <a:srgbClr val="547A98"/>
          </a:solidFill>
          <a:ln w="8358">
            <a:solidFill>
              <a:srgbClr val="FFFFFF"/>
            </a:solidFill>
            <a:prstDash val="solid"/>
          </a:ln>
        </p:spPr>
      </p:sp>
      <p:sp>
        <p:nvSpPr>
          <p:cNvPr id="126" name="features-2-14"/>
          <p:cNvSpPr>
            <a:spLocks noGrp="1"/>
          </p:cNvSpPr>
          <p:nvPr/>
        </p:nvSpPr>
        <p:spPr>
          <a:xfrm>
            <a:off x="5809774" y="1599724"/>
            <a:ext cx="115729" cy="115729"/>
          </a:xfrm>
          <a:prstGeom prst="rect">
            <a:avLst/>
          </a:prstGeom>
          <a:solidFill>
            <a:srgbClr val="8DAAC1"/>
          </a:solidFill>
          <a:ln w="8358">
            <a:solidFill>
              <a:srgbClr val="FFFFFF"/>
            </a:solidFill>
            <a:prstDash val="solid"/>
          </a:ln>
        </p:spPr>
      </p:sp>
      <p:sp>
        <p:nvSpPr>
          <p:cNvPr id="127" name="features-2-15"/>
          <p:cNvSpPr>
            <a:spLocks noGrp="1"/>
          </p:cNvSpPr>
          <p:nvPr/>
        </p:nvSpPr>
        <p:spPr>
          <a:xfrm>
            <a:off x="5925503" y="1599724"/>
            <a:ext cx="115729" cy="115729"/>
          </a:xfrm>
          <a:prstGeom prst="rect">
            <a:avLst/>
          </a:prstGeom>
          <a:solidFill>
            <a:srgbClr val="BDCFDE"/>
          </a:solidFill>
          <a:ln w="8358">
            <a:solidFill>
              <a:srgbClr val="FFFFFF"/>
            </a:solidFill>
            <a:prstDash val="solid"/>
          </a:ln>
        </p:spPr>
      </p:sp>
      <p:sp>
        <p:nvSpPr>
          <p:cNvPr id="128" name="features-3-0"/>
          <p:cNvSpPr>
            <a:spLocks noGrp="1"/>
          </p:cNvSpPr>
          <p:nvPr/>
        </p:nvSpPr>
        <p:spPr>
          <a:xfrm>
            <a:off x="4189571" y="1715453"/>
            <a:ext cx="115729" cy="115729"/>
          </a:xfrm>
          <a:prstGeom prst="rect">
            <a:avLst/>
          </a:prstGeom>
          <a:solidFill>
            <a:srgbClr val="294D6A"/>
          </a:solidFill>
          <a:ln w="8358">
            <a:solidFill>
              <a:srgbClr val="FFFFFF"/>
            </a:solidFill>
            <a:prstDash val="solid"/>
          </a:ln>
        </p:spPr>
      </p:sp>
      <p:sp>
        <p:nvSpPr>
          <p:cNvPr id="129" name="features-3-1"/>
          <p:cNvSpPr>
            <a:spLocks noGrp="1"/>
          </p:cNvSpPr>
          <p:nvPr/>
        </p:nvSpPr>
        <p:spPr>
          <a:xfrm>
            <a:off x="4305300" y="1715453"/>
            <a:ext cx="115729" cy="115729"/>
          </a:xfrm>
          <a:prstGeom prst="rect">
            <a:avLst/>
          </a:prstGeom>
          <a:solidFill>
            <a:srgbClr val="294D6A"/>
          </a:solidFill>
          <a:ln w="8358">
            <a:solidFill>
              <a:srgbClr val="FFFFFF"/>
            </a:solidFill>
            <a:prstDash val="solid"/>
          </a:ln>
        </p:spPr>
      </p:sp>
      <p:sp>
        <p:nvSpPr>
          <p:cNvPr id="130" name="features-3-2"/>
          <p:cNvSpPr>
            <a:spLocks noGrp="1"/>
          </p:cNvSpPr>
          <p:nvPr/>
        </p:nvSpPr>
        <p:spPr>
          <a:xfrm>
            <a:off x="4421029" y="1715453"/>
            <a:ext cx="115729" cy="115729"/>
          </a:xfrm>
          <a:prstGeom prst="rect">
            <a:avLst/>
          </a:prstGeom>
          <a:solidFill>
            <a:srgbClr val="294D6A"/>
          </a:solidFill>
          <a:ln w="8358">
            <a:solidFill>
              <a:srgbClr val="FFFFFF"/>
            </a:solidFill>
            <a:prstDash val="solid"/>
          </a:ln>
        </p:spPr>
      </p:sp>
      <p:sp>
        <p:nvSpPr>
          <p:cNvPr id="131" name="features-3-3"/>
          <p:cNvSpPr>
            <a:spLocks noGrp="1"/>
          </p:cNvSpPr>
          <p:nvPr/>
        </p:nvSpPr>
        <p:spPr>
          <a:xfrm>
            <a:off x="4536758" y="1715453"/>
            <a:ext cx="115729" cy="115729"/>
          </a:xfrm>
          <a:prstGeom prst="rect">
            <a:avLst/>
          </a:prstGeom>
          <a:solidFill>
            <a:srgbClr val="294D6A"/>
          </a:solidFill>
          <a:ln w="8358">
            <a:solidFill>
              <a:srgbClr val="FFFFFF"/>
            </a:solidFill>
            <a:prstDash val="solid"/>
          </a:ln>
        </p:spPr>
      </p:sp>
      <p:sp>
        <p:nvSpPr>
          <p:cNvPr id="132" name="features-3-4"/>
          <p:cNvSpPr>
            <a:spLocks noGrp="1"/>
          </p:cNvSpPr>
          <p:nvPr/>
        </p:nvSpPr>
        <p:spPr>
          <a:xfrm>
            <a:off x="4652486" y="1715453"/>
            <a:ext cx="115729" cy="115729"/>
          </a:xfrm>
          <a:prstGeom prst="rect">
            <a:avLst/>
          </a:prstGeom>
          <a:solidFill>
            <a:srgbClr val="294D6A"/>
          </a:solidFill>
          <a:ln w="8358">
            <a:solidFill>
              <a:srgbClr val="FFFFFF"/>
            </a:solidFill>
            <a:prstDash val="solid"/>
          </a:ln>
        </p:spPr>
      </p:sp>
      <p:sp>
        <p:nvSpPr>
          <p:cNvPr id="133" name="features-3-5"/>
          <p:cNvSpPr>
            <a:spLocks noGrp="1"/>
          </p:cNvSpPr>
          <p:nvPr/>
        </p:nvSpPr>
        <p:spPr>
          <a:xfrm>
            <a:off x="4768215" y="1715453"/>
            <a:ext cx="115729" cy="115729"/>
          </a:xfrm>
          <a:prstGeom prst="rect">
            <a:avLst/>
          </a:prstGeom>
          <a:solidFill>
            <a:srgbClr val="294D6A"/>
          </a:solidFill>
          <a:ln w="8358">
            <a:solidFill>
              <a:srgbClr val="FFFFFF"/>
            </a:solidFill>
            <a:prstDash val="solid"/>
          </a:ln>
        </p:spPr>
      </p:sp>
      <p:sp>
        <p:nvSpPr>
          <p:cNvPr id="134" name="features-3-6"/>
          <p:cNvSpPr>
            <a:spLocks noGrp="1"/>
          </p:cNvSpPr>
          <p:nvPr/>
        </p:nvSpPr>
        <p:spPr>
          <a:xfrm>
            <a:off x="4883944" y="1715453"/>
            <a:ext cx="115729" cy="115729"/>
          </a:xfrm>
          <a:prstGeom prst="rect">
            <a:avLst/>
          </a:prstGeom>
          <a:solidFill>
            <a:srgbClr val="294D6A"/>
          </a:solidFill>
          <a:ln w="8358">
            <a:solidFill>
              <a:srgbClr val="FFFFFF"/>
            </a:solidFill>
            <a:prstDash val="solid"/>
          </a:ln>
        </p:spPr>
      </p:sp>
      <p:sp>
        <p:nvSpPr>
          <p:cNvPr id="135" name="features-3-7"/>
          <p:cNvSpPr>
            <a:spLocks noGrp="1"/>
          </p:cNvSpPr>
          <p:nvPr/>
        </p:nvSpPr>
        <p:spPr>
          <a:xfrm>
            <a:off x="4999673" y="1715453"/>
            <a:ext cx="115729" cy="115729"/>
          </a:xfrm>
          <a:prstGeom prst="rect">
            <a:avLst/>
          </a:prstGeom>
          <a:solidFill>
            <a:srgbClr val="294D6A"/>
          </a:solidFill>
          <a:ln w="8358">
            <a:solidFill>
              <a:srgbClr val="FFFFFF"/>
            </a:solidFill>
            <a:prstDash val="solid"/>
          </a:ln>
        </p:spPr>
      </p:sp>
      <p:sp>
        <p:nvSpPr>
          <p:cNvPr id="136" name="features-3-8"/>
          <p:cNvSpPr>
            <a:spLocks noGrp="1"/>
          </p:cNvSpPr>
          <p:nvPr/>
        </p:nvSpPr>
        <p:spPr>
          <a:xfrm>
            <a:off x="5115401" y="1715453"/>
            <a:ext cx="115729" cy="115729"/>
          </a:xfrm>
          <a:prstGeom prst="rect">
            <a:avLst/>
          </a:prstGeom>
          <a:solidFill>
            <a:srgbClr val="294D6A"/>
          </a:solidFill>
          <a:ln w="8358">
            <a:solidFill>
              <a:srgbClr val="FFFFFF"/>
            </a:solidFill>
            <a:prstDash val="solid"/>
          </a:ln>
        </p:spPr>
      </p:sp>
      <p:sp>
        <p:nvSpPr>
          <p:cNvPr id="137" name="features-3-9"/>
          <p:cNvSpPr>
            <a:spLocks noGrp="1"/>
          </p:cNvSpPr>
          <p:nvPr/>
        </p:nvSpPr>
        <p:spPr>
          <a:xfrm>
            <a:off x="5231130" y="1715453"/>
            <a:ext cx="115729" cy="115729"/>
          </a:xfrm>
          <a:prstGeom prst="rect">
            <a:avLst/>
          </a:prstGeom>
          <a:solidFill>
            <a:srgbClr val="294D6A"/>
          </a:solidFill>
          <a:ln w="8358">
            <a:solidFill>
              <a:srgbClr val="FFFFFF"/>
            </a:solidFill>
            <a:prstDash val="solid"/>
          </a:ln>
        </p:spPr>
      </p:sp>
      <p:sp>
        <p:nvSpPr>
          <p:cNvPr id="138" name="features-3-10"/>
          <p:cNvSpPr>
            <a:spLocks noGrp="1"/>
          </p:cNvSpPr>
          <p:nvPr/>
        </p:nvSpPr>
        <p:spPr>
          <a:xfrm>
            <a:off x="5346859" y="1715453"/>
            <a:ext cx="115729" cy="115729"/>
          </a:xfrm>
          <a:prstGeom prst="rect">
            <a:avLst/>
          </a:prstGeom>
          <a:solidFill>
            <a:srgbClr val="294D6A"/>
          </a:solidFill>
          <a:ln w="8358">
            <a:solidFill>
              <a:srgbClr val="FFFFFF"/>
            </a:solidFill>
            <a:prstDash val="solid"/>
          </a:ln>
        </p:spPr>
      </p:sp>
      <p:sp>
        <p:nvSpPr>
          <p:cNvPr id="139" name="features-3-11"/>
          <p:cNvSpPr>
            <a:spLocks noGrp="1"/>
          </p:cNvSpPr>
          <p:nvPr/>
        </p:nvSpPr>
        <p:spPr>
          <a:xfrm>
            <a:off x="5462588" y="1715453"/>
            <a:ext cx="115729" cy="115729"/>
          </a:xfrm>
          <a:prstGeom prst="rect">
            <a:avLst/>
          </a:prstGeom>
          <a:solidFill>
            <a:srgbClr val="294D6A"/>
          </a:solidFill>
          <a:ln w="8358">
            <a:solidFill>
              <a:srgbClr val="FFFFFF"/>
            </a:solidFill>
            <a:prstDash val="solid"/>
          </a:ln>
        </p:spPr>
      </p:sp>
      <p:sp>
        <p:nvSpPr>
          <p:cNvPr id="140" name="features-3-12"/>
          <p:cNvSpPr>
            <a:spLocks noGrp="1"/>
          </p:cNvSpPr>
          <p:nvPr/>
        </p:nvSpPr>
        <p:spPr>
          <a:xfrm>
            <a:off x="5578316" y="1715453"/>
            <a:ext cx="115729" cy="115729"/>
          </a:xfrm>
          <a:prstGeom prst="rect">
            <a:avLst/>
          </a:prstGeom>
          <a:solidFill>
            <a:srgbClr val="294D6A"/>
          </a:solidFill>
          <a:ln w="8358">
            <a:solidFill>
              <a:srgbClr val="FFFFFF"/>
            </a:solidFill>
            <a:prstDash val="solid"/>
          </a:ln>
        </p:spPr>
      </p:sp>
      <p:sp>
        <p:nvSpPr>
          <p:cNvPr id="141" name="features-3-13"/>
          <p:cNvSpPr>
            <a:spLocks noGrp="1"/>
          </p:cNvSpPr>
          <p:nvPr/>
        </p:nvSpPr>
        <p:spPr>
          <a:xfrm>
            <a:off x="5694045" y="1715453"/>
            <a:ext cx="115729" cy="115729"/>
          </a:xfrm>
          <a:prstGeom prst="rect">
            <a:avLst/>
          </a:prstGeom>
          <a:solidFill>
            <a:srgbClr val="294D6A"/>
          </a:solidFill>
          <a:ln w="8358">
            <a:solidFill>
              <a:srgbClr val="FFFFFF"/>
            </a:solidFill>
            <a:prstDash val="solid"/>
          </a:ln>
        </p:spPr>
      </p:sp>
      <p:sp>
        <p:nvSpPr>
          <p:cNvPr id="142" name="features-3-14"/>
          <p:cNvSpPr>
            <a:spLocks noGrp="1"/>
          </p:cNvSpPr>
          <p:nvPr/>
        </p:nvSpPr>
        <p:spPr>
          <a:xfrm>
            <a:off x="5809774" y="1715453"/>
            <a:ext cx="115729" cy="115729"/>
          </a:xfrm>
          <a:prstGeom prst="rect">
            <a:avLst/>
          </a:prstGeom>
          <a:solidFill>
            <a:srgbClr val="294D6A"/>
          </a:solidFill>
          <a:ln w="8358">
            <a:solidFill>
              <a:srgbClr val="FFFFFF"/>
            </a:solidFill>
            <a:prstDash val="solid"/>
          </a:ln>
        </p:spPr>
      </p:sp>
      <p:sp>
        <p:nvSpPr>
          <p:cNvPr id="143" name="features-3-15"/>
          <p:cNvSpPr>
            <a:spLocks noGrp="1"/>
          </p:cNvSpPr>
          <p:nvPr/>
        </p:nvSpPr>
        <p:spPr>
          <a:xfrm>
            <a:off x="5925503" y="1715453"/>
            <a:ext cx="115729" cy="115729"/>
          </a:xfrm>
          <a:prstGeom prst="rect">
            <a:avLst/>
          </a:prstGeom>
          <a:solidFill>
            <a:srgbClr val="294D6A"/>
          </a:solidFill>
          <a:ln w="8358">
            <a:solidFill>
              <a:srgbClr val="FFFFFF"/>
            </a:solidFill>
            <a:prstDash val="solid"/>
          </a:ln>
        </p:spPr>
      </p:sp>
      <p:sp>
        <p:nvSpPr>
          <p:cNvPr id="144" name="features-4-0"/>
          <p:cNvSpPr>
            <a:spLocks noGrp="1"/>
          </p:cNvSpPr>
          <p:nvPr/>
        </p:nvSpPr>
        <p:spPr>
          <a:xfrm>
            <a:off x="4189571" y="1831181"/>
            <a:ext cx="115729" cy="115729"/>
          </a:xfrm>
          <a:prstGeom prst="rect">
            <a:avLst/>
          </a:prstGeom>
          <a:solidFill>
            <a:srgbClr val="8DAAC1"/>
          </a:solidFill>
          <a:ln w="8358">
            <a:solidFill>
              <a:srgbClr val="FFFFFF"/>
            </a:solidFill>
            <a:prstDash val="solid"/>
          </a:ln>
        </p:spPr>
      </p:sp>
      <p:sp>
        <p:nvSpPr>
          <p:cNvPr id="145" name="features-4-1"/>
          <p:cNvSpPr>
            <a:spLocks noGrp="1"/>
          </p:cNvSpPr>
          <p:nvPr/>
        </p:nvSpPr>
        <p:spPr>
          <a:xfrm>
            <a:off x="4305300" y="1831181"/>
            <a:ext cx="115729" cy="115729"/>
          </a:xfrm>
          <a:prstGeom prst="rect">
            <a:avLst/>
          </a:prstGeom>
          <a:solidFill>
            <a:srgbClr val="547A98"/>
          </a:solidFill>
          <a:ln w="8358">
            <a:solidFill>
              <a:srgbClr val="FFFFFF"/>
            </a:solidFill>
            <a:prstDash val="solid"/>
          </a:ln>
        </p:spPr>
      </p:sp>
      <p:sp>
        <p:nvSpPr>
          <p:cNvPr id="146" name="features-4-2"/>
          <p:cNvSpPr>
            <a:spLocks noGrp="1"/>
          </p:cNvSpPr>
          <p:nvPr/>
        </p:nvSpPr>
        <p:spPr>
          <a:xfrm>
            <a:off x="4421029" y="1831181"/>
            <a:ext cx="115729" cy="115729"/>
          </a:xfrm>
          <a:prstGeom prst="rect">
            <a:avLst/>
          </a:prstGeom>
          <a:solidFill>
            <a:srgbClr val="294D6A"/>
          </a:solidFill>
          <a:ln w="8358">
            <a:solidFill>
              <a:srgbClr val="FFFFFF"/>
            </a:solidFill>
            <a:prstDash val="solid"/>
          </a:ln>
        </p:spPr>
      </p:sp>
      <p:sp>
        <p:nvSpPr>
          <p:cNvPr id="147" name="features-4-3"/>
          <p:cNvSpPr>
            <a:spLocks noGrp="1"/>
          </p:cNvSpPr>
          <p:nvPr/>
        </p:nvSpPr>
        <p:spPr>
          <a:xfrm>
            <a:off x="4536758" y="1831181"/>
            <a:ext cx="115729" cy="115729"/>
          </a:xfrm>
          <a:prstGeom prst="rect">
            <a:avLst/>
          </a:prstGeom>
          <a:solidFill>
            <a:srgbClr val="E9F0F5"/>
          </a:solidFill>
          <a:ln w="8358">
            <a:solidFill>
              <a:srgbClr val="FFFFFF"/>
            </a:solidFill>
            <a:prstDash val="solid"/>
          </a:ln>
        </p:spPr>
      </p:sp>
      <p:sp>
        <p:nvSpPr>
          <p:cNvPr id="148" name="features-4-4"/>
          <p:cNvSpPr>
            <a:spLocks noGrp="1"/>
          </p:cNvSpPr>
          <p:nvPr/>
        </p:nvSpPr>
        <p:spPr>
          <a:xfrm>
            <a:off x="4652486" y="1831181"/>
            <a:ext cx="115729" cy="115729"/>
          </a:xfrm>
          <a:prstGeom prst="rect">
            <a:avLst/>
          </a:prstGeom>
          <a:solidFill>
            <a:srgbClr val="BDCFDE"/>
          </a:solidFill>
          <a:ln w="8358">
            <a:solidFill>
              <a:srgbClr val="FFFFFF"/>
            </a:solidFill>
            <a:prstDash val="solid"/>
          </a:ln>
        </p:spPr>
      </p:sp>
      <p:sp>
        <p:nvSpPr>
          <p:cNvPr id="149" name="features-4-5"/>
          <p:cNvSpPr>
            <a:spLocks noGrp="1"/>
          </p:cNvSpPr>
          <p:nvPr/>
        </p:nvSpPr>
        <p:spPr>
          <a:xfrm>
            <a:off x="4768215" y="1831181"/>
            <a:ext cx="115729" cy="115729"/>
          </a:xfrm>
          <a:prstGeom prst="rect">
            <a:avLst/>
          </a:prstGeom>
          <a:solidFill>
            <a:srgbClr val="8DAAC1"/>
          </a:solidFill>
          <a:ln w="8358">
            <a:solidFill>
              <a:srgbClr val="FFFFFF"/>
            </a:solidFill>
            <a:prstDash val="solid"/>
          </a:ln>
        </p:spPr>
      </p:sp>
      <p:sp>
        <p:nvSpPr>
          <p:cNvPr id="150" name="features-4-6"/>
          <p:cNvSpPr>
            <a:spLocks noGrp="1"/>
          </p:cNvSpPr>
          <p:nvPr/>
        </p:nvSpPr>
        <p:spPr>
          <a:xfrm>
            <a:off x="4883944" y="1831181"/>
            <a:ext cx="115729" cy="115729"/>
          </a:xfrm>
          <a:prstGeom prst="rect">
            <a:avLst/>
          </a:prstGeom>
          <a:solidFill>
            <a:srgbClr val="547A98"/>
          </a:solidFill>
          <a:ln w="8358">
            <a:solidFill>
              <a:srgbClr val="FFFFFF"/>
            </a:solidFill>
            <a:prstDash val="solid"/>
          </a:ln>
        </p:spPr>
      </p:sp>
      <p:sp>
        <p:nvSpPr>
          <p:cNvPr id="151" name="features-4-7"/>
          <p:cNvSpPr>
            <a:spLocks noGrp="1"/>
          </p:cNvSpPr>
          <p:nvPr/>
        </p:nvSpPr>
        <p:spPr>
          <a:xfrm>
            <a:off x="4999673" y="1831181"/>
            <a:ext cx="115729" cy="115729"/>
          </a:xfrm>
          <a:prstGeom prst="rect">
            <a:avLst/>
          </a:prstGeom>
          <a:solidFill>
            <a:srgbClr val="294D6A"/>
          </a:solidFill>
          <a:ln w="8358">
            <a:solidFill>
              <a:srgbClr val="FFFFFF"/>
            </a:solidFill>
            <a:prstDash val="solid"/>
          </a:ln>
        </p:spPr>
      </p:sp>
      <p:sp>
        <p:nvSpPr>
          <p:cNvPr id="152" name="features-4-8"/>
          <p:cNvSpPr>
            <a:spLocks noGrp="1"/>
          </p:cNvSpPr>
          <p:nvPr/>
        </p:nvSpPr>
        <p:spPr>
          <a:xfrm>
            <a:off x="5115401" y="1831181"/>
            <a:ext cx="115729" cy="115729"/>
          </a:xfrm>
          <a:prstGeom prst="rect">
            <a:avLst/>
          </a:prstGeom>
          <a:solidFill>
            <a:srgbClr val="E9F0F5"/>
          </a:solidFill>
          <a:ln w="8358">
            <a:solidFill>
              <a:srgbClr val="FFFFFF"/>
            </a:solidFill>
            <a:prstDash val="solid"/>
          </a:ln>
        </p:spPr>
      </p:sp>
      <p:sp>
        <p:nvSpPr>
          <p:cNvPr id="153" name="features-4-9"/>
          <p:cNvSpPr>
            <a:spLocks noGrp="1"/>
          </p:cNvSpPr>
          <p:nvPr/>
        </p:nvSpPr>
        <p:spPr>
          <a:xfrm>
            <a:off x="5231130" y="1831181"/>
            <a:ext cx="115729" cy="115729"/>
          </a:xfrm>
          <a:prstGeom prst="rect">
            <a:avLst/>
          </a:prstGeom>
          <a:solidFill>
            <a:srgbClr val="BDCFDE"/>
          </a:solidFill>
          <a:ln w="8358">
            <a:solidFill>
              <a:srgbClr val="FFFFFF"/>
            </a:solidFill>
            <a:prstDash val="solid"/>
          </a:ln>
        </p:spPr>
      </p:sp>
      <p:sp>
        <p:nvSpPr>
          <p:cNvPr id="154" name="features-4-10"/>
          <p:cNvSpPr>
            <a:spLocks noGrp="1"/>
          </p:cNvSpPr>
          <p:nvPr/>
        </p:nvSpPr>
        <p:spPr>
          <a:xfrm>
            <a:off x="5346859" y="1831181"/>
            <a:ext cx="115729" cy="115729"/>
          </a:xfrm>
          <a:prstGeom prst="rect">
            <a:avLst/>
          </a:prstGeom>
          <a:solidFill>
            <a:srgbClr val="8DAAC1"/>
          </a:solidFill>
          <a:ln w="8358">
            <a:solidFill>
              <a:srgbClr val="FFFFFF"/>
            </a:solidFill>
            <a:prstDash val="solid"/>
          </a:ln>
        </p:spPr>
      </p:sp>
      <p:sp>
        <p:nvSpPr>
          <p:cNvPr id="155" name="features-4-11"/>
          <p:cNvSpPr>
            <a:spLocks noGrp="1"/>
          </p:cNvSpPr>
          <p:nvPr/>
        </p:nvSpPr>
        <p:spPr>
          <a:xfrm>
            <a:off x="5462588" y="1831181"/>
            <a:ext cx="115729" cy="115729"/>
          </a:xfrm>
          <a:prstGeom prst="rect">
            <a:avLst/>
          </a:prstGeom>
          <a:solidFill>
            <a:srgbClr val="547A98"/>
          </a:solidFill>
          <a:ln w="8358">
            <a:solidFill>
              <a:srgbClr val="FFFFFF"/>
            </a:solidFill>
            <a:prstDash val="solid"/>
          </a:ln>
        </p:spPr>
      </p:sp>
      <p:sp>
        <p:nvSpPr>
          <p:cNvPr id="156" name="features-4-12"/>
          <p:cNvSpPr>
            <a:spLocks noGrp="1"/>
          </p:cNvSpPr>
          <p:nvPr/>
        </p:nvSpPr>
        <p:spPr>
          <a:xfrm>
            <a:off x="5578316" y="1831181"/>
            <a:ext cx="115729" cy="115729"/>
          </a:xfrm>
          <a:prstGeom prst="rect">
            <a:avLst/>
          </a:prstGeom>
          <a:solidFill>
            <a:srgbClr val="294D6A"/>
          </a:solidFill>
          <a:ln w="8358">
            <a:solidFill>
              <a:srgbClr val="FFFFFF"/>
            </a:solidFill>
            <a:prstDash val="solid"/>
          </a:ln>
        </p:spPr>
      </p:sp>
      <p:sp>
        <p:nvSpPr>
          <p:cNvPr id="157" name="features-4-13"/>
          <p:cNvSpPr>
            <a:spLocks noGrp="1"/>
          </p:cNvSpPr>
          <p:nvPr/>
        </p:nvSpPr>
        <p:spPr>
          <a:xfrm>
            <a:off x="5694045" y="1831181"/>
            <a:ext cx="115729" cy="115729"/>
          </a:xfrm>
          <a:prstGeom prst="rect">
            <a:avLst/>
          </a:prstGeom>
          <a:solidFill>
            <a:srgbClr val="E9F0F5"/>
          </a:solidFill>
          <a:ln w="8358">
            <a:solidFill>
              <a:srgbClr val="FFFFFF"/>
            </a:solidFill>
            <a:prstDash val="solid"/>
          </a:ln>
        </p:spPr>
      </p:sp>
      <p:sp>
        <p:nvSpPr>
          <p:cNvPr id="158" name="features-4-14"/>
          <p:cNvSpPr>
            <a:spLocks noGrp="1"/>
          </p:cNvSpPr>
          <p:nvPr/>
        </p:nvSpPr>
        <p:spPr>
          <a:xfrm>
            <a:off x="5809774" y="1831181"/>
            <a:ext cx="115729" cy="115729"/>
          </a:xfrm>
          <a:prstGeom prst="rect">
            <a:avLst/>
          </a:prstGeom>
          <a:solidFill>
            <a:srgbClr val="BDCFDE"/>
          </a:solidFill>
          <a:ln w="8358">
            <a:solidFill>
              <a:srgbClr val="FFFFFF"/>
            </a:solidFill>
            <a:prstDash val="solid"/>
          </a:ln>
        </p:spPr>
      </p:sp>
      <p:sp>
        <p:nvSpPr>
          <p:cNvPr id="159" name="features-4-15"/>
          <p:cNvSpPr>
            <a:spLocks noGrp="1"/>
          </p:cNvSpPr>
          <p:nvPr/>
        </p:nvSpPr>
        <p:spPr>
          <a:xfrm>
            <a:off x="5925503" y="1831181"/>
            <a:ext cx="115729" cy="115729"/>
          </a:xfrm>
          <a:prstGeom prst="rect">
            <a:avLst/>
          </a:prstGeom>
          <a:solidFill>
            <a:srgbClr val="8DAAC1"/>
          </a:solidFill>
          <a:ln w="8358">
            <a:solidFill>
              <a:srgbClr val="FFFFFF"/>
            </a:solidFill>
            <a:prstDash val="solid"/>
          </a:ln>
        </p:spPr>
      </p:sp>
      <p:sp>
        <p:nvSpPr>
          <p:cNvPr id="160" name="shape-25"/>
          <p:cNvSpPr>
            <a:spLocks noGrp="1"/>
          </p:cNvSpPr>
          <p:nvPr/>
        </p:nvSpPr>
        <p:spPr>
          <a:xfrm>
            <a:off x="4189571" y="1368266"/>
            <a:ext cx="1851660" cy="578644"/>
          </a:xfrm>
          <a:prstGeom prst="rect">
            <a:avLst/>
          </a:prstGeom>
          <a:noFill/>
          <a:ln w="7715">
            <a:solidFill>
              <a:srgbClr val="536779"/>
            </a:solidFill>
            <a:prstDash val="solid"/>
          </a:ln>
        </p:spPr>
      </p:sp>
      <p:sp>
        <p:nvSpPr>
          <p:cNvPr id="161" name="Node-aligned history"/>
          <p:cNvSpPr>
            <a:spLocks noGrp="1"/>
          </p:cNvSpPr>
          <p:nvPr/>
        </p:nvSpPr>
        <p:spPr>
          <a:xfrm>
            <a:off x="3868103" y="866775"/>
            <a:ext cx="3073241" cy="347186"/>
          </a:xfrm>
          <a:prstGeom prst="rect">
            <a:avLst/>
          </a:prstGeom>
          <a:noFill/>
          <a:ln w="0">
            <a:noFill/>
          </a:ln>
        </p:spPr>
        <p:txBody>
          <a:bodyPr wrap="none" lIns="0" tIns="0" rIns="0" bIns="0" anchor="ctr">
            <a:noAutofit/>
          </a:bodyPr>
          <a:lstStyle>
            <a:defPPr algn="ctr">
              <a:defRPr sz="2430" b="0" i="0">
                <a:solidFill>
                  <a:srgbClr val="315B79"/>
                </a:solidFill>
                <a:latin typeface="Times New Roman" panose="02020503050405090304"/>
                <a:ea typeface="Times New Roman" panose="02020503050405090304"/>
                <a:cs typeface="Times New Roman" panose="02020503050405090304"/>
              </a:defRPr>
            </a:defPPr>
          </a:lstStyle>
          <a:p>
            <a:pPr algn="ctr">
              <a:defRPr sz="2430" b="0" i="0">
                <a:solidFill>
                  <a:srgbClr val="315B79"/>
                </a:solidFill>
                <a:latin typeface="Times New Roman" panose="02020503050405090304"/>
                <a:ea typeface="Times New Roman" panose="02020503050405090304"/>
                <a:cs typeface="Times New Roman" panose="02020503050405090304"/>
              </a:defRPr>
            </a:pPr>
            <a:r>
              <a:rPr sz="2430" b="0" i="0">
                <a:solidFill>
                  <a:srgbClr val="315B79"/>
                </a:solidFill>
                <a:latin typeface="Times New Roman" panose="02020503050405090304"/>
                <a:ea typeface="Times New Roman" panose="02020503050405090304"/>
                <a:cs typeface="Times New Roman" panose="02020503050405090304"/>
              </a:rPr>
              <a:t>Node-aligned history</a:t>
            </a:r>
            <a:endParaRPr sz="2430" b="0" i="0">
              <a:solidFill>
                <a:srgbClr val="315B79"/>
              </a:solidFill>
              <a:latin typeface="Times New Roman" panose="02020503050405090304"/>
              <a:ea typeface="Times New Roman" panose="02020503050405090304"/>
              <a:cs typeface="Times New Roman" panose="02020503050405090304"/>
            </a:endParaRPr>
          </a:p>
        </p:txBody>
      </p:sp>
      <p:sp>
        <p:nvSpPr>
          <p:cNvPr id="162" name="X: 30 × 38 × 27"/>
          <p:cNvSpPr>
            <a:spLocks noGrp="1"/>
          </p:cNvSpPr>
          <p:nvPr/>
        </p:nvSpPr>
        <p:spPr>
          <a:xfrm>
            <a:off x="3945255" y="2057400"/>
            <a:ext cx="2880360" cy="347186"/>
          </a:xfrm>
          <a:prstGeom prst="rect">
            <a:avLst/>
          </a:prstGeom>
          <a:noFill/>
          <a:ln w="0">
            <a:noFill/>
          </a:ln>
        </p:spPr>
        <p:txBody>
          <a:bodyPr wrap="none" lIns="0" tIns="0" rIns="0" bIns="0" anchor="ctr">
            <a:noAutofit/>
          </a:bodyPr>
          <a:lstStyle>
            <a:defPPr algn="ctr">
              <a:defRPr sz="2552" b="0" i="0">
                <a:solidFill>
                  <a:srgbClr val="315B79"/>
                </a:solidFill>
                <a:latin typeface="Times New Roman" panose="02020503050405090304"/>
                <a:ea typeface="Times New Roman" panose="02020503050405090304"/>
                <a:cs typeface="Times New Roman" panose="02020503050405090304"/>
              </a:defRPr>
            </a:defPPr>
          </a:lstStyle>
          <a:p>
            <a:pPr algn="ctr">
              <a:defRPr sz="2552" b="0" i="0">
                <a:solidFill>
                  <a:srgbClr val="315B79"/>
                </a:solidFill>
                <a:latin typeface="Times New Roman" panose="02020503050405090304"/>
                <a:ea typeface="Times New Roman" panose="02020503050405090304"/>
                <a:cs typeface="Times New Roman" panose="02020503050405090304"/>
              </a:defRPr>
            </a:pPr>
            <a:r>
              <a:rPr sz="2552" b="0" i="0">
                <a:solidFill>
                  <a:srgbClr val="315B79"/>
                </a:solidFill>
                <a:latin typeface="Times New Roman" panose="02020503050405090304"/>
                <a:ea typeface="Times New Roman" panose="02020503050405090304"/>
                <a:cs typeface="Times New Roman" panose="02020503050405090304"/>
              </a:rPr>
              <a:t>X: 30 × 38 × 27</a:t>
            </a:r>
            <a:endParaRPr sz="2552" b="0" i="0">
              <a:solidFill>
                <a:srgbClr val="315B79"/>
              </a:solidFill>
              <a:latin typeface="Times New Roman" panose="02020503050405090304"/>
              <a:ea typeface="Times New Roman" panose="02020503050405090304"/>
              <a:cs typeface="Times New Roman" panose="02020503050405090304"/>
            </a:endParaRPr>
          </a:p>
        </p:txBody>
      </p:sp>
      <p:sp>
        <p:nvSpPr>
          <p:cNvPr id="166" name="6 groups"/>
          <p:cNvSpPr>
            <a:spLocks noGrp="1"/>
          </p:cNvSpPr>
          <p:nvPr/>
        </p:nvSpPr>
        <p:spPr>
          <a:xfrm>
            <a:off x="6000750" y="2514600"/>
            <a:ext cx="1476375" cy="323850"/>
          </a:xfrm>
          <a:prstGeom prst="rect">
            <a:avLst/>
          </a:prstGeom>
          <a:noFill/>
          <a:ln w="0">
            <a:noFill/>
          </a:ln>
        </p:spPr>
        <p:txBody>
          <a:bodyPr wrap="none" lIns="0" tIns="0" rIns="0" bIns="0" anchor="ctr">
            <a:noAutofit/>
          </a:bodyPr>
          <a:lstStyle>
            <a:defPPr algn="ctr">
              <a:defRPr sz="1941" b="0" i="0">
                <a:solidFill>
                  <a:srgbClr val="315B79"/>
                </a:solidFill>
                <a:latin typeface="Times New Roman" panose="02020503050405090304"/>
                <a:ea typeface="Times New Roman" panose="02020503050405090304"/>
                <a:cs typeface="Times New Roman" panose="02020503050405090304"/>
              </a:defRPr>
            </a:defPPr>
          </a:lstStyle>
          <a:p>
            <a:pPr algn="ctr">
              <a:defRPr sz="1941" b="0" i="0">
                <a:solidFill>
                  <a:srgbClr val="315B79"/>
                </a:solidFill>
                <a:latin typeface="Times New Roman" panose="02020503050405090304"/>
                <a:ea typeface="Times New Roman" panose="02020503050405090304"/>
                <a:cs typeface="Times New Roman" panose="02020503050405090304"/>
              </a:defRPr>
            </a:pPr>
            <a:r>
              <a:rPr sz="1941" b="0" i="0">
                <a:solidFill>
                  <a:srgbClr val="315B79"/>
                </a:solidFill>
                <a:latin typeface="Times New Roman" panose="02020503050405090304"/>
                <a:ea typeface="Times New Roman" panose="02020503050405090304"/>
                <a:cs typeface="Times New Roman" panose="02020503050405090304"/>
              </a:rPr>
              <a:t>6 groups</a:t>
            </a:r>
            <a:endParaRPr sz="1941" b="0" i="0">
              <a:solidFill>
                <a:srgbClr val="315B79"/>
              </a:solidFill>
              <a:latin typeface="Times New Roman" panose="02020503050405090304"/>
              <a:ea typeface="Times New Roman" panose="02020503050405090304"/>
              <a:cs typeface="Times New Roman" panose="02020503050405090304"/>
            </a:endParaRPr>
          </a:p>
        </p:txBody>
      </p:sp>
      <p:sp>
        <p:nvSpPr>
          <p:cNvPr id="167" name="shape-29"/>
          <p:cNvSpPr>
            <a:spLocks noGrp="1"/>
          </p:cNvSpPr>
          <p:nvPr/>
        </p:nvSpPr>
        <p:spPr>
          <a:xfrm>
            <a:off x="4752975" y="2590800"/>
            <a:ext cx="166688" cy="166688"/>
          </a:xfrm>
          <a:prstGeom prst="rect">
            <a:avLst/>
          </a:prstGeom>
          <a:solidFill>
            <a:srgbClr val="BDCFDE"/>
          </a:solidFill>
          <a:ln w="5954">
            <a:solidFill>
              <a:srgbClr val="FFFFFF"/>
            </a:solidFill>
            <a:prstDash val="solid"/>
          </a:ln>
        </p:spPr>
      </p:sp>
      <p:sp>
        <p:nvSpPr>
          <p:cNvPr id="168" name="shape-30"/>
          <p:cNvSpPr>
            <a:spLocks noGrp="1"/>
          </p:cNvSpPr>
          <p:nvPr/>
        </p:nvSpPr>
        <p:spPr>
          <a:xfrm>
            <a:off x="4955381" y="2590800"/>
            <a:ext cx="166688" cy="166688"/>
          </a:xfrm>
          <a:prstGeom prst="rect">
            <a:avLst/>
          </a:prstGeom>
          <a:solidFill>
            <a:srgbClr val="8DAAC1"/>
          </a:solidFill>
          <a:ln w="5954">
            <a:solidFill>
              <a:srgbClr val="FFFFFF"/>
            </a:solidFill>
            <a:prstDash val="solid"/>
          </a:ln>
        </p:spPr>
      </p:sp>
      <p:sp>
        <p:nvSpPr>
          <p:cNvPr id="169" name="shape-31"/>
          <p:cNvSpPr>
            <a:spLocks noGrp="1"/>
          </p:cNvSpPr>
          <p:nvPr/>
        </p:nvSpPr>
        <p:spPr>
          <a:xfrm>
            <a:off x="5157788" y="2590800"/>
            <a:ext cx="166688" cy="166688"/>
          </a:xfrm>
          <a:prstGeom prst="rect">
            <a:avLst/>
          </a:prstGeom>
          <a:solidFill>
            <a:srgbClr val="547A98"/>
          </a:solidFill>
          <a:ln w="5954">
            <a:solidFill>
              <a:srgbClr val="FFFFFF"/>
            </a:solidFill>
            <a:prstDash val="solid"/>
          </a:ln>
        </p:spPr>
      </p:sp>
      <p:sp>
        <p:nvSpPr>
          <p:cNvPr id="170" name="shape-32"/>
          <p:cNvSpPr>
            <a:spLocks noGrp="1"/>
          </p:cNvSpPr>
          <p:nvPr/>
        </p:nvSpPr>
        <p:spPr>
          <a:xfrm>
            <a:off x="5360194" y="2590800"/>
            <a:ext cx="166688" cy="166688"/>
          </a:xfrm>
          <a:prstGeom prst="rect">
            <a:avLst/>
          </a:prstGeom>
          <a:solidFill>
            <a:srgbClr val="294D6A"/>
          </a:solidFill>
          <a:ln w="5954">
            <a:solidFill>
              <a:srgbClr val="FFFFFF"/>
            </a:solidFill>
            <a:prstDash val="solid"/>
          </a:ln>
        </p:spPr>
      </p:sp>
      <p:sp>
        <p:nvSpPr>
          <p:cNvPr id="171" name="shape-33"/>
          <p:cNvSpPr>
            <a:spLocks noGrp="1"/>
          </p:cNvSpPr>
          <p:nvPr/>
        </p:nvSpPr>
        <p:spPr>
          <a:xfrm>
            <a:off x="5562600" y="2590800"/>
            <a:ext cx="166688" cy="166688"/>
          </a:xfrm>
          <a:prstGeom prst="rect">
            <a:avLst/>
          </a:prstGeom>
          <a:solidFill>
            <a:srgbClr val="E9F0F5"/>
          </a:solidFill>
          <a:ln w="5954">
            <a:solidFill>
              <a:srgbClr val="FFFFFF"/>
            </a:solidFill>
            <a:prstDash val="solid"/>
          </a:ln>
        </p:spPr>
      </p:sp>
      <p:sp>
        <p:nvSpPr>
          <p:cNvPr id="172" name="shape-34"/>
          <p:cNvSpPr>
            <a:spLocks noGrp="1"/>
          </p:cNvSpPr>
          <p:nvPr/>
        </p:nvSpPr>
        <p:spPr>
          <a:xfrm>
            <a:off x="5765006" y="2590800"/>
            <a:ext cx="166688" cy="166688"/>
          </a:xfrm>
          <a:prstGeom prst="rect">
            <a:avLst/>
          </a:prstGeom>
          <a:solidFill>
            <a:srgbClr val="BDCFDE"/>
          </a:solidFill>
          <a:ln w="5954">
            <a:solidFill>
              <a:srgbClr val="FFFFFF"/>
            </a:solidFill>
            <a:prstDash val="solid"/>
          </a:ln>
        </p:spPr>
      </p:sp>
      <p:sp>
        <p:nvSpPr>
          <p:cNvPr id="173" name="Grouped Linear + GELU&#10;Mean aggregation"/>
          <p:cNvSpPr>
            <a:spLocks noGrp="1"/>
          </p:cNvSpPr>
          <p:nvPr/>
        </p:nvSpPr>
        <p:spPr>
          <a:xfrm>
            <a:off x="2952750" y="2924175"/>
            <a:ext cx="4762500" cy="704850"/>
          </a:xfrm>
          <a:prstGeom prst="rect">
            <a:avLst/>
          </a:prstGeom>
          <a:solidFill>
            <a:srgbClr val="CFDFEB"/>
          </a:solidFill>
          <a:ln w="20729">
            <a:solidFill>
              <a:srgbClr val="315B79"/>
            </a:solidFill>
            <a:prstDash val="solid"/>
          </a:ln>
        </p:spPr>
      </p:sp>
      <p:sp>
        <p:nvSpPr>
          <p:cNvPr id="174" name="Grouped Linear + GELU&#10;Mean aggregation"/>
          <p:cNvSpPr>
            <a:spLocks noGrp="1"/>
          </p:cNvSpPr>
          <p:nvPr/>
        </p:nvSpPr>
        <p:spPr>
          <a:xfrm>
            <a:off x="3000375" y="2952750"/>
            <a:ext cx="4667250" cy="647700"/>
          </a:xfrm>
          <a:prstGeom prst="rect">
            <a:avLst/>
          </a:prstGeom>
          <a:noFill/>
          <a:ln w="0">
            <a:noFill/>
          </a:ln>
        </p:spPr>
        <p:txBody>
          <a:bodyPr wrap="none" lIns="0" tIns="0" rIns="0" bIns="0" anchor="ctr">
            <a:noAutofit/>
          </a:bodyPr>
          <a:lstStyle>
            <a:defPPr algn="ctr">
              <a:defRPr sz="2423" b="0" i="0">
                <a:solidFill>
                  <a:srgbClr val="1B1B1B"/>
                </a:solidFill>
                <a:latin typeface="Times New Roman" panose="02020503050405090304"/>
                <a:ea typeface="Times New Roman" panose="02020503050405090304"/>
                <a:cs typeface="Times New Roman" panose="02020503050405090304"/>
              </a:defRPr>
            </a:defPPr>
          </a:lstStyle>
          <a:p>
            <a:pPr algn="ctr">
              <a:lnSpc>
                <a:spcPct val="95000"/>
              </a:lnSpc>
              <a:defRPr sz="2423" b="0" i="0">
                <a:solidFill>
                  <a:srgbClr val="1B1B1B"/>
                </a:solidFill>
                <a:latin typeface="Times New Roman" panose="02020503050405090304"/>
                <a:ea typeface="Times New Roman" panose="02020503050405090304"/>
                <a:cs typeface="Times New Roman" panose="02020503050405090304"/>
              </a:defRPr>
            </a:pPr>
            <a:r>
              <a:rPr sz="2423" b="0" i="0">
                <a:solidFill>
                  <a:srgbClr val="1B1B1B"/>
                </a:solidFill>
                <a:latin typeface="Times New Roman" panose="02020503050405090304"/>
                <a:ea typeface="Times New Roman" panose="02020503050405090304"/>
                <a:cs typeface="Times New Roman" panose="02020503050405090304"/>
              </a:rPr>
              <a:t>Grouped Linear + GELU</a:t>
            </a:r>
            <a:endParaRPr sz="2423" b="0" i="0">
              <a:solidFill>
                <a:srgbClr val="1B1B1B"/>
              </a:solidFill>
              <a:latin typeface="Times New Roman" panose="02020503050405090304"/>
              <a:ea typeface="Times New Roman" panose="02020503050405090304"/>
              <a:cs typeface="Times New Roman" panose="02020503050405090304"/>
            </a:endParaRPr>
          </a:p>
          <a:p>
            <a:pPr algn="ctr">
              <a:lnSpc>
                <a:spcPct val="95000"/>
              </a:lnSpc>
              <a:defRPr sz="2423" b="0" i="0">
                <a:solidFill>
                  <a:srgbClr val="1B1B1B"/>
                </a:solidFill>
                <a:latin typeface="Times New Roman" panose="02020503050405090304"/>
                <a:ea typeface="Times New Roman" panose="02020503050405090304"/>
                <a:cs typeface="Times New Roman" panose="02020503050405090304"/>
              </a:defRPr>
            </a:pPr>
            <a:r>
              <a:rPr sz="2423" b="0" i="0">
                <a:solidFill>
                  <a:srgbClr val="1B1B1B"/>
                </a:solidFill>
                <a:latin typeface="Times New Roman" panose="02020503050405090304"/>
                <a:ea typeface="Times New Roman" panose="02020503050405090304"/>
                <a:cs typeface="Times New Roman" panose="02020503050405090304"/>
              </a:rPr>
              <a:t>Mean aggregation</a:t>
            </a:r>
            <a:endParaRPr sz="2423" b="0" i="0">
              <a:solidFill>
                <a:srgbClr val="1B1B1B"/>
              </a:solidFill>
              <a:latin typeface="Times New Roman" panose="02020503050405090304"/>
              <a:ea typeface="Times New Roman" panose="02020503050405090304"/>
              <a:cs typeface="Times New Roman" panose="02020503050405090304"/>
            </a:endParaRPr>
          </a:p>
        </p:txBody>
      </p:sp>
      <p:sp>
        <p:nvSpPr>
          <p:cNvPr id="178" name="operator-+"/>
          <p:cNvSpPr>
            <a:spLocks noGrp="1"/>
          </p:cNvSpPr>
          <p:nvPr/>
        </p:nvSpPr>
        <p:spPr>
          <a:xfrm>
            <a:off x="5179695" y="3817620"/>
            <a:ext cx="308610" cy="308610"/>
          </a:xfrm>
          <a:prstGeom prst="ellipse">
            <a:avLst/>
          </a:prstGeom>
          <a:solidFill>
            <a:srgbClr val="FFFFFF"/>
          </a:solidFill>
          <a:ln w="22322">
            <a:solidFill>
              <a:srgbClr val="17202D"/>
            </a:solidFill>
          </a:ln>
        </p:spPr>
      </p:sp>
      <p:sp>
        <p:nvSpPr>
          <p:cNvPr id="179" name="+"/>
          <p:cNvSpPr>
            <a:spLocks noGrp="1"/>
          </p:cNvSpPr>
          <p:nvPr/>
        </p:nvSpPr>
        <p:spPr>
          <a:xfrm>
            <a:off x="5179695" y="3817620"/>
            <a:ext cx="308610" cy="308610"/>
          </a:xfrm>
          <a:prstGeom prst="rect">
            <a:avLst/>
          </a:prstGeom>
          <a:noFill/>
          <a:ln w="0">
            <a:noFill/>
          </a:ln>
        </p:spPr>
        <p:txBody>
          <a:bodyPr wrap="none" lIns="0" tIns="0" rIns="0" bIns="0" anchor="ctr">
            <a:noAutofit/>
          </a:bodyPr>
          <a:lstStyle>
            <a:defPPr algn="ctr">
              <a:defRPr sz="2450" b="0" i="0">
                <a:solidFill>
                  <a:srgbClr val="1B1B1B"/>
                </a:solidFill>
                <a:latin typeface="Times New Roman" panose="02020503050405090304"/>
                <a:ea typeface="Times New Roman" panose="02020503050405090304"/>
                <a:cs typeface="Times New Roman" panose="02020503050405090304"/>
              </a:defRPr>
            </a:defPPr>
          </a:lstStyle>
          <a:p>
            <a:pPr algn="ctr">
              <a:defRPr sz="2450" b="0" i="0">
                <a:solidFill>
                  <a:srgbClr val="1B1B1B"/>
                </a:solidFill>
                <a:latin typeface="Times New Roman" panose="02020503050405090304"/>
                <a:ea typeface="Times New Roman" panose="02020503050405090304"/>
                <a:cs typeface="Times New Roman" panose="02020503050405090304"/>
              </a:defRPr>
            </a:pPr>
            <a:r>
              <a:rPr sz="2450" b="0" i="0">
                <a:solidFill>
                  <a:srgbClr val="1B1B1B"/>
                </a:solidFill>
                <a:latin typeface="Times New Roman" panose="02020503050405090304"/>
                <a:ea typeface="Times New Roman" panose="02020503050405090304"/>
                <a:cs typeface="Times New Roman" panose="02020503050405090304"/>
              </a:rPr>
              <a:t>+</a:t>
            </a:r>
            <a:endParaRPr sz="2450" b="0" i="0">
              <a:solidFill>
                <a:srgbClr val="1B1B1B"/>
              </a:solidFill>
              <a:latin typeface="Times New Roman" panose="02020503050405090304"/>
              <a:ea typeface="Times New Roman" panose="02020503050405090304"/>
              <a:cs typeface="Times New Roman" panose="02020503050405090304"/>
            </a:endParaRPr>
          </a:p>
        </p:txBody>
      </p:sp>
      <p:sp>
        <p:nvSpPr>
          <p:cNvPr id="180" name="Time + Laplacian&#10;+ node embeddings"/>
          <p:cNvSpPr>
            <a:spLocks noGrp="1"/>
          </p:cNvSpPr>
          <p:nvPr/>
        </p:nvSpPr>
        <p:spPr>
          <a:xfrm>
            <a:off x="1476375" y="3705225"/>
            <a:ext cx="3190875" cy="581025"/>
          </a:xfrm>
          <a:prstGeom prst="rect">
            <a:avLst/>
          </a:prstGeom>
          <a:noFill/>
          <a:ln w="0">
            <a:noFill/>
          </a:ln>
        </p:spPr>
        <p:txBody>
          <a:bodyPr wrap="none" lIns="0" tIns="0" rIns="0" bIns="0" anchor="ctr">
            <a:noAutofit/>
          </a:bodyPr>
          <a:lstStyle>
            <a:defPPr algn="ctr">
              <a:defRPr sz="2026" b="0" i="0">
                <a:solidFill>
                  <a:srgbClr val="315B79"/>
                </a:solidFill>
                <a:latin typeface="Times New Roman" panose="02020503050405090304"/>
                <a:ea typeface="Times New Roman" panose="02020503050405090304"/>
                <a:cs typeface="Times New Roman" panose="02020503050405090304"/>
              </a:defRPr>
            </a:defPPr>
          </a:lstStyle>
          <a:p>
            <a:pPr algn="ctr">
              <a:lnSpc>
                <a:spcPct val="95000"/>
              </a:lnSpc>
              <a:defRPr sz="2026" b="0" i="0">
                <a:solidFill>
                  <a:srgbClr val="315B79"/>
                </a:solidFill>
                <a:latin typeface="Times New Roman" panose="02020503050405090304"/>
                <a:ea typeface="Times New Roman" panose="02020503050405090304"/>
                <a:cs typeface="Times New Roman" panose="02020503050405090304"/>
              </a:defRPr>
            </a:pPr>
            <a:r>
              <a:rPr sz="2026" b="0" i="0">
                <a:solidFill>
                  <a:srgbClr val="315B79"/>
                </a:solidFill>
                <a:latin typeface="Times New Roman" panose="02020503050405090304"/>
                <a:ea typeface="Times New Roman" panose="02020503050405090304"/>
                <a:cs typeface="Times New Roman" panose="02020503050405090304"/>
              </a:rPr>
              <a:t>Time + Laplacian</a:t>
            </a:r>
            <a:endParaRPr sz="2026" b="0" i="0">
              <a:solidFill>
                <a:srgbClr val="315B79"/>
              </a:solidFill>
              <a:latin typeface="Times New Roman" panose="02020503050405090304"/>
              <a:ea typeface="Times New Roman" panose="02020503050405090304"/>
              <a:cs typeface="Times New Roman" panose="02020503050405090304"/>
            </a:endParaRPr>
          </a:p>
          <a:p>
            <a:pPr algn="ctr">
              <a:lnSpc>
                <a:spcPct val="95000"/>
              </a:lnSpc>
              <a:defRPr sz="2026" b="0" i="0">
                <a:solidFill>
                  <a:srgbClr val="315B79"/>
                </a:solidFill>
                <a:latin typeface="Times New Roman" panose="02020503050405090304"/>
                <a:ea typeface="Times New Roman" panose="02020503050405090304"/>
                <a:cs typeface="Times New Roman" panose="02020503050405090304"/>
              </a:defRPr>
            </a:pPr>
            <a:r>
              <a:rPr sz="2026" b="0" i="0">
                <a:solidFill>
                  <a:srgbClr val="315B79"/>
                </a:solidFill>
                <a:latin typeface="Times New Roman" panose="02020503050405090304"/>
                <a:ea typeface="Times New Roman" panose="02020503050405090304"/>
                <a:cs typeface="Times New Roman" panose="02020503050405090304"/>
              </a:rPr>
              <a:t>+ node embeddings</a:t>
            </a:r>
            <a:endParaRPr sz="2026" b="0" i="0">
              <a:solidFill>
                <a:srgbClr val="315B79"/>
              </a:solidFill>
              <a:latin typeface="Times New Roman" panose="02020503050405090304"/>
              <a:ea typeface="Times New Roman" panose="02020503050405090304"/>
              <a:cs typeface="Times New Roman" panose="02020503050405090304"/>
            </a:endParaRPr>
          </a:p>
        </p:txBody>
      </p:sp>
      <p:sp>
        <p:nvSpPr>
          <p:cNvPr id="189" name="H⁽⁰⁾"/>
          <p:cNvSpPr>
            <a:spLocks noGrp="1"/>
          </p:cNvSpPr>
          <p:nvPr/>
        </p:nvSpPr>
        <p:spPr>
          <a:xfrm>
            <a:off x="5572125" y="5057775"/>
            <a:ext cx="900113" cy="347663"/>
          </a:xfrm>
          <a:prstGeom prst="rect">
            <a:avLst/>
          </a:prstGeom>
          <a:noFill/>
          <a:ln w="0">
            <a:noFill/>
          </a:ln>
        </p:spPr>
        <p:txBody>
          <a:bodyPr wrap="none" lIns="0" tIns="0" rIns="0" bIns="0" anchor="ctr">
            <a:noAutofit/>
          </a:bodyPr>
          <a:lstStyle>
            <a:defPPr algn="ctr">
              <a:defRPr sz="2552" b="0" i="1">
                <a:solidFill>
                  <a:srgbClr val="315B79"/>
                </a:solidFill>
                <a:latin typeface="Times New Roman" panose="02020503050405090304"/>
                <a:ea typeface="Times New Roman" panose="02020503050405090304"/>
                <a:cs typeface="Times New Roman" panose="02020503050405090304"/>
              </a:defRPr>
            </a:defPPr>
          </a:lstStyle>
          <a:p>
            <a:pPr algn="ctr">
              <a:defRPr sz="2552" b="0" i="1">
                <a:solidFill>
                  <a:srgbClr val="315B79"/>
                </a:solidFill>
                <a:latin typeface="Times New Roman" panose="02020503050405090304"/>
                <a:ea typeface="Times New Roman" panose="02020503050405090304"/>
                <a:cs typeface="Times New Roman" panose="02020503050405090304"/>
              </a:defRPr>
            </a:pPr>
            <a:r>
              <a:rPr sz="2552" b="0" i="1">
                <a:solidFill>
                  <a:srgbClr val="315B79"/>
                </a:solidFill>
                <a:latin typeface="Times New Roman" panose="02020503050405090304"/>
                <a:ea typeface="Times New Roman" panose="02020503050405090304"/>
                <a:cs typeface="Times New Roman" panose="02020503050405090304"/>
              </a:rPr>
              <a:t>H</a:t>
            </a:r>
            <a:r>
              <a:rPr sz="1782" b="0" i="1" baseline="30000">
                <a:solidFill>
                  <a:srgbClr val="315B79"/>
                </a:solidFill>
                <a:latin typeface="Times New Roman" panose="02020503050405090304"/>
                <a:ea typeface="Times New Roman" panose="02020503050405090304"/>
                <a:cs typeface="Times New Roman" panose="02020503050405090304"/>
              </a:rPr>
              <a:t>(0)</a:t>
            </a:r>
            <a:endParaRPr sz="1782" b="0" i="1" baseline="30000">
              <a:solidFill>
                <a:srgbClr val="315B79"/>
              </a:solidFill>
              <a:latin typeface="Times New Roman" panose="02020503050405090304"/>
              <a:ea typeface="Times New Roman" panose="02020503050405090304"/>
              <a:cs typeface="Times New Roman" panose="02020503050405090304"/>
            </a:endParaRPr>
          </a:p>
        </p:txBody>
      </p:sp>
      <p:sp>
        <p:nvSpPr>
          <p:cNvPr id="190" name="Five encoder blocks"/>
          <p:cNvSpPr>
            <a:spLocks noGrp="1"/>
          </p:cNvSpPr>
          <p:nvPr/>
        </p:nvSpPr>
        <p:spPr>
          <a:xfrm>
            <a:off x="1399222" y="5263515"/>
            <a:ext cx="7920990" cy="7265194"/>
          </a:xfrm>
          <a:prstGeom prst="rect">
            <a:avLst/>
          </a:prstGeom>
          <a:noFill/>
          <a:ln w="17399">
            <a:solidFill>
              <a:srgbClr val="9FA7AE"/>
            </a:solidFill>
            <a:prstDash val="dash"/>
          </a:ln>
        </p:spPr>
      </p:sp>
      <p:sp>
        <p:nvSpPr>
          <p:cNvPr id="191" name="Encoder block × 5"/>
          <p:cNvSpPr>
            <a:spLocks noGrp="1"/>
          </p:cNvSpPr>
          <p:nvPr/>
        </p:nvSpPr>
        <p:spPr>
          <a:xfrm>
            <a:off x="1643539" y="5379244"/>
            <a:ext cx="2790349" cy="360045"/>
          </a:xfrm>
          <a:prstGeom prst="rect">
            <a:avLst/>
          </a:prstGeom>
          <a:noFill/>
          <a:ln w="0">
            <a:noFill/>
          </a:ln>
        </p:spPr>
        <p:txBody>
          <a:bodyPr wrap="none" lIns="0" tIns="0" rIns="0" bIns="0" anchor="ctr">
            <a:noAutofit/>
          </a:bodyPr>
          <a:lstStyle>
            <a:defPPr algn="ctr">
              <a:defRPr sz="2673" b="1" i="0">
                <a:solidFill>
                  <a:srgbClr val="1B1B1B"/>
                </a:solidFill>
                <a:latin typeface="Times New Roman" panose="02020503050405090304"/>
                <a:ea typeface="Times New Roman" panose="02020503050405090304"/>
                <a:cs typeface="Times New Roman" panose="02020503050405090304"/>
              </a:defRPr>
            </a:defPPr>
          </a:lstStyle>
          <a:p>
            <a:pPr algn="ctr">
              <a:defRPr sz="2673" b="1" i="0">
                <a:solidFill>
                  <a:srgbClr val="1B1B1B"/>
                </a:solidFill>
                <a:latin typeface="Times New Roman" panose="02020503050405090304"/>
                <a:ea typeface="Times New Roman" panose="02020503050405090304"/>
                <a:cs typeface="Times New Roman" panose="02020503050405090304"/>
              </a:defRPr>
            </a:pPr>
            <a:r>
              <a:rPr sz="2673" b="1" i="0">
                <a:solidFill>
                  <a:srgbClr val="1B1B1B"/>
                </a:solidFill>
                <a:latin typeface="Times New Roman" panose="02020503050405090304"/>
                <a:ea typeface="Times New Roman" panose="02020503050405090304"/>
                <a:cs typeface="Times New Roman" panose="02020503050405090304"/>
              </a:rPr>
              <a:t>Encoder block × 5</a:t>
            </a:r>
            <a:endParaRPr sz="2673" b="1" i="0">
              <a:solidFill>
                <a:srgbClr val="1B1B1B"/>
              </a:solidFill>
              <a:latin typeface="Times New Roman" panose="02020503050405090304"/>
              <a:ea typeface="Times New Roman" panose="02020503050405090304"/>
              <a:cs typeface="Times New Roman" panose="02020503050405090304"/>
            </a:endParaRPr>
          </a:p>
        </p:txBody>
      </p:sp>
      <p:sp>
        <p:nvSpPr>
          <p:cNvPr id="192" name="LayerNorm"/>
          <p:cNvSpPr>
            <a:spLocks noGrp="1"/>
          </p:cNvSpPr>
          <p:nvPr/>
        </p:nvSpPr>
        <p:spPr>
          <a:xfrm>
            <a:off x="4215289" y="5842159"/>
            <a:ext cx="2237423" cy="437198"/>
          </a:xfrm>
          <a:prstGeom prst="rect">
            <a:avLst/>
          </a:prstGeom>
          <a:solidFill>
            <a:srgbClr val="E7EBEF"/>
          </a:solidFill>
          <a:ln w="20729">
            <a:solidFill>
              <a:srgbClr val="5C636B"/>
            </a:solidFill>
            <a:prstDash val="solid"/>
          </a:ln>
        </p:spPr>
      </p:sp>
      <p:sp>
        <p:nvSpPr>
          <p:cNvPr id="193" name="LayerNorm"/>
          <p:cNvSpPr>
            <a:spLocks noGrp="1"/>
          </p:cNvSpPr>
          <p:nvPr/>
        </p:nvSpPr>
        <p:spPr>
          <a:xfrm>
            <a:off x="4266724" y="5867876"/>
            <a:ext cx="2134553" cy="385763"/>
          </a:xfrm>
          <a:prstGeom prst="rect">
            <a:avLst/>
          </a:prstGeom>
          <a:noFill/>
          <a:ln w="0">
            <a:noFill/>
          </a:ln>
        </p:spPr>
        <p:txBody>
          <a:bodyPr wrap="none" lIns="0" tIns="0" rIns="0" bIns="0" anchor="ctr">
            <a:noAutofit/>
          </a:bodyPr>
          <a:lstStyle>
            <a:defPPr algn="ctr">
              <a:defRPr sz="2430" b="1" i="0">
                <a:solidFill>
                  <a:srgbClr val="1B1B1B"/>
                </a:solidFill>
                <a:latin typeface="Times New Roman" panose="02020503050405090304"/>
                <a:ea typeface="Times New Roman" panose="02020503050405090304"/>
                <a:cs typeface="Times New Roman" panose="02020503050405090304"/>
              </a:defRPr>
            </a:defPPr>
          </a:lstStyle>
          <a:p>
            <a:pPr algn="ctr">
              <a:defRPr sz="2430" b="1" i="0">
                <a:solidFill>
                  <a:srgbClr val="1B1B1B"/>
                </a:solidFill>
                <a:latin typeface="Times New Roman" panose="02020503050405090304"/>
                <a:ea typeface="Times New Roman" panose="02020503050405090304"/>
                <a:cs typeface="Times New Roman" panose="02020503050405090304"/>
              </a:defRPr>
            </a:pPr>
            <a:r>
              <a:rPr sz="2430" b="1" i="0">
                <a:solidFill>
                  <a:srgbClr val="1B1B1B"/>
                </a:solidFill>
                <a:latin typeface="Times New Roman" panose="02020503050405090304"/>
                <a:ea typeface="Times New Roman" panose="02020503050405090304"/>
                <a:cs typeface="Times New Roman" panose="02020503050405090304"/>
              </a:rPr>
              <a:t>LayerNorm</a:t>
            </a:r>
            <a:endParaRPr sz="2430" b="1" i="0">
              <a:solidFill>
                <a:srgbClr val="1B1B1B"/>
              </a:solidFill>
              <a:latin typeface="Times New Roman" panose="02020503050405090304"/>
              <a:ea typeface="Times New Roman" panose="02020503050405090304"/>
              <a:cs typeface="Times New Roman" panose="02020503050405090304"/>
            </a:endParaRPr>
          </a:p>
        </p:txBody>
      </p:sp>
      <p:sp>
        <p:nvSpPr>
          <p:cNvPr id="194" name="line-46"/>
          <p:cNvSpPr>
            <a:spLocks noGrp="1"/>
          </p:cNvSpPr>
          <p:nvPr/>
        </p:nvSpPr>
        <p:spPr>
          <a:xfrm>
            <a:off x="5334000" y="6279356"/>
            <a:ext cx="128" cy="385763"/>
          </a:xfrm>
          <a:custGeom>
            <a:avLst/>
            <a:gdLst/>
            <a:ahLst/>
            <a:cxnLst/>
            <a:pathLst>
              <a:path w="95" h="285750">
                <a:moveTo>
                  <a:pt x="0" y="0"/>
                </a:moveTo>
                <a:lnTo>
                  <a:pt x="0" y="285750"/>
                </a:lnTo>
              </a:path>
            </a:pathLst>
          </a:custGeom>
          <a:noFill/>
          <a:ln w="27004">
            <a:solidFill>
              <a:srgbClr val="17202D"/>
            </a:solidFill>
            <a:prstDash val="solid"/>
          </a:ln>
        </p:spPr>
      </p:sp>
      <p:sp>
        <p:nvSpPr>
          <p:cNvPr id="195" name="line-47"/>
          <p:cNvSpPr>
            <a:spLocks noGrp="1"/>
          </p:cNvSpPr>
          <p:nvPr/>
        </p:nvSpPr>
        <p:spPr>
          <a:xfrm>
            <a:off x="5292435" y="6585280"/>
            <a:ext cx="41565" cy="79839"/>
          </a:xfrm>
          <a:custGeom>
            <a:avLst/>
            <a:gdLst/>
            <a:ahLst/>
            <a:cxnLst/>
            <a:pathLst>
              <a:path w="30789" h="59140">
                <a:moveTo>
                  <a:pt x="30789" y="59140"/>
                </a:moveTo>
                <a:lnTo>
                  <a:pt x="0" y="0"/>
                </a:lnTo>
              </a:path>
            </a:pathLst>
          </a:custGeom>
          <a:noFill/>
          <a:ln w="27004">
            <a:solidFill>
              <a:srgbClr val="17202D"/>
            </a:solidFill>
            <a:prstDash val="solid"/>
          </a:ln>
        </p:spPr>
      </p:sp>
      <p:sp>
        <p:nvSpPr>
          <p:cNvPr id="196" name="line-48"/>
          <p:cNvSpPr>
            <a:spLocks noGrp="1"/>
          </p:cNvSpPr>
          <p:nvPr/>
        </p:nvSpPr>
        <p:spPr>
          <a:xfrm>
            <a:off x="5334000" y="6585280"/>
            <a:ext cx="41565" cy="79839"/>
          </a:xfrm>
          <a:custGeom>
            <a:avLst/>
            <a:gdLst/>
            <a:ahLst/>
            <a:cxnLst/>
            <a:pathLst>
              <a:path w="30789" h="59140">
                <a:moveTo>
                  <a:pt x="0" y="59140"/>
                </a:moveTo>
                <a:lnTo>
                  <a:pt x="30789" y="0"/>
                </a:lnTo>
              </a:path>
            </a:pathLst>
          </a:custGeom>
          <a:noFill/>
          <a:ln w="27004">
            <a:solidFill>
              <a:srgbClr val="17202D"/>
            </a:solidFill>
            <a:prstDash val="solid"/>
          </a:ln>
        </p:spPr>
      </p:sp>
      <p:sp>
        <p:nvSpPr>
          <p:cNvPr id="197" name="line-49"/>
          <p:cNvSpPr>
            <a:spLocks noGrp="1"/>
          </p:cNvSpPr>
          <p:nvPr/>
        </p:nvSpPr>
        <p:spPr>
          <a:xfrm>
            <a:off x="2813685" y="6665119"/>
            <a:ext cx="5092065" cy="128"/>
          </a:xfrm>
          <a:custGeom>
            <a:avLst/>
            <a:gdLst/>
            <a:ahLst/>
            <a:cxnLst/>
            <a:pathLst>
              <a:path w="3771900" h="95">
                <a:moveTo>
                  <a:pt x="0" y="0"/>
                </a:moveTo>
                <a:lnTo>
                  <a:pt x="3771900" y="0"/>
                </a:lnTo>
              </a:path>
            </a:pathLst>
          </a:custGeom>
          <a:noFill/>
          <a:ln w="30861">
            <a:solidFill>
              <a:srgbClr val="17202D"/>
            </a:solidFill>
            <a:prstDash val="solid"/>
          </a:ln>
        </p:spPr>
      </p:sp>
      <p:sp>
        <p:nvSpPr>
          <p:cNvPr id="198" name="line-50"/>
          <p:cNvSpPr>
            <a:spLocks noGrp="1"/>
          </p:cNvSpPr>
          <p:nvPr/>
        </p:nvSpPr>
        <p:spPr>
          <a:xfrm>
            <a:off x="2813685" y="6665119"/>
            <a:ext cx="128" cy="282893"/>
          </a:xfrm>
          <a:custGeom>
            <a:avLst/>
            <a:gdLst/>
            <a:ahLst/>
            <a:cxnLst/>
            <a:pathLst>
              <a:path w="95" h="209550">
                <a:moveTo>
                  <a:pt x="0" y="0"/>
                </a:moveTo>
                <a:lnTo>
                  <a:pt x="0" y="209550"/>
                </a:lnTo>
              </a:path>
            </a:pathLst>
          </a:custGeom>
          <a:noFill/>
          <a:ln w="27004">
            <a:solidFill>
              <a:srgbClr val="17202D"/>
            </a:solidFill>
            <a:prstDash val="solid"/>
          </a:ln>
        </p:spPr>
      </p:sp>
      <p:sp>
        <p:nvSpPr>
          <p:cNvPr id="199" name="line-51"/>
          <p:cNvSpPr>
            <a:spLocks noGrp="1"/>
          </p:cNvSpPr>
          <p:nvPr/>
        </p:nvSpPr>
        <p:spPr>
          <a:xfrm>
            <a:off x="2772120" y="6868172"/>
            <a:ext cx="41565" cy="79839"/>
          </a:xfrm>
          <a:custGeom>
            <a:avLst/>
            <a:gdLst/>
            <a:ahLst/>
            <a:cxnLst/>
            <a:pathLst>
              <a:path w="30789" h="59140">
                <a:moveTo>
                  <a:pt x="30789" y="59140"/>
                </a:moveTo>
                <a:lnTo>
                  <a:pt x="0" y="0"/>
                </a:lnTo>
              </a:path>
            </a:pathLst>
          </a:custGeom>
          <a:noFill/>
          <a:ln w="27004">
            <a:solidFill>
              <a:srgbClr val="17202D"/>
            </a:solidFill>
            <a:prstDash val="solid"/>
          </a:ln>
        </p:spPr>
      </p:sp>
      <p:sp>
        <p:nvSpPr>
          <p:cNvPr id="200" name="line-52"/>
          <p:cNvSpPr>
            <a:spLocks noGrp="1"/>
          </p:cNvSpPr>
          <p:nvPr/>
        </p:nvSpPr>
        <p:spPr>
          <a:xfrm>
            <a:off x="2813685" y="6868172"/>
            <a:ext cx="41565" cy="79839"/>
          </a:xfrm>
          <a:custGeom>
            <a:avLst/>
            <a:gdLst/>
            <a:ahLst/>
            <a:cxnLst/>
            <a:pathLst>
              <a:path w="30789" h="59140">
                <a:moveTo>
                  <a:pt x="0" y="59140"/>
                </a:moveTo>
                <a:lnTo>
                  <a:pt x="30789" y="0"/>
                </a:lnTo>
              </a:path>
            </a:pathLst>
          </a:custGeom>
          <a:noFill/>
          <a:ln w="27004">
            <a:solidFill>
              <a:srgbClr val="17202D"/>
            </a:solidFill>
            <a:prstDash val="solid"/>
          </a:ln>
        </p:spPr>
      </p:sp>
      <p:sp>
        <p:nvSpPr>
          <p:cNvPr id="201" name="shape-53"/>
          <p:cNvSpPr>
            <a:spLocks noGrp="1"/>
          </p:cNvSpPr>
          <p:nvPr/>
        </p:nvSpPr>
        <p:spPr>
          <a:xfrm>
            <a:off x="1694974" y="6948011"/>
            <a:ext cx="2237423" cy="1697355"/>
          </a:xfrm>
          <a:prstGeom prst="rect">
            <a:avLst/>
          </a:prstGeom>
          <a:solidFill>
            <a:srgbClr val="E4ECF2"/>
          </a:solidFill>
          <a:ln w="12859">
            <a:solidFill>
              <a:srgbClr val="ABB4BC"/>
            </a:solidFill>
            <a:prstDash val="solid"/>
          </a:ln>
        </p:spPr>
      </p:sp>
      <p:sp>
        <p:nvSpPr>
          <p:cNvPr id="202" name="Temporal"/>
          <p:cNvSpPr>
            <a:spLocks noGrp="1"/>
          </p:cNvSpPr>
          <p:nvPr/>
        </p:nvSpPr>
        <p:spPr>
          <a:xfrm>
            <a:off x="1759268" y="7063740"/>
            <a:ext cx="2108835" cy="308610"/>
          </a:xfrm>
          <a:prstGeom prst="rect">
            <a:avLst/>
          </a:prstGeom>
          <a:noFill/>
          <a:ln w="0">
            <a:noFill/>
          </a:ln>
        </p:spPr>
        <p:txBody>
          <a:bodyPr wrap="none" lIns="0" tIns="0" rIns="0" bIns="0" anchor="ctr">
            <a:noAutofit/>
          </a:bodyPr>
          <a:lstStyle>
            <a:defPPr algn="ctr">
              <a:defRPr sz="2279" b="1" i="0">
                <a:solidFill>
                  <a:srgbClr val="1B1B1B"/>
                </a:solidFill>
                <a:latin typeface="Times New Roman" panose="02020503050405090304"/>
                <a:ea typeface="Times New Roman" panose="02020503050405090304"/>
                <a:cs typeface="Times New Roman" panose="02020503050405090304"/>
              </a:defRPr>
            </a:defPPr>
          </a:lstStyle>
          <a:p>
            <a:pPr algn="ctr">
              <a:defRPr sz="2279" b="1" i="0">
                <a:solidFill>
                  <a:srgbClr val="1B1B1B"/>
                </a:solidFill>
                <a:latin typeface="Times New Roman" panose="02020503050405090304"/>
                <a:ea typeface="Times New Roman" panose="02020503050405090304"/>
                <a:cs typeface="Times New Roman" panose="02020503050405090304"/>
              </a:defRPr>
            </a:pPr>
            <a:r>
              <a:rPr sz="2279" b="1" i="0">
                <a:solidFill>
                  <a:srgbClr val="1B1B1B"/>
                </a:solidFill>
                <a:latin typeface="Times New Roman" panose="02020503050405090304"/>
                <a:ea typeface="Times New Roman" panose="02020503050405090304"/>
                <a:cs typeface="Times New Roman" panose="02020503050405090304"/>
              </a:rPr>
              <a:t>Temporal</a:t>
            </a:r>
            <a:endParaRPr sz="2279" b="1" i="0">
              <a:solidFill>
                <a:srgbClr val="1B1B1B"/>
              </a:solidFill>
              <a:latin typeface="Times New Roman" panose="02020503050405090304"/>
              <a:ea typeface="Times New Roman" panose="02020503050405090304"/>
              <a:cs typeface="Times New Roman" panose="02020503050405090304"/>
            </a:endParaRPr>
          </a:p>
        </p:txBody>
      </p:sp>
      <p:sp>
        <p:nvSpPr>
          <p:cNvPr id="203" name="attention"/>
          <p:cNvSpPr>
            <a:spLocks noGrp="1"/>
          </p:cNvSpPr>
          <p:nvPr/>
        </p:nvSpPr>
        <p:spPr>
          <a:xfrm>
            <a:off x="1759268" y="7346633"/>
            <a:ext cx="2108835" cy="308610"/>
          </a:xfrm>
          <a:prstGeom prst="rect">
            <a:avLst/>
          </a:prstGeom>
          <a:noFill/>
          <a:ln w="0">
            <a:noFill/>
          </a:ln>
        </p:spPr>
        <p:txBody>
          <a:bodyPr wrap="none" lIns="0" tIns="0" rIns="0" bIns="0" anchor="ctr">
            <a:noAutofit/>
          </a:bodyPr>
          <a:lstStyle>
            <a:defPPr algn="ctr">
              <a:defRPr sz="2095" b="0" i="0">
                <a:solidFill>
                  <a:srgbClr val="1B1B1B"/>
                </a:solidFill>
                <a:latin typeface="Times New Roman" panose="02020503050405090304"/>
                <a:ea typeface="Times New Roman" panose="02020503050405090304"/>
                <a:cs typeface="Times New Roman" panose="02020503050405090304"/>
              </a:defRPr>
            </a:defPPr>
          </a:lstStyle>
          <a:p>
            <a:pPr algn="ctr">
              <a:defRPr sz="2095" b="0" i="0">
                <a:solidFill>
                  <a:srgbClr val="1B1B1B"/>
                </a:solidFill>
                <a:latin typeface="Times New Roman" panose="02020503050405090304"/>
                <a:ea typeface="Times New Roman" panose="02020503050405090304"/>
                <a:cs typeface="Times New Roman" panose="02020503050405090304"/>
              </a:defRPr>
            </a:pPr>
            <a:r>
              <a:rPr sz="2095" b="0" i="0">
                <a:solidFill>
                  <a:srgbClr val="1B1B1B"/>
                </a:solidFill>
                <a:latin typeface="Times New Roman" panose="02020503050405090304"/>
                <a:ea typeface="Times New Roman" panose="02020503050405090304"/>
                <a:cs typeface="Times New Roman" panose="02020503050405090304"/>
              </a:rPr>
              <a:t>attention</a:t>
            </a:r>
            <a:endParaRPr sz="2095" b="0" i="0">
              <a:solidFill>
                <a:srgbClr val="1B1B1B"/>
              </a:solidFill>
              <a:latin typeface="Times New Roman" panose="02020503050405090304"/>
              <a:ea typeface="Times New Roman" panose="02020503050405090304"/>
              <a:cs typeface="Times New Roman" panose="02020503050405090304"/>
            </a:endParaRPr>
          </a:p>
        </p:txBody>
      </p:sp>
      <p:sp>
        <p:nvSpPr>
          <p:cNvPr id="204" name="line-54"/>
          <p:cNvSpPr>
            <a:spLocks noGrp="1"/>
          </p:cNvSpPr>
          <p:nvPr/>
        </p:nvSpPr>
        <p:spPr>
          <a:xfrm>
            <a:off x="2813685" y="8645366"/>
            <a:ext cx="128" cy="218599"/>
          </a:xfrm>
          <a:custGeom>
            <a:avLst/>
            <a:gdLst/>
            <a:ahLst/>
            <a:cxnLst/>
            <a:pathLst>
              <a:path w="95" h="161925">
                <a:moveTo>
                  <a:pt x="0" y="0"/>
                </a:moveTo>
                <a:lnTo>
                  <a:pt x="0" y="161925"/>
                </a:lnTo>
              </a:path>
            </a:pathLst>
          </a:custGeom>
          <a:noFill/>
          <a:ln w="27004">
            <a:solidFill>
              <a:srgbClr val="17202D"/>
            </a:solidFill>
            <a:prstDash val="solid"/>
          </a:ln>
        </p:spPr>
      </p:sp>
      <p:sp>
        <p:nvSpPr>
          <p:cNvPr id="205" name="line-55"/>
          <p:cNvSpPr>
            <a:spLocks noGrp="1"/>
          </p:cNvSpPr>
          <p:nvPr/>
        </p:nvSpPr>
        <p:spPr>
          <a:xfrm>
            <a:off x="2772120" y="8784126"/>
            <a:ext cx="41565" cy="79839"/>
          </a:xfrm>
          <a:custGeom>
            <a:avLst/>
            <a:gdLst/>
            <a:ahLst/>
            <a:cxnLst/>
            <a:pathLst>
              <a:path w="30789" h="59140">
                <a:moveTo>
                  <a:pt x="30789" y="59140"/>
                </a:moveTo>
                <a:lnTo>
                  <a:pt x="0" y="0"/>
                </a:lnTo>
              </a:path>
            </a:pathLst>
          </a:custGeom>
          <a:noFill/>
          <a:ln w="27004">
            <a:solidFill>
              <a:srgbClr val="17202D"/>
            </a:solidFill>
            <a:prstDash val="solid"/>
          </a:ln>
        </p:spPr>
      </p:sp>
      <p:sp>
        <p:nvSpPr>
          <p:cNvPr id="206" name="line-56"/>
          <p:cNvSpPr>
            <a:spLocks noGrp="1"/>
          </p:cNvSpPr>
          <p:nvPr/>
        </p:nvSpPr>
        <p:spPr>
          <a:xfrm>
            <a:off x="2813685" y="8784126"/>
            <a:ext cx="41565" cy="79839"/>
          </a:xfrm>
          <a:custGeom>
            <a:avLst/>
            <a:gdLst/>
            <a:ahLst/>
            <a:cxnLst/>
            <a:pathLst>
              <a:path w="30789" h="59140">
                <a:moveTo>
                  <a:pt x="0" y="59140"/>
                </a:moveTo>
                <a:lnTo>
                  <a:pt x="30789" y="0"/>
                </a:lnTo>
              </a:path>
            </a:pathLst>
          </a:custGeom>
          <a:noFill/>
          <a:ln w="27004">
            <a:solidFill>
              <a:srgbClr val="17202D"/>
            </a:solidFill>
            <a:prstDash val="solid"/>
          </a:ln>
        </p:spPr>
      </p:sp>
      <p:sp>
        <p:nvSpPr>
          <p:cNvPr id="207" name="line-57"/>
          <p:cNvSpPr>
            <a:spLocks noGrp="1"/>
          </p:cNvSpPr>
          <p:nvPr/>
        </p:nvSpPr>
        <p:spPr>
          <a:xfrm>
            <a:off x="5359718" y="6665119"/>
            <a:ext cx="128" cy="282893"/>
          </a:xfrm>
          <a:custGeom>
            <a:avLst/>
            <a:gdLst/>
            <a:ahLst/>
            <a:cxnLst/>
            <a:pathLst>
              <a:path w="95" h="209550">
                <a:moveTo>
                  <a:pt x="0" y="0"/>
                </a:moveTo>
                <a:lnTo>
                  <a:pt x="0" y="209550"/>
                </a:lnTo>
              </a:path>
            </a:pathLst>
          </a:custGeom>
          <a:noFill/>
          <a:ln w="27004">
            <a:solidFill>
              <a:srgbClr val="17202D"/>
            </a:solidFill>
            <a:prstDash val="solid"/>
          </a:ln>
        </p:spPr>
      </p:sp>
      <p:sp>
        <p:nvSpPr>
          <p:cNvPr id="208" name="line-58"/>
          <p:cNvSpPr>
            <a:spLocks noGrp="1"/>
          </p:cNvSpPr>
          <p:nvPr/>
        </p:nvSpPr>
        <p:spPr>
          <a:xfrm>
            <a:off x="5318152" y="6868172"/>
            <a:ext cx="41565" cy="79839"/>
          </a:xfrm>
          <a:custGeom>
            <a:avLst/>
            <a:gdLst/>
            <a:ahLst/>
            <a:cxnLst/>
            <a:pathLst>
              <a:path w="30789" h="59140">
                <a:moveTo>
                  <a:pt x="30789" y="59140"/>
                </a:moveTo>
                <a:lnTo>
                  <a:pt x="0" y="0"/>
                </a:lnTo>
              </a:path>
            </a:pathLst>
          </a:custGeom>
          <a:noFill/>
          <a:ln w="27004">
            <a:solidFill>
              <a:srgbClr val="17202D"/>
            </a:solidFill>
            <a:prstDash val="solid"/>
          </a:ln>
        </p:spPr>
      </p:sp>
      <p:sp>
        <p:nvSpPr>
          <p:cNvPr id="209" name="line-59"/>
          <p:cNvSpPr>
            <a:spLocks noGrp="1"/>
          </p:cNvSpPr>
          <p:nvPr/>
        </p:nvSpPr>
        <p:spPr>
          <a:xfrm>
            <a:off x="5359718" y="6868172"/>
            <a:ext cx="41565" cy="79839"/>
          </a:xfrm>
          <a:custGeom>
            <a:avLst/>
            <a:gdLst/>
            <a:ahLst/>
            <a:cxnLst/>
            <a:pathLst>
              <a:path w="30789" h="59140">
                <a:moveTo>
                  <a:pt x="0" y="59140"/>
                </a:moveTo>
                <a:lnTo>
                  <a:pt x="30789" y="0"/>
                </a:lnTo>
              </a:path>
            </a:pathLst>
          </a:custGeom>
          <a:noFill/>
          <a:ln w="27004">
            <a:solidFill>
              <a:srgbClr val="17202D"/>
            </a:solidFill>
            <a:prstDash val="solid"/>
          </a:ln>
        </p:spPr>
      </p:sp>
      <p:sp>
        <p:nvSpPr>
          <p:cNvPr id="210" name="shape-60"/>
          <p:cNvSpPr>
            <a:spLocks noGrp="1"/>
          </p:cNvSpPr>
          <p:nvPr/>
        </p:nvSpPr>
        <p:spPr>
          <a:xfrm>
            <a:off x="4241006" y="6948011"/>
            <a:ext cx="2237423" cy="1697355"/>
          </a:xfrm>
          <a:prstGeom prst="rect">
            <a:avLst/>
          </a:prstGeom>
          <a:solidFill>
            <a:srgbClr val="D2E3D7"/>
          </a:solidFill>
          <a:ln w="27107">
            <a:solidFill>
              <a:srgbClr val="315F46"/>
            </a:solidFill>
            <a:prstDash val="solid"/>
          </a:ln>
        </p:spPr>
      </p:sp>
      <p:sp>
        <p:nvSpPr>
          <p:cNvPr id="211" name="Geographic (c)"/>
          <p:cNvSpPr>
            <a:spLocks noGrp="1"/>
          </p:cNvSpPr>
          <p:nvPr/>
        </p:nvSpPr>
        <p:spPr>
          <a:xfrm>
            <a:off x="4305300" y="7063740"/>
            <a:ext cx="2108835" cy="308610"/>
          </a:xfrm>
          <a:prstGeom prst="rect">
            <a:avLst/>
          </a:prstGeom>
          <a:noFill/>
          <a:ln w="0">
            <a:noFill/>
          </a:ln>
        </p:spPr>
        <p:txBody>
          <a:bodyPr wrap="none" lIns="0" tIns="0" rIns="0" bIns="0" anchor="ctr">
            <a:noAutofit/>
          </a:bodyPr>
          <a:lstStyle>
            <a:defPPr algn="ctr">
              <a:defRPr sz="2279" b="1" i="0">
                <a:solidFill>
                  <a:srgbClr val="315F46"/>
                </a:solidFill>
                <a:latin typeface="Times New Roman" panose="02020503050405090304"/>
                <a:ea typeface="Times New Roman" panose="02020503050405090304"/>
                <a:cs typeface="Times New Roman" panose="02020503050405090304"/>
              </a:defRPr>
            </a:defPPr>
          </a:lstStyle>
          <a:p>
            <a:pPr algn="ctr">
              <a:defRPr sz="2279" b="1" i="0">
                <a:solidFill>
                  <a:srgbClr val="315F46"/>
                </a:solidFill>
                <a:latin typeface="Times New Roman" panose="02020503050405090304"/>
                <a:ea typeface="Times New Roman" panose="02020503050405090304"/>
                <a:cs typeface="Times New Roman" panose="02020503050405090304"/>
              </a:defRPr>
            </a:pPr>
            <a:r>
              <a:rPr sz="2279" b="1" i="0">
                <a:solidFill>
                  <a:srgbClr val="315F46"/>
                </a:solidFill>
                <a:latin typeface="Times New Roman" panose="02020503050405090304"/>
                <a:ea typeface="Times New Roman" panose="02020503050405090304"/>
                <a:cs typeface="Times New Roman" panose="02020503050405090304"/>
              </a:rPr>
              <a:t>Geographic (c)</a:t>
            </a:r>
            <a:endParaRPr sz="2279" b="1" i="0">
              <a:solidFill>
                <a:srgbClr val="315F46"/>
              </a:solidFill>
              <a:latin typeface="Times New Roman" panose="02020503050405090304"/>
              <a:ea typeface="Times New Roman" panose="02020503050405090304"/>
              <a:cs typeface="Times New Roman" panose="02020503050405090304"/>
            </a:endParaRPr>
          </a:p>
        </p:txBody>
      </p:sp>
      <p:sp>
        <p:nvSpPr>
          <p:cNvPr id="212" name="attention"/>
          <p:cNvSpPr>
            <a:spLocks noGrp="1"/>
          </p:cNvSpPr>
          <p:nvPr/>
        </p:nvSpPr>
        <p:spPr>
          <a:xfrm>
            <a:off x="4305300" y="7346633"/>
            <a:ext cx="2108835" cy="308610"/>
          </a:xfrm>
          <a:prstGeom prst="rect">
            <a:avLst/>
          </a:prstGeom>
          <a:noFill/>
          <a:ln w="0">
            <a:noFill/>
          </a:ln>
        </p:spPr>
        <p:txBody>
          <a:bodyPr wrap="none" lIns="0" tIns="0" rIns="0" bIns="0" anchor="ctr">
            <a:noAutofit/>
          </a:bodyPr>
          <a:lstStyle>
            <a:defPPr algn="ctr">
              <a:defRPr sz="2095" b="0" i="0">
                <a:solidFill>
                  <a:srgbClr val="315F46"/>
                </a:solidFill>
                <a:latin typeface="Times New Roman" panose="02020503050405090304"/>
                <a:ea typeface="Times New Roman" panose="02020503050405090304"/>
                <a:cs typeface="Times New Roman" panose="02020503050405090304"/>
              </a:defRPr>
            </a:defPPr>
          </a:lstStyle>
          <a:p>
            <a:pPr algn="ctr">
              <a:defRPr sz="2095" b="0" i="0">
                <a:solidFill>
                  <a:srgbClr val="315F46"/>
                </a:solidFill>
                <a:latin typeface="Times New Roman" panose="02020503050405090304"/>
                <a:ea typeface="Times New Roman" panose="02020503050405090304"/>
                <a:cs typeface="Times New Roman" panose="02020503050405090304"/>
              </a:defRPr>
            </a:pPr>
            <a:r>
              <a:rPr sz="2095" b="0" i="0">
                <a:solidFill>
                  <a:srgbClr val="315F46"/>
                </a:solidFill>
                <a:latin typeface="Times New Roman" panose="02020503050405090304"/>
                <a:ea typeface="Times New Roman" panose="02020503050405090304"/>
                <a:cs typeface="Times New Roman" panose="02020503050405090304"/>
              </a:rPr>
              <a:t>attention</a:t>
            </a:r>
            <a:endParaRPr sz="2095" b="0" i="0">
              <a:solidFill>
                <a:srgbClr val="315F46"/>
              </a:solidFill>
              <a:latin typeface="Times New Roman" panose="02020503050405090304"/>
              <a:ea typeface="Times New Roman" panose="02020503050405090304"/>
              <a:cs typeface="Times New Roman" panose="02020503050405090304"/>
            </a:endParaRPr>
          </a:p>
        </p:txBody>
      </p:sp>
      <p:sp>
        <p:nvSpPr>
          <p:cNvPr id="213" name="line-61"/>
          <p:cNvSpPr>
            <a:spLocks noGrp="1"/>
          </p:cNvSpPr>
          <p:nvPr/>
        </p:nvSpPr>
        <p:spPr>
          <a:xfrm>
            <a:off x="5359718" y="8645366"/>
            <a:ext cx="128" cy="218599"/>
          </a:xfrm>
          <a:custGeom>
            <a:avLst/>
            <a:gdLst/>
            <a:ahLst/>
            <a:cxnLst/>
            <a:pathLst>
              <a:path w="95" h="161925">
                <a:moveTo>
                  <a:pt x="0" y="0"/>
                </a:moveTo>
                <a:lnTo>
                  <a:pt x="0" y="161925"/>
                </a:lnTo>
              </a:path>
            </a:pathLst>
          </a:custGeom>
          <a:noFill/>
          <a:ln w="27004">
            <a:solidFill>
              <a:srgbClr val="17202D"/>
            </a:solidFill>
            <a:prstDash val="solid"/>
          </a:ln>
        </p:spPr>
      </p:sp>
      <p:sp>
        <p:nvSpPr>
          <p:cNvPr id="214" name="line-62"/>
          <p:cNvSpPr>
            <a:spLocks noGrp="1"/>
          </p:cNvSpPr>
          <p:nvPr/>
        </p:nvSpPr>
        <p:spPr>
          <a:xfrm>
            <a:off x="5318152" y="8784126"/>
            <a:ext cx="41565" cy="79839"/>
          </a:xfrm>
          <a:custGeom>
            <a:avLst/>
            <a:gdLst/>
            <a:ahLst/>
            <a:cxnLst/>
            <a:pathLst>
              <a:path w="30789" h="59140">
                <a:moveTo>
                  <a:pt x="30789" y="59140"/>
                </a:moveTo>
                <a:lnTo>
                  <a:pt x="0" y="0"/>
                </a:lnTo>
              </a:path>
            </a:pathLst>
          </a:custGeom>
          <a:noFill/>
          <a:ln w="27004">
            <a:solidFill>
              <a:srgbClr val="17202D"/>
            </a:solidFill>
            <a:prstDash val="solid"/>
          </a:ln>
        </p:spPr>
      </p:sp>
      <p:sp>
        <p:nvSpPr>
          <p:cNvPr id="215" name="line-63"/>
          <p:cNvSpPr>
            <a:spLocks noGrp="1"/>
          </p:cNvSpPr>
          <p:nvPr/>
        </p:nvSpPr>
        <p:spPr>
          <a:xfrm>
            <a:off x="5359718" y="8784126"/>
            <a:ext cx="41565" cy="79839"/>
          </a:xfrm>
          <a:custGeom>
            <a:avLst/>
            <a:gdLst/>
            <a:ahLst/>
            <a:cxnLst/>
            <a:pathLst>
              <a:path w="30789" h="59140">
                <a:moveTo>
                  <a:pt x="0" y="59140"/>
                </a:moveTo>
                <a:lnTo>
                  <a:pt x="30789" y="0"/>
                </a:lnTo>
              </a:path>
            </a:pathLst>
          </a:custGeom>
          <a:noFill/>
          <a:ln w="27004">
            <a:solidFill>
              <a:srgbClr val="17202D"/>
            </a:solidFill>
            <a:prstDash val="solid"/>
          </a:ln>
        </p:spPr>
      </p:sp>
      <p:sp>
        <p:nvSpPr>
          <p:cNvPr id="216" name="line-64"/>
          <p:cNvSpPr>
            <a:spLocks noGrp="1"/>
          </p:cNvSpPr>
          <p:nvPr/>
        </p:nvSpPr>
        <p:spPr>
          <a:xfrm>
            <a:off x="7905750" y="6665119"/>
            <a:ext cx="128" cy="282893"/>
          </a:xfrm>
          <a:custGeom>
            <a:avLst/>
            <a:gdLst/>
            <a:ahLst/>
            <a:cxnLst/>
            <a:pathLst>
              <a:path w="95" h="209550">
                <a:moveTo>
                  <a:pt x="0" y="0"/>
                </a:moveTo>
                <a:lnTo>
                  <a:pt x="0" y="209550"/>
                </a:lnTo>
              </a:path>
            </a:pathLst>
          </a:custGeom>
          <a:noFill/>
          <a:ln w="27004">
            <a:solidFill>
              <a:srgbClr val="17202D"/>
            </a:solidFill>
            <a:prstDash val="solid"/>
          </a:ln>
        </p:spPr>
      </p:sp>
      <p:sp>
        <p:nvSpPr>
          <p:cNvPr id="217" name="line-65"/>
          <p:cNvSpPr>
            <a:spLocks noGrp="1"/>
          </p:cNvSpPr>
          <p:nvPr/>
        </p:nvSpPr>
        <p:spPr>
          <a:xfrm>
            <a:off x="7864185" y="6868172"/>
            <a:ext cx="41565" cy="79839"/>
          </a:xfrm>
          <a:custGeom>
            <a:avLst/>
            <a:gdLst/>
            <a:ahLst/>
            <a:cxnLst/>
            <a:pathLst>
              <a:path w="30789" h="59140">
                <a:moveTo>
                  <a:pt x="30789" y="59140"/>
                </a:moveTo>
                <a:lnTo>
                  <a:pt x="0" y="0"/>
                </a:lnTo>
              </a:path>
            </a:pathLst>
          </a:custGeom>
          <a:noFill/>
          <a:ln w="27004">
            <a:solidFill>
              <a:srgbClr val="17202D"/>
            </a:solidFill>
            <a:prstDash val="solid"/>
          </a:ln>
        </p:spPr>
      </p:sp>
      <p:sp>
        <p:nvSpPr>
          <p:cNvPr id="218" name="line-66"/>
          <p:cNvSpPr>
            <a:spLocks noGrp="1"/>
          </p:cNvSpPr>
          <p:nvPr/>
        </p:nvSpPr>
        <p:spPr>
          <a:xfrm>
            <a:off x="7905750" y="6868172"/>
            <a:ext cx="41565" cy="79839"/>
          </a:xfrm>
          <a:custGeom>
            <a:avLst/>
            <a:gdLst/>
            <a:ahLst/>
            <a:cxnLst/>
            <a:pathLst>
              <a:path w="30789" h="59140">
                <a:moveTo>
                  <a:pt x="0" y="59140"/>
                </a:moveTo>
                <a:lnTo>
                  <a:pt x="30789" y="0"/>
                </a:lnTo>
              </a:path>
            </a:pathLst>
          </a:custGeom>
          <a:noFill/>
          <a:ln w="27004">
            <a:solidFill>
              <a:srgbClr val="17202D"/>
            </a:solidFill>
            <a:prstDash val="solid"/>
          </a:ln>
        </p:spPr>
      </p:sp>
      <p:sp>
        <p:nvSpPr>
          <p:cNvPr id="219" name="shape-67"/>
          <p:cNvSpPr>
            <a:spLocks noGrp="1"/>
          </p:cNvSpPr>
          <p:nvPr/>
        </p:nvSpPr>
        <p:spPr>
          <a:xfrm>
            <a:off x="6787039" y="6948011"/>
            <a:ext cx="2237423" cy="1697355"/>
          </a:xfrm>
          <a:prstGeom prst="rect">
            <a:avLst/>
          </a:prstGeom>
          <a:solidFill>
            <a:srgbClr val="E4ECF2"/>
          </a:solidFill>
          <a:ln w="12859">
            <a:solidFill>
              <a:srgbClr val="ABB4BC"/>
            </a:solidFill>
            <a:prstDash val="solid"/>
          </a:ln>
        </p:spPr>
      </p:sp>
      <p:sp>
        <p:nvSpPr>
          <p:cNvPr id="220" name="Semantic"/>
          <p:cNvSpPr>
            <a:spLocks noGrp="1"/>
          </p:cNvSpPr>
          <p:nvPr/>
        </p:nvSpPr>
        <p:spPr>
          <a:xfrm>
            <a:off x="6851333" y="7063740"/>
            <a:ext cx="2108835" cy="308610"/>
          </a:xfrm>
          <a:prstGeom prst="rect">
            <a:avLst/>
          </a:prstGeom>
          <a:noFill/>
          <a:ln w="0">
            <a:noFill/>
          </a:ln>
        </p:spPr>
        <p:txBody>
          <a:bodyPr wrap="none" lIns="0" tIns="0" rIns="0" bIns="0" anchor="ctr">
            <a:noAutofit/>
          </a:bodyPr>
          <a:lstStyle>
            <a:defPPr algn="ctr">
              <a:defRPr sz="2279" b="1" i="0">
                <a:solidFill>
                  <a:srgbClr val="1B1B1B"/>
                </a:solidFill>
                <a:latin typeface="Times New Roman" panose="02020503050405090304"/>
                <a:ea typeface="Times New Roman" panose="02020503050405090304"/>
                <a:cs typeface="Times New Roman" panose="02020503050405090304"/>
              </a:defRPr>
            </a:defPPr>
          </a:lstStyle>
          <a:p>
            <a:pPr algn="ctr">
              <a:defRPr sz="2279" b="1" i="0">
                <a:solidFill>
                  <a:srgbClr val="1B1B1B"/>
                </a:solidFill>
                <a:latin typeface="Times New Roman" panose="02020503050405090304"/>
                <a:ea typeface="Times New Roman" panose="02020503050405090304"/>
                <a:cs typeface="Times New Roman" panose="02020503050405090304"/>
              </a:defRPr>
            </a:pPr>
            <a:r>
              <a:rPr sz="2279" b="1" i="0">
                <a:solidFill>
                  <a:srgbClr val="1B1B1B"/>
                </a:solidFill>
                <a:latin typeface="Times New Roman" panose="02020503050405090304"/>
                <a:ea typeface="Times New Roman" panose="02020503050405090304"/>
                <a:cs typeface="Times New Roman" panose="02020503050405090304"/>
              </a:rPr>
              <a:t>Semantic</a:t>
            </a:r>
            <a:endParaRPr sz="2279" b="1" i="0">
              <a:solidFill>
                <a:srgbClr val="1B1B1B"/>
              </a:solidFill>
              <a:latin typeface="Times New Roman" panose="02020503050405090304"/>
              <a:ea typeface="Times New Roman" panose="02020503050405090304"/>
              <a:cs typeface="Times New Roman" panose="02020503050405090304"/>
            </a:endParaRPr>
          </a:p>
        </p:txBody>
      </p:sp>
      <p:sp>
        <p:nvSpPr>
          <p:cNvPr id="221" name="attention"/>
          <p:cNvSpPr>
            <a:spLocks noGrp="1"/>
          </p:cNvSpPr>
          <p:nvPr/>
        </p:nvSpPr>
        <p:spPr>
          <a:xfrm>
            <a:off x="6851333" y="7346633"/>
            <a:ext cx="2108835" cy="308610"/>
          </a:xfrm>
          <a:prstGeom prst="rect">
            <a:avLst/>
          </a:prstGeom>
          <a:noFill/>
          <a:ln w="0">
            <a:noFill/>
          </a:ln>
        </p:spPr>
        <p:txBody>
          <a:bodyPr wrap="none" lIns="0" tIns="0" rIns="0" bIns="0" anchor="ctr">
            <a:noAutofit/>
          </a:bodyPr>
          <a:lstStyle>
            <a:defPPr algn="ctr">
              <a:defRPr sz="2095" b="0" i="0">
                <a:solidFill>
                  <a:srgbClr val="1B1B1B"/>
                </a:solidFill>
                <a:latin typeface="Times New Roman" panose="02020503050405090304"/>
                <a:ea typeface="Times New Roman" panose="02020503050405090304"/>
                <a:cs typeface="Times New Roman" panose="02020503050405090304"/>
              </a:defRPr>
            </a:defPPr>
          </a:lstStyle>
          <a:p>
            <a:pPr algn="ctr">
              <a:defRPr sz="2095" b="0" i="0">
                <a:solidFill>
                  <a:srgbClr val="1B1B1B"/>
                </a:solidFill>
                <a:latin typeface="Times New Roman" panose="02020503050405090304"/>
                <a:ea typeface="Times New Roman" panose="02020503050405090304"/>
                <a:cs typeface="Times New Roman" panose="02020503050405090304"/>
              </a:defRPr>
            </a:pPr>
            <a:r>
              <a:rPr sz="2095" b="0" i="0">
                <a:solidFill>
                  <a:srgbClr val="1B1B1B"/>
                </a:solidFill>
                <a:latin typeface="Times New Roman" panose="02020503050405090304"/>
                <a:ea typeface="Times New Roman" panose="02020503050405090304"/>
                <a:cs typeface="Times New Roman" panose="02020503050405090304"/>
              </a:rPr>
              <a:t>attention</a:t>
            </a:r>
            <a:endParaRPr sz="2095" b="0" i="0">
              <a:solidFill>
                <a:srgbClr val="1B1B1B"/>
              </a:solidFill>
              <a:latin typeface="Times New Roman" panose="02020503050405090304"/>
              <a:ea typeface="Times New Roman" panose="02020503050405090304"/>
              <a:cs typeface="Times New Roman" panose="02020503050405090304"/>
            </a:endParaRPr>
          </a:p>
        </p:txBody>
      </p:sp>
      <p:sp>
        <p:nvSpPr>
          <p:cNvPr id="222" name="line-68"/>
          <p:cNvSpPr>
            <a:spLocks noGrp="1"/>
          </p:cNvSpPr>
          <p:nvPr/>
        </p:nvSpPr>
        <p:spPr>
          <a:xfrm>
            <a:off x="7905750" y="8645366"/>
            <a:ext cx="128" cy="218599"/>
          </a:xfrm>
          <a:custGeom>
            <a:avLst/>
            <a:gdLst/>
            <a:ahLst/>
            <a:cxnLst/>
            <a:pathLst>
              <a:path w="95" h="161925">
                <a:moveTo>
                  <a:pt x="0" y="0"/>
                </a:moveTo>
                <a:lnTo>
                  <a:pt x="0" y="161925"/>
                </a:lnTo>
              </a:path>
            </a:pathLst>
          </a:custGeom>
          <a:noFill/>
          <a:ln w="27004">
            <a:solidFill>
              <a:srgbClr val="17202D"/>
            </a:solidFill>
            <a:prstDash val="solid"/>
          </a:ln>
        </p:spPr>
      </p:sp>
      <p:sp>
        <p:nvSpPr>
          <p:cNvPr id="223" name="line-69"/>
          <p:cNvSpPr>
            <a:spLocks noGrp="1"/>
          </p:cNvSpPr>
          <p:nvPr/>
        </p:nvSpPr>
        <p:spPr>
          <a:xfrm>
            <a:off x="7864185" y="8784126"/>
            <a:ext cx="41565" cy="79839"/>
          </a:xfrm>
          <a:custGeom>
            <a:avLst/>
            <a:gdLst/>
            <a:ahLst/>
            <a:cxnLst/>
            <a:pathLst>
              <a:path w="30789" h="59140">
                <a:moveTo>
                  <a:pt x="30789" y="59140"/>
                </a:moveTo>
                <a:lnTo>
                  <a:pt x="0" y="0"/>
                </a:lnTo>
              </a:path>
            </a:pathLst>
          </a:custGeom>
          <a:noFill/>
          <a:ln w="27004">
            <a:solidFill>
              <a:srgbClr val="17202D"/>
            </a:solidFill>
            <a:prstDash val="solid"/>
          </a:ln>
        </p:spPr>
      </p:sp>
      <p:sp>
        <p:nvSpPr>
          <p:cNvPr id="224" name="line-70"/>
          <p:cNvSpPr>
            <a:spLocks noGrp="1"/>
          </p:cNvSpPr>
          <p:nvPr/>
        </p:nvSpPr>
        <p:spPr>
          <a:xfrm>
            <a:off x="7905750" y="8784126"/>
            <a:ext cx="41565" cy="79839"/>
          </a:xfrm>
          <a:custGeom>
            <a:avLst/>
            <a:gdLst/>
            <a:ahLst/>
            <a:cxnLst/>
            <a:pathLst>
              <a:path w="30789" h="59140">
                <a:moveTo>
                  <a:pt x="0" y="59140"/>
                </a:moveTo>
                <a:lnTo>
                  <a:pt x="30789" y="0"/>
                </a:lnTo>
              </a:path>
            </a:pathLst>
          </a:custGeom>
          <a:noFill/>
          <a:ln w="27004">
            <a:solidFill>
              <a:srgbClr val="17202D"/>
            </a:solidFill>
            <a:prstDash val="solid"/>
          </a:ln>
        </p:spPr>
      </p:sp>
      <p:sp>
        <p:nvSpPr>
          <p:cNvPr id="225" name="temporal attention link"/>
          <p:cNvSpPr>
            <a:spLocks noGrp="1"/>
          </p:cNvSpPr>
          <p:nvPr/>
        </p:nvSpPr>
        <p:spPr>
          <a:xfrm>
            <a:off x="1939290" y="7783830"/>
            <a:ext cx="1530191" cy="321469"/>
          </a:xfrm>
          <a:custGeom>
            <a:avLst/>
            <a:gdLst/>
            <a:ahLst/>
            <a:cxnLst/>
            <a:pathLst>
              <a:path w="1133475" h="238125">
                <a:moveTo>
                  <a:pt x="0" y="238125"/>
                </a:moveTo>
                <a:cubicBezTo>
                  <a:pt x="0" y="0"/>
                  <a:pt x="1133475" y="0"/>
                  <a:pt x="1133475" y="238125"/>
                </a:cubicBezTo>
              </a:path>
            </a:pathLst>
          </a:custGeom>
          <a:noFill/>
          <a:ln w="12859">
            <a:solidFill>
              <a:srgbClr val="6D8AA0"/>
            </a:solidFill>
          </a:ln>
        </p:spPr>
      </p:sp>
      <p:sp>
        <p:nvSpPr>
          <p:cNvPr id="226" name="temporal attention link"/>
          <p:cNvSpPr>
            <a:spLocks noGrp="1"/>
          </p:cNvSpPr>
          <p:nvPr/>
        </p:nvSpPr>
        <p:spPr>
          <a:xfrm>
            <a:off x="2440781" y="7886700"/>
            <a:ext cx="1028700" cy="218599"/>
          </a:xfrm>
          <a:custGeom>
            <a:avLst/>
            <a:gdLst/>
            <a:ahLst/>
            <a:cxnLst/>
            <a:pathLst>
              <a:path w="762000" h="161925">
                <a:moveTo>
                  <a:pt x="0" y="161925"/>
                </a:moveTo>
                <a:cubicBezTo>
                  <a:pt x="0" y="0"/>
                  <a:pt x="762000" y="0"/>
                  <a:pt x="762000" y="161925"/>
                </a:cubicBezTo>
              </a:path>
            </a:pathLst>
          </a:custGeom>
          <a:noFill/>
          <a:ln w="12859">
            <a:solidFill>
              <a:srgbClr val="6D8AA0"/>
            </a:solidFill>
          </a:ln>
        </p:spPr>
      </p:sp>
      <p:sp>
        <p:nvSpPr>
          <p:cNvPr id="227" name="temporal attention link"/>
          <p:cNvSpPr>
            <a:spLocks noGrp="1"/>
          </p:cNvSpPr>
          <p:nvPr/>
        </p:nvSpPr>
        <p:spPr>
          <a:xfrm>
            <a:off x="2942273" y="7976711"/>
            <a:ext cx="527209" cy="128588"/>
          </a:xfrm>
          <a:custGeom>
            <a:avLst/>
            <a:gdLst/>
            <a:ahLst/>
            <a:cxnLst/>
            <a:pathLst>
              <a:path w="390525" h="95250">
                <a:moveTo>
                  <a:pt x="0" y="95250"/>
                </a:moveTo>
                <a:cubicBezTo>
                  <a:pt x="0" y="0"/>
                  <a:pt x="390525" y="0"/>
                  <a:pt x="390525" y="95250"/>
                </a:cubicBezTo>
              </a:path>
            </a:pathLst>
          </a:custGeom>
          <a:noFill/>
          <a:ln w="12859">
            <a:solidFill>
              <a:srgbClr val="6D8AA0"/>
            </a:solidFill>
          </a:ln>
        </p:spPr>
      </p:sp>
      <p:sp>
        <p:nvSpPr>
          <p:cNvPr id="228" name="resource node"/>
          <p:cNvSpPr>
            <a:spLocks noGrp="1"/>
          </p:cNvSpPr>
          <p:nvPr/>
        </p:nvSpPr>
        <p:spPr>
          <a:xfrm>
            <a:off x="1868568" y="8034576"/>
            <a:ext cx="141446" cy="141446"/>
          </a:xfrm>
          <a:prstGeom prst="ellipse">
            <a:avLst/>
          </a:prstGeom>
          <a:solidFill>
            <a:srgbClr val="FFFFFF"/>
          </a:solidFill>
          <a:ln w="22322">
            <a:solidFill>
              <a:srgbClr val="315B79"/>
            </a:solidFill>
          </a:ln>
        </p:spPr>
      </p:sp>
      <p:sp>
        <p:nvSpPr>
          <p:cNvPr id="229" name="resource node"/>
          <p:cNvSpPr>
            <a:spLocks noGrp="1"/>
          </p:cNvSpPr>
          <p:nvPr/>
        </p:nvSpPr>
        <p:spPr>
          <a:xfrm>
            <a:off x="2370059" y="8034576"/>
            <a:ext cx="141446" cy="141446"/>
          </a:xfrm>
          <a:prstGeom prst="ellipse">
            <a:avLst/>
          </a:prstGeom>
          <a:solidFill>
            <a:srgbClr val="FFFFFF"/>
          </a:solidFill>
          <a:ln w="22322">
            <a:solidFill>
              <a:srgbClr val="315B79"/>
            </a:solidFill>
          </a:ln>
        </p:spPr>
      </p:sp>
      <p:sp>
        <p:nvSpPr>
          <p:cNvPr id="230" name="resource node"/>
          <p:cNvSpPr>
            <a:spLocks noGrp="1"/>
          </p:cNvSpPr>
          <p:nvPr/>
        </p:nvSpPr>
        <p:spPr>
          <a:xfrm>
            <a:off x="2871550" y="8034576"/>
            <a:ext cx="141446" cy="141446"/>
          </a:xfrm>
          <a:prstGeom prst="ellipse">
            <a:avLst/>
          </a:prstGeom>
          <a:solidFill>
            <a:srgbClr val="FFFFFF"/>
          </a:solidFill>
          <a:ln w="22322">
            <a:solidFill>
              <a:srgbClr val="315B79"/>
            </a:solidFill>
          </a:ln>
        </p:spPr>
      </p:sp>
      <p:sp>
        <p:nvSpPr>
          <p:cNvPr id="231" name="resource node"/>
          <p:cNvSpPr>
            <a:spLocks noGrp="1"/>
          </p:cNvSpPr>
          <p:nvPr/>
        </p:nvSpPr>
        <p:spPr>
          <a:xfrm>
            <a:off x="3398759" y="8034576"/>
            <a:ext cx="141446" cy="141446"/>
          </a:xfrm>
          <a:prstGeom prst="ellipse">
            <a:avLst/>
          </a:prstGeom>
          <a:solidFill>
            <a:srgbClr val="315B79"/>
          </a:solidFill>
          <a:ln w="22322">
            <a:solidFill>
              <a:srgbClr val="315B79"/>
            </a:solidFill>
          </a:ln>
        </p:spPr>
      </p:sp>
      <p:sp>
        <p:nvSpPr>
          <p:cNvPr id="232" name="line-71"/>
          <p:cNvSpPr>
            <a:spLocks noGrp="1"/>
          </p:cNvSpPr>
          <p:nvPr/>
        </p:nvSpPr>
        <p:spPr>
          <a:xfrm>
            <a:off x="5008674" y="7802475"/>
            <a:ext cx="351043" cy="225671"/>
          </a:xfrm>
          <a:custGeom>
            <a:avLst/>
            <a:gdLst/>
            <a:ahLst/>
            <a:cxnLst/>
            <a:pathLst>
              <a:path w="260032" h="167164">
                <a:moveTo>
                  <a:pt x="260032" y="167164"/>
                </a:moveTo>
                <a:lnTo>
                  <a:pt x="0" y="0"/>
                </a:lnTo>
              </a:path>
            </a:pathLst>
          </a:custGeom>
          <a:noFill/>
          <a:ln w="19134">
            <a:solidFill>
              <a:srgbClr val="829DAF"/>
            </a:solidFill>
            <a:prstDash val="solid"/>
          </a:ln>
        </p:spPr>
      </p:sp>
      <p:sp>
        <p:nvSpPr>
          <p:cNvPr id="233" name="line-72"/>
          <p:cNvSpPr>
            <a:spLocks noGrp="1"/>
          </p:cNvSpPr>
          <p:nvPr/>
        </p:nvSpPr>
        <p:spPr>
          <a:xfrm>
            <a:off x="5359718" y="7769042"/>
            <a:ext cx="300895" cy="259104"/>
          </a:xfrm>
          <a:custGeom>
            <a:avLst/>
            <a:gdLst/>
            <a:ahLst/>
            <a:cxnLst/>
            <a:pathLst>
              <a:path w="222885" h="191929">
                <a:moveTo>
                  <a:pt x="0" y="191929"/>
                </a:moveTo>
                <a:lnTo>
                  <a:pt x="222885" y="0"/>
                </a:lnTo>
              </a:path>
            </a:pathLst>
          </a:custGeom>
          <a:noFill/>
          <a:ln w="19134">
            <a:solidFill>
              <a:srgbClr val="829DAF"/>
            </a:solidFill>
            <a:prstDash val="solid"/>
          </a:ln>
        </p:spPr>
      </p:sp>
      <p:sp>
        <p:nvSpPr>
          <p:cNvPr id="234" name="line-73"/>
          <p:cNvSpPr>
            <a:spLocks noGrp="1"/>
          </p:cNvSpPr>
          <p:nvPr/>
        </p:nvSpPr>
        <p:spPr>
          <a:xfrm>
            <a:off x="4975242" y="8028146"/>
            <a:ext cx="384476" cy="250746"/>
          </a:xfrm>
          <a:custGeom>
            <a:avLst/>
            <a:gdLst/>
            <a:ahLst/>
            <a:cxnLst/>
            <a:pathLst>
              <a:path w="284797" h="185738">
                <a:moveTo>
                  <a:pt x="284797" y="0"/>
                </a:moveTo>
                <a:lnTo>
                  <a:pt x="0" y="185738"/>
                </a:lnTo>
              </a:path>
            </a:pathLst>
          </a:custGeom>
          <a:noFill/>
          <a:ln w="19134">
            <a:solidFill>
              <a:srgbClr val="829DAF"/>
            </a:solidFill>
            <a:prstDash val="solid"/>
          </a:ln>
        </p:spPr>
      </p:sp>
      <p:sp>
        <p:nvSpPr>
          <p:cNvPr id="235" name="line-74"/>
          <p:cNvSpPr>
            <a:spLocks noGrp="1"/>
          </p:cNvSpPr>
          <p:nvPr/>
        </p:nvSpPr>
        <p:spPr>
          <a:xfrm>
            <a:off x="5359718" y="8028146"/>
            <a:ext cx="351043" cy="242387"/>
          </a:xfrm>
          <a:custGeom>
            <a:avLst/>
            <a:gdLst/>
            <a:ahLst/>
            <a:cxnLst/>
            <a:pathLst>
              <a:path w="260032" h="179546">
                <a:moveTo>
                  <a:pt x="0" y="0"/>
                </a:moveTo>
                <a:lnTo>
                  <a:pt x="260032" y="179546"/>
                </a:lnTo>
              </a:path>
            </a:pathLst>
          </a:custGeom>
          <a:noFill/>
          <a:ln w="19134">
            <a:solidFill>
              <a:srgbClr val="829DAF"/>
            </a:solidFill>
            <a:prstDash val="solid"/>
          </a:ln>
        </p:spPr>
      </p:sp>
      <p:sp>
        <p:nvSpPr>
          <p:cNvPr id="236" name="line-75"/>
          <p:cNvSpPr>
            <a:spLocks noGrp="1"/>
          </p:cNvSpPr>
          <p:nvPr/>
        </p:nvSpPr>
        <p:spPr>
          <a:xfrm>
            <a:off x="4975242" y="7802475"/>
            <a:ext cx="33433" cy="476416"/>
          </a:xfrm>
          <a:custGeom>
            <a:avLst/>
            <a:gdLst/>
            <a:ahLst/>
            <a:cxnLst/>
            <a:pathLst>
              <a:path w="24765" h="352901">
                <a:moveTo>
                  <a:pt x="24765" y="0"/>
                </a:moveTo>
                <a:lnTo>
                  <a:pt x="0" y="352901"/>
                </a:lnTo>
              </a:path>
            </a:pathLst>
          </a:custGeom>
          <a:noFill/>
          <a:ln w="12859">
            <a:solidFill>
              <a:srgbClr val="C7D1D8"/>
            </a:solidFill>
            <a:prstDash val="solid"/>
          </a:ln>
        </p:spPr>
      </p:sp>
      <p:sp>
        <p:nvSpPr>
          <p:cNvPr id="237" name="line-76"/>
          <p:cNvSpPr>
            <a:spLocks noGrp="1"/>
          </p:cNvSpPr>
          <p:nvPr/>
        </p:nvSpPr>
        <p:spPr>
          <a:xfrm>
            <a:off x="5660612" y="7769042"/>
            <a:ext cx="50148" cy="501491"/>
          </a:xfrm>
          <a:custGeom>
            <a:avLst/>
            <a:gdLst/>
            <a:ahLst/>
            <a:cxnLst/>
            <a:pathLst>
              <a:path w="37147" h="371475">
                <a:moveTo>
                  <a:pt x="0" y="0"/>
                </a:moveTo>
                <a:lnTo>
                  <a:pt x="37147" y="371475"/>
                </a:lnTo>
              </a:path>
            </a:pathLst>
          </a:custGeom>
          <a:noFill/>
          <a:ln w="12859">
            <a:solidFill>
              <a:srgbClr val="C7D1D8"/>
            </a:solidFill>
            <a:prstDash val="solid"/>
          </a:ln>
        </p:spPr>
      </p:sp>
      <p:sp>
        <p:nvSpPr>
          <p:cNvPr id="238" name="resource node"/>
          <p:cNvSpPr>
            <a:spLocks noGrp="1"/>
          </p:cNvSpPr>
          <p:nvPr/>
        </p:nvSpPr>
        <p:spPr>
          <a:xfrm>
            <a:off x="5231130" y="7899559"/>
            <a:ext cx="257175" cy="257175"/>
          </a:xfrm>
          <a:prstGeom prst="ellipse">
            <a:avLst/>
          </a:prstGeom>
          <a:solidFill>
            <a:srgbClr val="315F46"/>
          </a:solidFill>
          <a:ln w="22322">
            <a:solidFill>
              <a:srgbClr val="315F46"/>
            </a:solidFill>
          </a:ln>
        </p:spPr>
      </p:sp>
      <p:sp>
        <p:nvSpPr>
          <p:cNvPr id="239" name="resource node"/>
          <p:cNvSpPr>
            <a:spLocks noGrp="1"/>
          </p:cNvSpPr>
          <p:nvPr/>
        </p:nvSpPr>
        <p:spPr>
          <a:xfrm>
            <a:off x="4918663" y="7712464"/>
            <a:ext cx="180023" cy="180023"/>
          </a:xfrm>
          <a:prstGeom prst="ellipse">
            <a:avLst/>
          </a:prstGeom>
          <a:solidFill>
            <a:srgbClr val="FFFFFF"/>
          </a:solidFill>
          <a:ln w="22322">
            <a:solidFill>
              <a:srgbClr val="536779"/>
            </a:solidFill>
          </a:ln>
        </p:spPr>
      </p:sp>
      <p:sp>
        <p:nvSpPr>
          <p:cNvPr id="240" name="resource node"/>
          <p:cNvSpPr>
            <a:spLocks noGrp="1"/>
          </p:cNvSpPr>
          <p:nvPr/>
        </p:nvSpPr>
        <p:spPr>
          <a:xfrm>
            <a:off x="5570601" y="7679031"/>
            <a:ext cx="180023" cy="180023"/>
          </a:xfrm>
          <a:prstGeom prst="ellipse">
            <a:avLst/>
          </a:prstGeom>
          <a:solidFill>
            <a:srgbClr val="FFFFFF"/>
          </a:solidFill>
          <a:ln w="22322">
            <a:solidFill>
              <a:srgbClr val="536779"/>
            </a:solidFill>
          </a:ln>
        </p:spPr>
      </p:sp>
      <p:sp>
        <p:nvSpPr>
          <p:cNvPr id="241" name="resource node"/>
          <p:cNvSpPr>
            <a:spLocks noGrp="1"/>
          </p:cNvSpPr>
          <p:nvPr/>
        </p:nvSpPr>
        <p:spPr>
          <a:xfrm>
            <a:off x="4885230" y="8188881"/>
            <a:ext cx="180023" cy="180023"/>
          </a:xfrm>
          <a:prstGeom prst="ellipse">
            <a:avLst/>
          </a:prstGeom>
          <a:solidFill>
            <a:srgbClr val="FFFFFF"/>
          </a:solidFill>
          <a:ln w="22322">
            <a:solidFill>
              <a:srgbClr val="536779"/>
            </a:solidFill>
          </a:ln>
        </p:spPr>
      </p:sp>
      <p:sp>
        <p:nvSpPr>
          <p:cNvPr id="242" name="resource node"/>
          <p:cNvSpPr>
            <a:spLocks noGrp="1"/>
          </p:cNvSpPr>
          <p:nvPr/>
        </p:nvSpPr>
        <p:spPr>
          <a:xfrm>
            <a:off x="5620751" y="8180522"/>
            <a:ext cx="180023" cy="180023"/>
          </a:xfrm>
          <a:prstGeom prst="ellipse">
            <a:avLst/>
          </a:prstGeom>
          <a:solidFill>
            <a:srgbClr val="FFFFFF"/>
          </a:solidFill>
          <a:ln w="22322">
            <a:solidFill>
              <a:srgbClr val="536779"/>
            </a:solidFill>
          </a:ln>
        </p:spPr>
      </p:sp>
      <p:sp>
        <p:nvSpPr>
          <p:cNvPr id="243" name="similarity-0-0"/>
          <p:cNvSpPr>
            <a:spLocks noGrp="1"/>
          </p:cNvSpPr>
          <p:nvPr/>
        </p:nvSpPr>
        <p:spPr>
          <a:xfrm>
            <a:off x="7095649" y="7770971"/>
            <a:ext cx="115729" cy="115729"/>
          </a:xfrm>
          <a:prstGeom prst="rect">
            <a:avLst/>
          </a:prstGeom>
          <a:solidFill>
            <a:srgbClr val="294D6A"/>
          </a:solidFill>
          <a:ln w="8358">
            <a:solidFill>
              <a:srgbClr val="FFFFFF"/>
            </a:solidFill>
            <a:prstDash val="solid"/>
          </a:ln>
        </p:spPr>
      </p:sp>
      <p:sp>
        <p:nvSpPr>
          <p:cNvPr id="244" name="similarity-0-1"/>
          <p:cNvSpPr>
            <a:spLocks noGrp="1"/>
          </p:cNvSpPr>
          <p:nvPr/>
        </p:nvSpPr>
        <p:spPr>
          <a:xfrm>
            <a:off x="7211378" y="7770971"/>
            <a:ext cx="115729" cy="115729"/>
          </a:xfrm>
          <a:prstGeom prst="rect">
            <a:avLst/>
          </a:prstGeom>
          <a:solidFill>
            <a:srgbClr val="E9F0F5"/>
          </a:solidFill>
          <a:ln w="8358">
            <a:solidFill>
              <a:srgbClr val="FFFFFF"/>
            </a:solidFill>
            <a:prstDash val="solid"/>
          </a:ln>
        </p:spPr>
      </p:sp>
      <p:sp>
        <p:nvSpPr>
          <p:cNvPr id="245" name="similarity-0-2"/>
          <p:cNvSpPr>
            <a:spLocks noGrp="1"/>
          </p:cNvSpPr>
          <p:nvPr/>
        </p:nvSpPr>
        <p:spPr>
          <a:xfrm>
            <a:off x="7327106" y="7770971"/>
            <a:ext cx="115729" cy="115729"/>
          </a:xfrm>
          <a:prstGeom prst="rect">
            <a:avLst/>
          </a:prstGeom>
          <a:solidFill>
            <a:srgbClr val="E9F0F5"/>
          </a:solidFill>
          <a:ln w="8358">
            <a:solidFill>
              <a:srgbClr val="FFFFFF"/>
            </a:solidFill>
            <a:prstDash val="solid"/>
          </a:ln>
        </p:spPr>
      </p:sp>
      <p:sp>
        <p:nvSpPr>
          <p:cNvPr id="246" name="similarity-0-3"/>
          <p:cNvSpPr>
            <a:spLocks noGrp="1"/>
          </p:cNvSpPr>
          <p:nvPr/>
        </p:nvSpPr>
        <p:spPr>
          <a:xfrm>
            <a:off x="7442835" y="7770971"/>
            <a:ext cx="115729" cy="115729"/>
          </a:xfrm>
          <a:prstGeom prst="rect">
            <a:avLst/>
          </a:prstGeom>
          <a:solidFill>
            <a:srgbClr val="E9F0F5"/>
          </a:solidFill>
          <a:ln w="8358">
            <a:solidFill>
              <a:srgbClr val="FFFFFF"/>
            </a:solidFill>
            <a:prstDash val="solid"/>
          </a:ln>
        </p:spPr>
      </p:sp>
      <p:sp>
        <p:nvSpPr>
          <p:cNvPr id="247" name="similarity-0-4"/>
          <p:cNvSpPr>
            <a:spLocks noGrp="1"/>
          </p:cNvSpPr>
          <p:nvPr/>
        </p:nvSpPr>
        <p:spPr>
          <a:xfrm>
            <a:off x="7558564" y="7770971"/>
            <a:ext cx="115729" cy="115729"/>
          </a:xfrm>
          <a:prstGeom prst="rect">
            <a:avLst/>
          </a:prstGeom>
          <a:solidFill>
            <a:srgbClr val="547A98"/>
          </a:solidFill>
          <a:ln w="8358">
            <a:solidFill>
              <a:srgbClr val="FFFFFF"/>
            </a:solidFill>
            <a:prstDash val="solid"/>
          </a:ln>
        </p:spPr>
      </p:sp>
      <p:sp>
        <p:nvSpPr>
          <p:cNvPr id="248" name="similarity-1-0"/>
          <p:cNvSpPr>
            <a:spLocks noGrp="1"/>
          </p:cNvSpPr>
          <p:nvPr/>
        </p:nvSpPr>
        <p:spPr>
          <a:xfrm>
            <a:off x="7095649" y="7886700"/>
            <a:ext cx="115729" cy="115729"/>
          </a:xfrm>
          <a:prstGeom prst="rect">
            <a:avLst/>
          </a:prstGeom>
          <a:solidFill>
            <a:srgbClr val="E9F0F5"/>
          </a:solidFill>
          <a:ln w="8358">
            <a:solidFill>
              <a:srgbClr val="FFFFFF"/>
            </a:solidFill>
            <a:prstDash val="solid"/>
          </a:ln>
        </p:spPr>
      </p:sp>
      <p:sp>
        <p:nvSpPr>
          <p:cNvPr id="249" name="similarity-1-1"/>
          <p:cNvSpPr>
            <a:spLocks noGrp="1"/>
          </p:cNvSpPr>
          <p:nvPr/>
        </p:nvSpPr>
        <p:spPr>
          <a:xfrm>
            <a:off x="7211378" y="7886700"/>
            <a:ext cx="115729" cy="115729"/>
          </a:xfrm>
          <a:prstGeom prst="rect">
            <a:avLst/>
          </a:prstGeom>
          <a:solidFill>
            <a:srgbClr val="294D6A"/>
          </a:solidFill>
          <a:ln w="8358">
            <a:solidFill>
              <a:srgbClr val="FFFFFF"/>
            </a:solidFill>
            <a:prstDash val="solid"/>
          </a:ln>
        </p:spPr>
      </p:sp>
      <p:sp>
        <p:nvSpPr>
          <p:cNvPr id="250" name="similarity-1-2"/>
          <p:cNvSpPr>
            <a:spLocks noGrp="1"/>
          </p:cNvSpPr>
          <p:nvPr/>
        </p:nvSpPr>
        <p:spPr>
          <a:xfrm>
            <a:off x="7327106" y="7886700"/>
            <a:ext cx="115729" cy="115729"/>
          </a:xfrm>
          <a:prstGeom prst="rect">
            <a:avLst/>
          </a:prstGeom>
          <a:solidFill>
            <a:srgbClr val="E9F0F5"/>
          </a:solidFill>
          <a:ln w="8358">
            <a:solidFill>
              <a:srgbClr val="FFFFFF"/>
            </a:solidFill>
            <a:prstDash val="solid"/>
          </a:ln>
        </p:spPr>
      </p:sp>
      <p:sp>
        <p:nvSpPr>
          <p:cNvPr id="251" name="similarity-1-3"/>
          <p:cNvSpPr>
            <a:spLocks noGrp="1"/>
          </p:cNvSpPr>
          <p:nvPr/>
        </p:nvSpPr>
        <p:spPr>
          <a:xfrm>
            <a:off x="7442835" y="7886700"/>
            <a:ext cx="115729" cy="115729"/>
          </a:xfrm>
          <a:prstGeom prst="rect">
            <a:avLst/>
          </a:prstGeom>
          <a:solidFill>
            <a:srgbClr val="547A98"/>
          </a:solidFill>
          <a:ln w="8358">
            <a:solidFill>
              <a:srgbClr val="FFFFFF"/>
            </a:solidFill>
            <a:prstDash val="solid"/>
          </a:ln>
        </p:spPr>
      </p:sp>
      <p:sp>
        <p:nvSpPr>
          <p:cNvPr id="252" name="similarity-1-4"/>
          <p:cNvSpPr>
            <a:spLocks noGrp="1"/>
          </p:cNvSpPr>
          <p:nvPr/>
        </p:nvSpPr>
        <p:spPr>
          <a:xfrm>
            <a:off x="7558564" y="7886700"/>
            <a:ext cx="115729" cy="115729"/>
          </a:xfrm>
          <a:prstGeom prst="rect">
            <a:avLst/>
          </a:prstGeom>
          <a:solidFill>
            <a:srgbClr val="E9F0F5"/>
          </a:solidFill>
          <a:ln w="8358">
            <a:solidFill>
              <a:srgbClr val="FFFFFF"/>
            </a:solidFill>
            <a:prstDash val="solid"/>
          </a:ln>
        </p:spPr>
      </p:sp>
      <p:sp>
        <p:nvSpPr>
          <p:cNvPr id="253" name="similarity-2-0"/>
          <p:cNvSpPr>
            <a:spLocks noGrp="1"/>
          </p:cNvSpPr>
          <p:nvPr/>
        </p:nvSpPr>
        <p:spPr>
          <a:xfrm>
            <a:off x="7095649" y="8002429"/>
            <a:ext cx="115729" cy="115729"/>
          </a:xfrm>
          <a:prstGeom prst="rect">
            <a:avLst/>
          </a:prstGeom>
          <a:solidFill>
            <a:srgbClr val="E9F0F5"/>
          </a:solidFill>
          <a:ln w="8358">
            <a:solidFill>
              <a:srgbClr val="FFFFFF"/>
            </a:solidFill>
            <a:prstDash val="solid"/>
          </a:ln>
        </p:spPr>
      </p:sp>
      <p:sp>
        <p:nvSpPr>
          <p:cNvPr id="254" name="similarity-2-1"/>
          <p:cNvSpPr>
            <a:spLocks noGrp="1"/>
          </p:cNvSpPr>
          <p:nvPr/>
        </p:nvSpPr>
        <p:spPr>
          <a:xfrm>
            <a:off x="7211378" y="8002429"/>
            <a:ext cx="115729" cy="115729"/>
          </a:xfrm>
          <a:prstGeom prst="rect">
            <a:avLst/>
          </a:prstGeom>
          <a:solidFill>
            <a:srgbClr val="E9F0F5"/>
          </a:solidFill>
          <a:ln w="8358">
            <a:solidFill>
              <a:srgbClr val="FFFFFF"/>
            </a:solidFill>
            <a:prstDash val="solid"/>
          </a:ln>
        </p:spPr>
      </p:sp>
      <p:sp>
        <p:nvSpPr>
          <p:cNvPr id="255" name="similarity-2-2"/>
          <p:cNvSpPr>
            <a:spLocks noGrp="1"/>
          </p:cNvSpPr>
          <p:nvPr/>
        </p:nvSpPr>
        <p:spPr>
          <a:xfrm>
            <a:off x="7327106" y="8002429"/>
            <a:ext cx="115729" cy="115729"/>
          </a:xfrm>
          <a:prstGeom prst="rect">
            <a:avLst/>
          </a:prstGeom>
          <a:solidFill>
            <a:srgbClr val="294D6A"/>
          </a:solidFill>
          <a:ln w="8358">
            <a:solidFill>
              <a:srgbClr val="FFFFFF"/>
            </a:solidFill>
            <a:prstDash val="solid"/>
          </a:ln>
        </p:spPr>
      </p:sp>
      <p:sp>
        <p:nvSpPr>
          <p:cNvPr id="256" name="similarity-2-3"/>
          <p:cNvSpPr>
            <a:spLocks noGrp="1"/>
          </p:cNvSpPr>
          <p:nvPr/>
        </p:nvSpPr>
        <p:spPr>
          <a:xfrm>
            <a:off x="7442835" y="8002429"/>
            <a:ext cx="115729" cy="115729"/>
          </a:xfrm>
          <a:prstGeom prst="rect">
            <a:avLst/>
          </a:prstGeom>
          <a:solidFill>
            <a:srgbClr val="E9F0F5"/>
          </a:solidFill>
          <a:ln w="8358">
            <a:solidFill>
              <a:srgbClr val="FFFFFF"/>
            </a:solidFill>
            <a:prstDash val="solid"/>
          </a:ln>
        </p:spPr>
      </p:sp>
      <p:sp>
        <p:nvSpPr>
          <p:cNvPr id="257" name="similarity-2-4"/>
          <p:cNvSpPr>
            <a:spLocks noGrp="1"/>
          </p:cNvSpPr>
          <p:nvPr/>
        </p:nvSpPr>
        <p:spPr>
          <a:xfrm>
            <a:off x="7558564" y="8002429"/>
            <a:ext cx="115729" cy="115729"/>
          </a:xfrm>
          <a:prstGeom prst="rect">
            <a:avLst/>
          </a:prstGeom>
          <a:solidFill>
            <a:srgbClr val="E9F0F5"/>
          </a:solidFill>
          <a:ln w="8358">
            <a:solidFill>
              <a:srgbClr val="FFFFFF"/>
            </a:solidFill>
            <a:prstDash val="solid"/>
          </a:ln>
        </p:spPr>
      </p:sp>
      <p:sp>
        <p:nvSpPr>
          <p:cNvPr id="258" name="similarity-3-0"/>
          <p:cNvSpPr>
            <a:spLocks noGrp="1"/>
          </p:cNvSpPr>
          <p:nvPr/>
        </p:nvSpPr>
        <p:spPr>
          <a:xfrm>
            <a:off x="7095649" y="8118158"/>
            <a:ext cx="115729" cy="115729"/>
          </a:xfrm>
          <a:prstGeom prst="rect">
            <a:avLst/>
          </a:prstGeom>
          <a:solidFill>
            <a:srgbClr val="E9F0F5"/>
          </a:solidFill>
          <a:ln w="8358">
            <a:solidFill>
              <a:srgbClr val="FFFFFF"/>
            </a:solidFill>
            <a:prstDash val="solid"/>
          </a:ln>
        </p:spPr>
      </p:sp>
      <p:sp>
        <p:nvSpPr>
          <p:cNvPr id="259" name="similarity-3-1"/>
          <p:cNvSpPr>
            <a:spLocks noGrp="1"/>
          </p:cNvSpPr>
          <p:nvPr/>
        </p:nvSpPr>
        <p:spPr>
          <a:xfrm>
            <a:off x="7211378" y="8118158"/>
            <a:ext cx="115729" cy="115729"/>
          </a:xfrm>
          <a:prstGeom prst="rect">
            <a:avLst/>
          </a:prstGeom>
          <a:solidFill>
            <a:srgbClr val="547A98"/>
          </a:solidFill>
          <a:ln w="8358">
            <a:solidFill>
              <a:srgbClr val="FFFFFF"/>
            </a:solidFill>
            <a:prstDash val="solid"/>
          </a:ln>
        </p:spPr>
      </p:sp>
      <p:sp>
        <p:nvSpPr>
          <p:cNvPr id="260" name="similarity-3-2"/>
          <p:cNvSpPr>
            <a:spLocks noGrp="1"/>
          </p:cNvSpPr>
          <p:nvPr/>
        </p:nvSpPr>
        <p:spPr>
          <a:xfrm>
            <a:off x="7327106" y="8118158"/>
            <a:ext cx="115729" cy="115729"/>
          </a:xfrm>
          <a:prstGeom prst="rect">
            <a:avLst/>
          </a:prstGeom>
          <a:solidFill>
            <a:srgbClr val="E9F0F5"/>
          </a:solidFill>
          <a:ln w="8358">
            <a:solidFill>
              <a:srgbClr val="FFFFFF"/>
            </a:solidFill>
            <a:prstDash val="solid"/>
          </a:ln>
        </p:spPr>
      </p:sp>
      <p:sp>
        <p:nvSpPr>
          <p:cNvPr id="261" name="similarity-3-3"/>
          <p:cNvSpPr>
            <a:spLocks noGrp="1"/>
          </p:cNvSpPr>
          <p:nvPr/>
        </p:nvSpPr>
        <p:spPr>
          <a:xfrm>
            <a:off x="7442835" y="8118158"/>
            <a:ext cx="115729" cy="115729"/>
          </a:xfrm>
          <a:prstGeom prst="rect">
            <a:avLst/>
          </a:prstGeom>
          <a:solidFill>
            <a:srgbClr val="294D6A"/>
          </a:solidFill>
          <a:ln w="8358">
            <a:solidFill>
              <a:srgbClr val="FFFFFF"/>
            </a:solidFill>
            <a:prstDash val="solid"/>
          </a:ln>
        </p:spPr>
      </p:sp>
      <p:sp>
        <p:nvSpPr>
          <p:cNvPr id="262" name="similarity-3-4"/>
          <p:cNvSpPr>
            <a:spLocks noGrp="1"/>
          </p:cNvSpPr>
          <p:nvPr/>
        </p:nvSpPr>
        <p:spPr>
          <a:xfrm>
            <a:off x="7558564" y="8118158"/>
            <a:ext cx="115729" cy="115729"/>
          </a:xfrm>
          <a:prstGeom prst="rect">
            <a:avLst/>
          </a:prstGeom>
          <a:solidFill>
            <a:srgbClr val="E9F0F5"/>
          </a:solidFill>
          <a:ln w="8358">
            <a:solidFill>
              <a:srgbClr val="FFFFFF"/>
            </a:solidFill>
            <a:prstDash val="solid"/>
          </a:ln>
        </p:spPr>
      </p:sp>
      <p:sp>
        <p:nvSpPr>
          <p:cNvPr id="263" name="similarity-4-0"/>
          <p:cNvSpPr>
            <a:spLocks noGrp="1"/>
          </p:cNvSpPr>
          <p:nvPr/>
        </p:nvSpPr>
        <p:spPr>
          <a:xfrm>
            <a:off x="7095649" y="8233886"/>
            <a:ext cx="115729" cy="115729"/>
          </a:xfrm>
          <a:prstGeom prst="rect">
            <a:avLst/>
          </a:prstGeom>
          <a:solidFill>
            <a:srgbClr val="547A98"/>
          </a:solidFill>
          <a:ln w="8358">
            <a:solidFill>
              <a:srgbClr val="FFFFFF"/>
            </a:solidFill>
            <a:prstDash val="solid"/>
          </a:ln>
        </p:spPr>
      </p:sp>
      <p:sp>
        <p:nvSpPr>
          <p:cNvPr id="264" name="similarity-4-1"/>
          <p:cNvSpPr>
            <a:spLocks noGrp="1"/>
          </p:cNvSpPr>
          <p:nvPr/>
        </p:nvSpPr>
        <p:spPr>
          <a:xfrm>
            <a:off x="7211378" y="8233886"/>
            <a:ext cx="115729" cy="115729"/>
          </a:xfrm>
          <a:prstGeom prst="rect">
            <a:avLst/>
          </a:prstGeom>
          <a:solidFill>
            <a:srgbClr val="E9F0F5"/>
          </a:solidFill>
          <a:ln w="8358">
            <a:solidFill>
              <a:srgbClr val="FFFFFF"/>
            </a:solidFill>
            <a:prstDash val="solid"/>
          </a:ln>
        </p:spPr>
      </p:sp>
      <p:sp>
        <p:nvSpPr>
          <p:cNvPr id="265" name="similarity-4-2"/>
          <p:cNvSpPr>
            <a:spLocks noGrp="1"/>
          </p:cNvSpPr>
          <p:nvPr/>
        </p:nvSpPr>
        <p:spPr>
          <a:xfrm>
            <a:off x="7327106" y="8233886"/>
            <a:ext cx="115729" cy="115729"/>
          </a:xfrm>
          <a:prstGeom prst="rect">
            <a:avLst/>
          </a:prstGeom>
          <a:solidFill>
            <a:srgbClr val="E9F0F5"/>
          </a:solidFill>
          <a:ln w="8358">
            <a:solidFill>
              <a:srgbClr val="FFFFFF"/>
            </a:solidFill>
            <a:prstDash val="solid"/>
          </a:ln>
        </p:spPr>
      </p:sp>
      <p:sp>
        <p:nvSpPr>
          <p:cNvPr id="266" name="similarity-4-3"/>
          <p:cNvSpPr>
            <a:spLocks noGrp="1"/>
          </p:cNvSpPr>
          <p:nvPr/>
        </p:nvSpPr>
        <p:spPr>
          <a:xfrm>
            <a:off x="7442835" y="8233886"/>
            <a:ext cx="115729" cy="115729"/>
          </a:xfrm>
          <a:prstGeom prst="rect">
            <a:avLst/>
          </a:prstGeom>
          <a:solidFill>
            <a:srgbClr val="E9F0F5"/>
          </a:solidFill>
          <a:ln w="8358">
            <a:solidFill>
              <a:srgbClr val="FFFFFF"/>
            </a:solidFill>
            <a:prstDash val="solid"/>
          </a:ln>
        </p:spPr>
      </p:sp>
      <p:sp>
        <p:nvSpPr>
          <p:cNvPr id="267" name="similarity-4-4"/>
          <p:cNvSpPr>
            <a:spLocks noGrp="1"/>
          </p:cNvSpPr>
          <p:nvPr/>
        </p:nvSpPr>
        <p:spPr>
          <a:xfrm>
            <a:off x="7558564" y="8233886"/>
            <a:ext cx="115729" cy="115729"/>
          </a:xfrm>
          <a:prstGeom prst="rect">
            <a:avLst/>
          </a:prstGeom>
          <a:solidFill>
            <a:srgbClr val="294D6A"/>
          </a:solidFill>
          <a:ln w="8358">
            <a:solidFill>
              <a:srgbClr val="FFFFFF"/>
            </a:solidFill>
            <a:prstDash val="solid"/>
          </a:ln>
        </p:spPr>
      </p:sp>
      <p:sp>
        <p:nvSpPr>
          <p:cNvPr id="268" name="shape-77"/>
          <p:cNvSpPr>
            <a:spLocks noGrp="1"/>
          </p:cNvSpPr>
          <p:nvPr/>
        </p:nvSpPr>
        <p:spPr>
          <a:xfrm>
            <a:off x="7095649" y="7770971"/>
            <a:ext cx="578644" cy="578644"/>
          </a:xfrm>
          <a:prstGeom prst="rect">
            <a:avLst/>
          </a:prstGeom>
          <a:noFill/>
          <a:ln w="7715">
            <a:solidFill>
              <a:srgbClr val="536779"/>
            </a:solidFill>
            <a:prstDash val="solid"/>
          </a:ln>
        </p:spPr>
      </p:sp>
      <p:sp>
        <p:nvSpPr>
          <p:cNvPr id="269" name="line-78"/>
          <p:cNvSpPr>
            <a:spLocks noGrp="1"/>
          </p:cNvSpPr>
          <p:nvPr/>
        </p:nvSpPr>
        <p:spPr>
          <a:xfrm>
            <a:off x="8201501" y="7822406"/>
            <a:ext cx="167164" cy="192881"/>
          </a:xfrm>
          <a:custGeom>
            <a:avLst/>
            <a:gdLst/>
            <a:ahLst/>
            <a:cxnLst/>
            <a:pathLst>
              <a:path w="123825" h="142875">
                <a:moveTo>
                  <a:pt x="123825" y="142875"/>
                </a:moveTo>
                <a:lnTo>
                  <a:pt x="0" y="0"/>
                </a:lnTo>
              </a:path>
            </a:pathLst>
          </a:custGeom>
          <a:noFill/>
          <a:ln w="12859">
            <a:solidFill>
              <a:srgbClr val="8BA3B4"/>
            </a:solidFill>
            <a:prstDash val="solid"/>
          </a:ln>
        </p:spPr>
      </p:sp>
      <p:sp>
        <p:nvSpPr>
          <p:cNvPr id="270" name="line-79"/>
          <p:cNvSpPr>
            <a:spLocks noGrp="1"/>
          </p:cNvSpPr>
          <p:nvPr/>
        </p:nvSpPr>
        <p:spPr>
          <a:xfrm>
            <a:off x="8368665" y="7835265"/>
            <a:ext cx="347186" cy="180023"/>
          </a:xfrm>
          <a:custGeom>
            <a:avLst/>
            <a:gdLst/>
            <a:ahLst/>
            <a:cxnLst/>
            <a:pathLst>
              <a:path w="257175" h="133350">
                <a:moveTo>
                  <a:pt x="0" y="133350"/>
                </a:moveTo>
                <a:lnTo>
                  <a:pt x="257175" y="0"/>
                </a:lnTo>
              </a:path>
            </a:pathLst>
          </a:custGeom>
          <a:noFill/>
          <a:ln w="12859">
            <a:solidFill>
              <a:srgbClr val="8BA3B4"/>
            </a:solidFill>
            <a:prstDash val="solid"/>
          </a:ln>
        </p:spPr>
      </p:sp>
      <p:sp>
        <p:nvSpPr>
          <p:cNvPr id="271" name="line-80"/>
          <p:cNvSpPr>
            <a:spLocks noGrp="1"/>
          </p:cNvSpPr>
          <p:nvPr/>
        </p:nvSpPr>
        <p:spPr>
          <a:xfrm>
            <a:off x="8368665" y="8015288"/>
            <a:ext cx="180023" cy="205740"/>
          </a:xfrm>
          <a:custGeom>
            <a:avLst/>
            <a:gdLst/>
            <a:ahLst/>
            <a:cxnLst/>
            <a:pathLst>
              <a:path w="133350" h="152400">
                <a:moveTo>
                  <a:pt x="0" y="0"/>
                </a:moveTo>
                <a:lnTo>
                  <a:pt x="133350" y="152400"/>
                </a:lnTo>
              </a:path>
            </a:pathLst>
          </a:custGeom>
          <a:noFill/>
          <a:ln w="12859">
            <a:solidFill>
              <a:srgbClr val="8BA3B4"/>
            </a:solidFill>
            <a:prstDash val="solid"/>
          </a:ln>
        </p:spPr>
      </p:sp>
      <p:sp>
        <p:nvSpPr>
          <p:cNvPr id="272" name="resource node"/>
          <p:cNvSpPr>
            <a:spLocks noGrp="1"/>
          </p:cNvSpPr>
          <p:nvPr/>
        </p:nvSpPr>
        <p:spPr>
          <a:xfrm>
            <a:off x="8141066" y="7761971"/>
            <a:ext cx="120872" cy="120872"/>
          </a:xfrm>
          <a:prstGeom prst="ellipse">
            <a:avLst/>
          </a:prstGeom>
          <a:solidFill>
            <a:srgbClr val="FFFFFF"/>
          </a:solidFill>
          <a:ln w="22322">
            <a:solidFill>
              <a:srgbClr val="315B79"/>
            </a:solidFill>
          </a:ln>
        </p:spPr>
      </p:sp>
      <p:sp>
        <p:nvSpPr>
          <p:cNvPr id="273" name="resource node"/>
          <p:cNvSpPr>
            <a:spLocks noGrp="1"/>
          </p:cNvSpPr>
          <p:nvPr/>
        </p:nvSpPr>
        <p:spPr>
          <a:xfrm>
            <a:off x="8655416" y="7774830"/>
            <a:ext cx="120872" cy="120872"/>
          </a:xfrm>
          <a:prstGeom prst="ellipse">
            <a:avLst/>
          </a:prstGeom>
          <a:solidFill>
            <a:srgbClr val="FFFFFF"/>
          </a:solidFill>
          <a:ln w="22322">
            <a:solidFill>
              <a:srgbClr val="315B79"/>
            </a:solidFill>
          </a:ln>
        </p:spPr>
      </p:sp>
      <p:sp>
        <p:nvSpPr>
          <p:cNvPr id="274" name="resource node"/>
          <p:cNvSpPr>
            <a:spLocks noGrp="1"/>
          </p:cNvSpPr>
          <p:nvPr/>
        </p:nvSpPr>
        <p:spPr>
          <a:xfrm>
            <a:off x="8488252" y="8160592"/>
            <a:ext cx="120872" cy="120872"/>
          </a:xfrm>
          <a:prstGeom prst="ellipse">
            <a:avLst/>
          </a:prstGeom>
          <a:solidFill>
            <a:srgbClr val="FFFFFF"/>
          </a:solidFill>
          <a:ln w="22322">
            <a:solidFill>
              <a:srgbClr val="315B79"/>
            </a:solidFill>
          </a:ln>
        </p:spPr>
      </p:sp>
      <p:sp>
        <p:nvSpPr>
          <p:cNvPr id="275" name="resource node"/>
          <p:cNvSpPr>
            <a:spLocks noGrp="1"/>
          </p:cNvSpPr>
          <p:nvPr/>
        </p:nvSpPr>
        <p:spPr>
          <a:xfrm>
            <a:off x="8291513" y="7938135"/>
            <a:ext cx="154305" cy="154305"/>
          </a:xfrm>
          <a:prstGeom prst="ellipse">
            <a:avLst/>
          </a:prstGeom>
          <a:solidFill>
            <a:srgbClr val="315B79"/>
          </a:solidFill>
          <a:ln w="22322">
            <a:solidFill>
              <a:srgbClr val="315B79"/>
            </a:solidFill>
          </a:ln>
        </p:spPr>
      </p:sp>
      <p:sp>
        <p:nvSpPr>
          <p:cNvPr id="276" name="4 heads"/>
          <p:cNvSpPr>
            <a:spLocks noGrp="1"/>
          </p:cNvSpPr>
          <p:nvPr/>
        </p:nvSpPr>
        <p:spPr>
          <a:xfrm>
            <a:off x="1849279" y="8298180"/>
            <a:ext cx="1928813" cy="295751"/>
          </a:xfrm>
          <a:prstGeom prst="rect">
            <a:avLst/>
          </a:prstGeom>
          <a:noFill/>
          <a:ln w="0">
            <a:noFill/>
          </a:ln>
        </p:spPr>
        <p:txBody>
          <a:bodyPr wrap="none" lIns="0" tIns="0" rIns="0" bIns="0" anchor="ctr">
            <a:noAutofit/>
          </a:bodyPr>
          <a:lstStyle>
            <a:defPPr algn="ctr">
              <a:defRPr sz="2152" b="0" i="0">
                <a:solidFill>
                  <a:srgbClr val="1B1B1B"/>
                </a:solidFill>
                <a:latin typeface="Times New Roman" panose="02020503050405090304"/>
                <a:ea typeface="Times New Roman" panose="02020503050405090304"/>
                <a:cs typeface="Times New Roman" panose="02020503050405090304"/>
              </a:defRPr>
            </a:defPPr>
          </a:lstStyle>
          <a:p>
            <a:pPr algn="ctr">
              <a:defRPr sz="2152" b="0" i="0">
                <a:solidFill>
                  <a:srgbClr val="1B1B1B"/>
                </a:solidFill>
                <a:latin typeface="Times New Roman" panose="02020503050405090304"/>
                <a:ea typeface="Times New Roman" panose="02020503050405090304"/>
                <a:cs typeface="Times New Roman" panose="02020503050405090304"/>
              </a:defRPr>
            </a:pPr>
            <a:r>
              <a:rPr sz="2152" b="0" i="0">
                <a:solidFill>
                  <a:srgbClr val="1B1B1B"/>
                </a:solidFill>
                <a:latin typeface="Times New Roman" panose="02020503050405090304"/>
                <a:ea typeface="Times New Roman" panose="02020503050405090304"/>
                <a:cs typeface="Times New Roman" panose="02020503050405090304"/>
              </a:rPr>
              <a:t>4 heads</a:t>
            </a:r>
            <a:endParaRPr sz="2152" b="0" i="0">
              <a:solidFill>
                <a:srgbClr val="1B1B1B"/>
              </a:solidFill>
              <a:latin typeface="Times New Roman" panose="02020503050405090304"/>
              <a:ea typeface="Times New Roman" panose="02020503050405090304"/>
              <a:cs typeface="Times New Roman" panose="02020503050405090304"/>
            </a:endParaRPr>
          </a:p>
        </p:txBody>
      </p:sp>
      <p:sp>
        <p:nvSpPr>
          <p:cNvPr id="277" name="2 heads, Mᴳ"/>
          <p:cNvSpPr>
            <a:spLocks noGrp="1"/>
          </p:cNvSpPr>
          <p:nvPr/>
        </p:nvSpPr>
        <p:spPr>
          <a:xfrm>
            <a:off x="4395311" y="8298180"/>
            <a:ext cx="1928813" cy="295751"/>
          </a:xfrm>
          <a:prstGeom prst="rect">
            <a:avLst/>
          </a:prstGeom>
          <a:noFill/>
          <a:ln w="0">
            <a:noFill/>
          </a:ln>
        </p:spPr>
        <p:txBody>
          <a:bodyPr wrap="none" lIns="0" tIns="0" rIns="0" bIns="0" anchor="ctr">
            <a:noAutofit/>
          </a:bodyPr>
          <a:lstStyle>
            <a:defPPr algn="ctr">
              <a:defRPr sz="2152" b="0" i="0">
                <a:solidFill>
                  <a:srgbClr val="315F46"/>
                </a:solidFill>
                <a:latin typeface="Times New Roman" panose="02020503050405090304"/>
                <a:ea typeface="Times New Roman" panose="02020503050405090304"/>
                <a:cs typeface="Times New Roman" panose="02020503050405090304"/>
              </a:defRPr>
            </a:defPPr>
          </a:lstStyle>
          <a:p>
            <a:pPr algn="ctr">
              <a:defRPr sz="2152" b="0" i="0">
                <a:solidFill>
                  <a:srgbClr val="315F46"/>
                </a:solidFill>
                <a:latin typeface="Times New Roman" panose="02020503050405090304"/>
                <a:ea typeface="Times New Roman" panose="02020503050405090304"/>
                <a:cs typeface="Times New Roman" panose="02020503050405090304"/>
              </a:defRPr>
            </a:pPr>
            <a:r>
              <a:rPr sz="2152" b="0" i="0">
                <a:solidFill>
                  <a:srgbClr val="315F46"/>
                </a:solidFill>
                <a:latin typeface="Times New Roman" panose="02020503050405090304"/>
                <a:ea typeface="Times New Roman" panose="02020503050405090304"/>
                <a:cs typeface="Times New Roman" panose="02020503050405090304"/>
              </a:rPr>
              <a:t>2 heads, Mᴳ</a:t>
            </a:r>
            <a:endParaRPr sz="2152" b="0" i="0">
              <a:solidFill>
                <a:srgbClr val="315F46"/>
              </a:solidFill>
              <a:latin typeface="Times New Roman" panose="02020503050405090304"/>
              <a:ea typeface="Times New Roman" panose="02020503050405090304"/>
              <a:cs typeface="Times New Roman" panose="02020503050405090304"/>
            </a:endParaRPr>
          </a:p>
        </p:txBody>
      </p:sp>
      <p:sp>
        <p:nvSpPr>
          <p:cNvPr id="278" name="2 heads, Mˢ"/>
          <p:cNvSpPr>
            <a:spLocks noGrp="1"/>
          </p:cNvSpPr>
          <p:nvPr/>
        </p:nvSpPr>
        <p:spPr>
          <a:xfrm>
            <a:off x="6941344" y="8298180"/>
            <a:ext cx="1928813" cy="295751"/>
          </a:xfrm>
          <a:prstGeom prst="rect">
            <a:avLst/>
          </a:prstGeom>
          <a:noFill/>
          <a:ln w="0">
            <a:noFill/>
          </a:ln>
        </p:spPr>
        <p:txBody>
          <a:bodyPr wrap="none" lIns="0" tIns="0" rIns="0" bIns="0" anchor="ctr">
            <a:noAutofit/>
          </a:bodyPr>
          <a:lstStyle>
            <a:defPPr algn="ctr">
              <a:defRPr sz="2152" b="0" i="0">
                <a:solidFill>
                  <a:srgbClr val="1B1B1B"/>
                </a:solidFill>
                <a:latin typeface="Times New Roman" panose="02020503050405090304"/>
                <a:ea typeface="Times New Roman" panose="02020503050405090304"/>
                <a:cs typeface="Times New Roman" panose="02020503050405090304"/>
              </a:defRPr>
            </a:defPPr>
          </a:lstStyle>
          <a:p>
            <a:pPr algn="ctr">
              <a:defRPr sz="2152" b="0" i="0">
                <a:solidFill>
                  <a:srgbClr val="1B1B1B"/>
                </a:solidFill>
                <a:latin typeface="Times New Roman" panose="02020503050405090304"/>
                <a:ea typeface="Times New Roman" panose="02020503050405090304"/>
                <a:cs typeface="Times New Roman" panose="02020503050405090304"/>
              </a:defRPr>
            </a:pPr>
            <a:r>
              <a:rPr sz="2152" b="0" i="0">
                <a:solidFill>
                  <a:srgbClr val="1B1B1B"/>
                </a:solidFill>
                <a:latin typeface="Times New Roman" panose="02020503050405090304"/>
                <a:ea typeface="Times New Roman" panose="02020503050405090304"/>
                <a:cs typeface="Times New Roman" panose="02020503050405090304"/>
              </a:rPr>
              <a:t>2 heads, Mˢ</a:t>
            </a:r>
            <a:endParaRPr sz="2152" b="0" i="0">
              <a:solidFill>
                <a:srgbClr val="1B1B1B"/>
              </a:solidFill>
              <a:latin typeface="Times New Roman" panose="02020503050405090304"/>
              <a:ea typeface="Times New Roman" panose="02020503050405090304"/>
              <a:cs typeface="Times New Roman" panose="02020503050405090304"/>
            </a:endParaRPr>
          </a:p>
        </p:txBody>
      </p:sp>
      <p:sp>
        <p:nvSpPr>
          <p:cNvPr id="279" name="line-81"/>
          <p:cNvSpPr>
            <a:spLocks noGrp="1"/>
          </p:cNvSpPr>
          <p:nvPr/>
        </p:nvSpPr>
        <p:spPr>
          <a:xfrm>
            <a:off x="2813685" y="8863965"/>
            <a:ext cx="5092065" cy="128"/>
          </a:xfrm>
          <a:custGeom>
            <a:avLst/>
            <a:gdLst/>
            <a:ahLst/>
            <a:cxnLst/>
            <a:pathLst>
              <a:path w="3771900" h="95">
                <a:moveTo>
                  <a:pt x="0" y="0"/>
                </a:moveTo>
                <a:lnTo>
                  <a:pt x="3771900" y="0"/>
                </a:lnTo>
              </a:path>
            </a:pathLst>
          </a:custGeom>
          <a:noFill/>
          <a:ln w="30861">
            <a:solidFill>
              <a:srgbClr val="17202D"/>
            </a:solidFill>
            <a:prstDash val="solid"/>
          </a:ln>
        </p:spPr>
      </p:sp>
      <p:sp>
        <p:nvSpPr>
          <p:cNvPr id="280" name="line-82"/>
          <p:cNvSpPr>
            <a:spLocks noGrp="1"/>
          </p:cNvSpPr>
          <p:nvPr/>
        </p:nvSpPr>
        <p:spPr>
          <a:xfrm>
            <a:off x="5334000" y="8863965"/>
            <a:ext cx="128" cy="218599"/>
          </a:xfrm>
          <a:custGeom>
            <a:avLst/>
            <a:gdLst/>
            <a:ahLst/>
            <a:cxnLst/>
            <a:pathLst>
              <a:path w="95" h="161925">
                <a:moveTo>
                  <a:pt x="0" y="0"/>
                </a:moveTo>
                <a:lnTo>
                  <a:pt x="0" y="161925"/>
                </a:lnTo>
              </a:path>
            </a:pathLst>
          </a:custGeom>
          <a:noFill/>
          <a:ln w="30861">
            <a:solidFill>
              <a:srgbClr val="17202D"/>
            </a:solidFill>
            <a:prstDash val="solid"/>
          </a:ln>
        </p:spPr>
      </p:sp>
      <p:sp>
        <p:nvSpPr>
          <p:cNvPr id="281" name="line-83"/>
          <p:cNvSpPr>
            <a:spLocks noGrp="1"/>
          </p:cNvSpPr>
          <p:nvPr/>
        </p:nvSpPr>
        <p:spPr>
          <a:xfrm>
            <a:off x="5292435" y="9002725"/>
            <a:ext cx="41565" cy="79839"/>
          </a:xfrm>
          <a:custGeom>
            <a:avLst/>
            <a:gdLst/>
            <a:ahLst/>
            <a:cxnLst/>
            <a:pathLst>
              <a:path w="30789" h="59140">
                <a:moveTo>
                  <a:pt x="30789" y="59140"/>
                </a:moveTo>
                <a:lnTo>
                  <a:pt x="0" y="0"/>
                </a:lnTo>
              </a:path>
            </a:pathLst>
          </a:custGeom>
          <a:noFill/>
          <a:ln w="30861">
            <a:solidFill>
              <a:srgbClr val="17202D"/>
            </a:solidFill>
            <a:prstDash val="solid"/>
          </a:ln>
        </p:spPr>
      </p:sp>
      <p:sp>
        <p:nvSpPr>
          <p:cNvPr id="282" name="line-84"/>
          <p:cNvSpPr>
            <a:spLocks noGrp="1"/>
          </p:cNvSpPr>
          <p:nvPr/>
        </p:nvSpPr>
        <p:spPr>
          <a:xfrm>
            <a:off x="5334000" y="9002725"/>
            <a:ext cx="41565" cy="79839"/>
          </a:xfrm>
          <a:custGeom>
            <a:avLst/>
            <a:gdLst/>
            <a:ahLst/>
            <a:cxnLst/>
            <a:pathLst>
              <a:path w="30789" h="59140">
                <a:moveTo>
                  <a:pt x="0" y="59140"/>
                </a:moveTo>
                <a:lnTo>
                  <a:pt x="30789" y="0"/>
                </a:lnTo>
              </a:path>
            </a:pathLst>
          </a:custGeom>
          <a:noFill/>
          <a:ln w="30861">
            <a:solidFill>
              <a:srgbClr val="17202D"/>
            </a:solidFill>
            <a:prstDash val="solid"/>
          </a:ln>
        </p:spPr>
      </p:sp>
      <p:sp>
        <p:nvSpPr>
          <p:cNvPr id="283" name="Concat + Linear"/>
          <p:cNvSpPr>
            <a:spLocks noGrp="1"/>
          </p:cNvSpPr>
          <p:nvPr/>
        </p:nvSpPr>
        <p:spPr>
          <a:xfrm>
            <a:off x="3932396" y="9082564"/>
            <a:ext cx="2803208" cy="488633"/>
          </a:xfrm>
          <a:prstGeom prst="rect">
            <a:avLst/>
          </a:prstGeom>
          <a:solidFill>
            <a:srgbClr val="E7EBEF"/>
          </a:solidFill>
          <a:ln w="20729">
            <a:solidFill>
              <a:srgbClr val="5C636B"/>
            </a:solidFill>
            <a:prstDash val="solid"/>
          </a:ln>
        </p:spPr>
      </p:sp>
      <p:sp>
        <p:nvSpPr>
          <p:cNvPr id="284" name="Concat + Linear"/>
          <p:cNvSpPr>
            <a:spLocks noGrp="1"/>
          </p:cNvSpPr>
          <p:nvPr/>
        </p:nvSpPr>
        <p:spPr>
          <a:xfrm>
            <a:off x="3983831" y="9108281"/>
            <a:ext cx="2700338" cy="437198"/>
          </a:xfrm>
          <a:prstGeom prst="rect">
            <a:avLst/>
          </a:prstGeom>
          <a:noFill/>
          <a:ln w="0">
            <a:noFill/>
          </a:ln>
        </p:spPr>
        <p:txBody>
          <a:bodyPr wrap="none" lIns="0" tIns="0" rIns="0" bIns="0" anchor="ctr">
            <a:noAutofit/>
          </a:bodyPr>
          <a:lstStyle>
            <a:defPPr algn="ctr">
              <a:defRPr sz="2552" b="1" i="0">
                <a:solidFill>
                  <a:srgbClr val="1B1B1B"/>
                </a:solidFill>
                <a:latin typeface="Times New Roman" panose="02020503050405090304"/>
                <a:ea typeface="Times New Roman" panose="02020503050405090304"/>
                <a:cs typeface="Times New Roman" panose="02020503050405090304"/>
              </a:defRPr>
            </a:defPPr>
          </a:lstStyle>
          <a:p>
            <a:pPr algn="ctr">
              <a:defRPr sz="2552" b="1" i="0">
                <a:solidFill>
                  <a:srgbClr val="1B1B1B"/>
                </a:solidFill>
                <a:latin typeface="Times New Roman" panose="02020503050405090304"/>
                <a:ea typeface="Times New Roman" panose="02020503050405090304"/>
                <a:cs typeface="Times New Roman" panose="02020503050405090304"/>
              </a:defRPr>
            </a:pPr>
            <a:r>
              <a:rPr sz="2552" b="1" i="0">
                <a:solidFill>
                  <a:srgbClr val="1B1B1B"/>
                </a:solidFill>
                <a:latin typeface="Times New Roman" panose="02020503050405090304"/>
                <a:ea typeface="Times New Roman" panose="02020503050405090304"/>
                <a:cs typeface="Times New Roman" panose="02020503050405090304"/>
              </a:rPr>
              <a:t>Concat + Linear</a:t>
            </a:r>
            <a:endParaRPr sz="2552" b="1" i="0">
              <a:solidFill>
                <a:srgbClr val="1B1B1B"/>
              </a:solidFill>
              <a:latin typeface="Times New Roman" panose="02020503050405090304"/>
              <a:ea typeface="Times New Roman" panose="02020503050405090304"/>
              <a:cs typeface="Times New Roman" panose="02020503050405090304"/>
            </a:endParaRPr>
          </a:p>
        </p:txBody>
      </p:sp>
      <p:sp>
        <p:nvSpPr>
          <p:cNvPr id="285" name="line-85"/>
          <p:cNvSpPr>
            <a:spLocks noGrp="1"/>
          </p:cNvSpPr>
          <p:nvPr/>
        </p:nvSpPr>
        <p:spPr>
          <a:xfrm>
            <a:off x="5334000" y="9571196"/>
            <a:ext cx="128" cy="102870"/>
          </a:xfrm>
          <a:custGeom>
            <a:avLst/>
            <a:gdLst/>
            <a:ahLst/>
            <a:cxnLst/>
            <a:pathLst>
              <a:path w="95" h="76200">
                <a:moveTo>
                  <a:pt x="0" y="0"/>
                </a:moveTo>
                <a:lnTo>
                  <a:pt x="0" y="76200"/>
                </a:lnTo>
              </a:path>
            </a:pathLst>
          </a:custGeom>
          <a:noFill/>
          <a:ln w="30861">
            <a:solidFill>
              <a:srgbClr val="17202D"/>
            </a:solidFill>
            <a:prstDash val="solid"/>
          </a:ln>
        </p:spPr>
      </p:sp>
      <p:sp>
        <p:nvSpPr>
          <p:cNvPr id="286" name="line-86"/>
          <p:cNvSpPr>
            <a:spLocks noGrp="1"/>
          </p:cNvSpPr>
          <p:nvPr/>
        </p:nvSpPr>
        <p:spPr>
          <a:xfrm>
            <a:off x="5292435" y="9594227"/>
            <a:ext cx="41565" cy="79839"/>
          </a:xfrm>
          <a:custGeom>
            <a:avLst/>
            <a:gdLst/>
            <a:ahLst/>
            <a:cxnLst/>
            <a:pathLst>
              <a:path w="30789" h="59140">
                <a:moveTo>
                  <a:pt x="30789" y="59140"/>
                </a:moveTo>
                <a:lnTo>
                  <a:pt x="0" y="0"/>
                </a:lnTo>
              </a:path>
            </a:pathLst>
          </a:custGeom>
          <a:noFill/>
          <a:ln w="30861">
            <a:solidFill>
              <a:srgbClr val="17202D"/>
            </a:solidFill>
            <a:prstDash val="solid"/>
          </a:ln>
        </p:spPr>
      </p:sp>
      <p:sp>
        <p:nvSpPr>
          <p:cNvPr id="287" name="line-87"/>
          <p:cNvSpPr>
            <a:spLocks noGrp="1"/>
          </p:cNvSpPr>
          <p:nvPr/>
        </p:nvSpPr>
        <p:spPr>
          <a:xfrm>
            <a:off x="5334000" y="9594227"/>
            <a:ext cx="41565" cy="79839"/>
          </a:xfrm>
          <a:custGeom>
            <a:avLst/>
            <a:gdLst/>
            <a:ahLst/>
            <a:cxnLst/>
            <a:pathLst>
              <a:path w="30789" h="59140">
                <a:moveTo>
                  <a:pt x="0" y="59140"/>
                </a:moveTo>
                <a:lnTo>
                  <a:pt x="30789" y="0"/>
                </a:lnTo>
              </a:path>
            </a:pathLst>
          </a:custGeom>
          <a:noFill/>
          <a:ln w="30861">
            <a:solidFill>
              <a:srgbClr val="17202D"/>
            </a:solidFill>
            <a:prstDash val="solid"/>
          </a:ln>
        </p:spPr>
      </p:sp>
      <p:sp>
        <p:nvSpPr>
          <p:cNvPr id="288" name="operator-+"/>
          <p:cNvSpPr>
            <a:spLocks noGrp="1"/>
          </p:cNvSpPr>
          <p:nvPr/>
        </p:nvSpPr>
        <p:spPr>
          <a:xfrm>
            <a:off x="5179695" y="9686925"/>
            <a:ext cx="308610" cy="308610"/>
          </a:xfrm>
          <a:prstGeom prst="ellipse">
            <a:avLst/>
          </a:prstGeom>
          <a:solidFill>
            <a:srgbClr val="FFFFFF"/>
          </a:solidFill>
          <a:ln w="27004">
            <a:solidFill>
              <a:srgbClr val="17202D"/>
            </a:solidFill>
          </a:ln>
        </p:spPr>
      </p:sp>
      <p:sp>
        <p:nvSpPr>
          <p:cNvPr id="289" name="+"/>
          <p:cNvSpPr>
            <a:spLocks noGrp="1"/>
          </p:cNvSpPr>
          <p:nvPr/>
        </p:nvSpPr>
        <p:spPr>
          <a:xfrm>
            <a:off x="5179695" y="9686925"/>
            <a:ext cx="308610" cy="308610"/>
          </a:xfrm>
          <a:prstGeom prst="rect">
            <a:avLst/>
          </a:prstGeom>
          <a:noFill/>
          <a:ln w="0">
            <a:noFill/>
          </a:ln>
        </p:spPr>
        <p:txBody>
          <a:bodyPr wrap="none" lIns="0" tIns="0" rIns="0" bIns="0" anchor="ctr">
            <a:noAutofit/>
          </a:bodyPr>
          <a:lstStyle>
            <a:defPPr algn="ctr">
              <a:defRPr sz="2450" b="0" i="0">
                <a:solidFill>
                  <a:srgbClr val="1B1B1B"/>
                </a:solidFill>
                <a:latin typeface="Times New Roman" panose="02020503050405090304"/>
                <a:ea typeface="Times New Roman" panose="02020503050405090304"/>
                <a:cs typeface="Times New Roman" panose="02020503050405090304"/>
              </a:defRPr>
            </a:defPPr>
          </a:lstStyle>
          <a:p>
            <a:pPr algn="ctr">
              <a:defRPr sz="2450" b="0" i="0">
                <a:solidFill>
                  <a:srgbClr val="1B1B1B"/>
                </a:solidFill>
                <a:latin typeface="Times New Roman" panose="02020503050405090304"/>
                <a:ea typeface="Times New Roman" panose="02020503050405090304"/>
                <a:cs typeface="Times New Roman" panose="02020503050405090304"/>
              </a:defRPr>
            </a:pPr>
            <a:r>
              <a:rPr sz="2450" b="0" i="0">
                <a:solidFill>
                  <a:srgbClr val="1B1B1B"/>
                </a:solidFill>
                <a:latin typeface="Times New Roman" panose="02020503050405090304"/>
                <a:ea typeface="Times New Roman" panose="02020503050405090304"/>
                <a:cs typeface="Times New Roman" panose="02020503050405090304"/>
              </a:rPr>
              <a:t>+</a:t>
            </a:r>
            <a:endParaRPr sz="2450" b="0" i="0">
              <a:solidFill>
                <a:srgbClr val="1B1B1B"/>
              </a:solidFill>
              <a:latin typeface="Times New Roman" panose="02020503050405090304"/>
              <a:ea typeface="Times New Roman" panose="02020503050405090304"/>
              <a:cs typeface="Times New Roman" panose="02020503050405090304"/>
            </a:endParaRPr>
          </a:p>
        </p:txBody>
      </p:sp>
      <p:sp>
        <p:nvSpPr>
          <p:cNvPr id="290" name="line-88"/>
          <p:cNvSpPr>
            <a:spLocks noGrp="1"/>
          </p:cNvSpPr>
          <p:nvPr/>
        </p:nvSpPr>
        <p:spPr>
          <a:xfrm>
            <a:off x="5334000" y="10008394"/>
            <a:ext cx="128" cy="334328"/>
          </a:xfrm>
          <a:custGeom>
            <a:avLst/>
            <a:gdLst/>
            <a:ahLst/>
            <a:cxnLst/>
            <a:pathLst>
              <a:path w="95" h="247650">
                <a:moveTo>
                  <a:pt x="0" y="0"/>
                </a:moveTo>
                <a:lnTo>
                  <a:pt x="0" y="247650"/>
                </a:lnTo>
              </a:path>
            </a:pathLst>
          </a:custGeom>
          <a:noFill/>
          <a:ln w="30861">
            <a:solidFill>
              <a:srgbClr val="17202D"/>
            </a:solidFill>
            <a:prstDash val="solid"/>
          </a:ln>
        </p:spPr>
      </p:sp>
      <p:sp>
        <p:nvSpPr>
          <p:cNvPr id="291" name="line-89"/>
          <p:cNvSpPr>
            <a:spLocks noGrp="1"/>
          </p:cNvSpPr>
          <p:nvPr/>
        </p:nvSpPr>
        <p:spPr>
          <a:xfrm>
            <a:off x="5292435" y="10262882"/>
            <a:ext cx="41565" cy="79839"/>
          </a:xfrm>
          <a:custGeom>
            <a:avLst/>
            <a:gdLst/>
            <a:ahLst/>
            <a:cxnLst/>
            <a:pathLst>
              <a:path w="30789" h="59140">
                <a:moveTo>
                  <a:pt x="30789" y="59140"/>
                </a:moveTo>
                <a:lnTo>
                  <a:pt x="0" y="0"/>
                </a:lnTo>
              </a:path>
            </a:pathLst>
          </a:custGeom>
          <a:noFill/>
          <a:ln w="30861">
            <a:solidFill>
              <a:srgbClr val="17202D"/>
            </a:solidFill>
            <a:prstDash val="solid"/>
          </a:ln>
        </p:spPr>
      </p:sp>
      <p:sp>
        <p:nvSpPr>
          <p:cNvPr id="292" name="line-90"/>
          <p:cNvSpPr>
            <a:spLocks noGrp="1"/>
          </p:cNvSpPr>
          <p:nvPr/>
        </p:nvSpPr>
        <p:spPr>
          <a:xfrm>
            <a:off x="5334000" y="10262882"/>
            <a:ext cx="41565" cy="79839"/>
          </a:xfrm>
          <a:custGeom>
            <a:avLst/>
            <a:gdLst/>
            <a:ahLst/>
            <a:cxnLst/>
            <a:pathLst>
              <a:path w="30789" h="59140">
                <a:moveTo>
                  <a:pt x="0" y="59140"/>
                </a:moveTo>
                <a:lnTo>
                  <a:pt x="30789" y="0"/>
                </a:lnTo>
              </a:path>
            </a:pathLst>
          </a:custGeom>
          <a:noFill/>
          <a:ln w="30861">
            <a:solidFill>
              <a:srgbClr val="17202D"/>
            </a:solidFill>
            <a:prstDash val="solid"/>
          </a:ln>
        </p:spPr>
      </p:sp>
      <p:sp>
        <p:nvSpPr>
          <p:cNvPr id="293" name="LayerNorm"/>
          <p:cNvSpPr>
            <a:spLocks noGrp="1"/>
          </p:cNvSpPr>
          <p:nvPr/>
        </p:nvSpPr>
        <p:spPr>
          <a:xfrm>
            <a:off x="4215289" y="10342721"/>
            <a:ext cx="2237423" cy="437198"/>
          </a:xfrm>
          <a:prstGeom prst="rect">
            <a:avLst/>
          </a:prstGeom>
          <a:solidFill>
            <a:srgbClr val="E7EBEF"/>
          </a:solidFill>
          <a:ln w="20729">
            <a:solidFill>
              <a:srgbClr val="5C636B"/>
            </a:solidFill>
            <a:prstDash val="solid"/>
          </a:ln>
        </p:spPr>
      </p:sp>
      <p:sp>
        <p:nvSpPr>
          <p:cNvPr id="294" name="LayerNorm"/>
          <p:cNvSpPr>
            <a:spLocks noGrp="1"/>
          </p:cNvSpPr>
          <p:nvPr/>
        </p:nvSpPr>
        <p:spPr>
          <a:xfrm>
            <a:off x="4266724" y="10368439"/>
            <a:ext cx="2134553" cy="385763"/>
          </a:xfrm>
          <a:prstGeom prst="rect">
            <a:avLst/>
          </a:prstGeom>
          <a:noFill/>
          <a:ln w="0">
            <a:noFill/>
          </a:ln>
        </p:spPr>
        <p:txBody>
          <a:bodyPr wrap="none" lIns="0" tIns="0" rIns="0" bIns="0" anchor="ctr">
            <a:noAutofit/>
          </a:bodyPr>
          <a:lstStyle>
            <a:defPPr algn="ctr">
              <a:defRPr sz="2430" b="1" i="0">
                <a:solidFill>
                  <a:srgbClr val="1B1B1B"/>
                </a:solidFill>
                <a:latin typeface="Times New Roman" panose="02020503050405090304"/>
                <a:ea typeface="Times New Roman" panose="02020503050405090304"/>
                <a:cs typeface="Times New Roman" panose="02020503050405090304"/>
              </a:defRPr>
            </a:defPPr>
          </a:lstStyle>
          <a:p>
            <a:pPr algn="ctr">
              <a:defRPr sz="2430" b="1" i="0">
                <a:solidFill>
                  <a:srgbClr val="1B1B1B"/>
                </a:solidFill>
                <a:latin typeface="Times New Roman" panose="02020503050405090304"/>
                <a:ea typeface="Times New Roman" panose="02020503050405090304"/>
                <a:cs typeface="Times New Roman" panose="02020503050405090304"/>
              </a:defRPr>
            </a:pPr>
            <a:r>
              <a:rPr sz="2430" b="1" i="0">
                <a:solidFill>
                  <a:srgbClr val="1B1B1B"/>
                </a:solidFill>
                <a:latin typeface="Times New Roman" panose="02020503050405090304"/>
                <a:ea typeface="Times New Roman" panose="02020503050405090304"/>
                <a:cs typeface="Times New Roman" panose="02020503050405090304"/>
              </a:rPr>
              <a:t>LayerNorm</a:t>
            </a:r>
            <a:endParaRPr sz="2430" b="1" i="0">
              <a:solidFill>
                <a:srgbClr val="1B1B1B"/>
              </a:solidFill>
              <a:latin typeface="Times New Roman" panose="02020503050405090304"/>
              <a:ea typeface="Times New Roman" panose="02020503050405090304"/>
              <a:cs typeface="Times New Roman" panose="02020503050405090304"/>
            </a:endParaRPr>
          </a:p>
        </p:txBody>
      </p:sp>
      <p:sp>
        <p:nvSpPr>
          <p:cNvPr id="295" name="line-91"/>
          <p:cNvSpPr>
            <a:spLocks noGrp="1"/>
          </p:cNvSpPr>
          <p:nvPr/>
        </p:nvSpPr>
        <p:spPr>
          <a:xfrm>
            <a:off x="5334000" y="10779919"/>
            <a:ext cx="128" cy="385763"/>
          </a:xfrm>
          <a:custGeom>
            <a:avLst/>
            <a:gdLst/>
            <a:ahLst/>
            <a:cxnLst/>
            <a:pathLst>
              <a:path w="95" h="285750">
                <a:moveTo>
                  <a:pt x="0" y="0"/>
                </a:moveTo>
                <a:lnTo>
                  <a:pt x="0" y="285750"/>
                </a:lnTo>
              </a:path>
            </a:pathLst>
          </a:custGeom>
          <a:noFill/>
          <a:ln w="30861">
            <a:solidFill>
              <a:srgbClr val="17202D"/>
            </a:solidFill>
            <a:prstDash val="solid"/>
          </a:ln>
        </p:spPr>
      </p:sp>
      <p:sp>
        <p:nvSpPr>
          <p:cNvPr id="296" name="line-92"/>
          <p:cNvSpPr>
            <a:spLocks noGrp="1"/>
          </p:cNvSpPr>
          <p:nvPr/>
        </p:nvSpPr>
        <p:spPr>
          <a:xfrm>
            <a:off x="5292435" y="11085842"/>
            <a:ext cx="41565" cy="79839"/>
          </a:xfrm>
          <a:custGeom>
            <a:avLst/>
            <a:gdLst/>
            <a:ahLst/>
            <a:cxnLst/>
            <a:pathLst>
              <a:path w="30789" h="59140">
                <a:moveTo>
                  <a:pt x="30789" y="59140"/>
                </a:moveTo>
                <a:lnTo>
                  <a:pt x="0" y="0"/>
                </a:lnTo>
              </a:path>
            </a:pathLst>
          </a:custGeom>
          <a:noFill/>
          <a:ln w="30861">
            <a:solidFill>
              <a:srgbClr val="17202D"/>
            </a:solidFill>
            <a:prstDash val="solid"/>
          </a:ln>
        </p:spPr>
      </p:sp>
      <p:sp>
        <p:nvSpPr>
          <p:cNvPr id="297" name="line-93"/>
          <p:cNvSpPr>
            <a:spLocks noGrp="1"/>
          </p:cNvSpPr>
          <p:nvPr/>
        </p:nvSpPr>
        <p:spPr>
          <a:xfrm>
            <a:off x="5334000" y="11085842"/>
            <a:ext cx="41565" cy="79839"/>
          </a:xfrm>
          <a:custGeom>
            <a:avLst/>
            <a:gdLst/>
            <a:ahLst/>
            <a:cxnLst/>
            <a:pathLst>
              <a:path w="30789" h="59140">
                <a:moveTo>
                  <a:pt x="0" y="59140"/>
                </a:moveTo>
                <a:lnTo>
                  <a:pt x="30789" y="0"/>
                </a:lnTo>
              </a:path>
            </a:pathLst>
          </a:custGeom>
          <a:noFill/>
          <a:ln w="30861">
            <a:solidFill>
              <a:srgbClr val="17202D"/>
            </a:solidFill>
            <a:prstDash val="solid"/>
          </a:ln>
        </p:spPr>
      </p:sp>
      <p:sp>
        <p:nvSpPr>
          <p:cNvPr id="298" name="Feed-forward network"/>
          <p:cNvSpPr>
            <a:spLocks noGrp="1"/>
          </p:cNvSpPr>
          <p:nvPr/>
        </p:nvSpPr>
        <p:spPr>
          <a:xfrm>
            <a:off x="3868103" y="11165681"/>
            <a:ext cx="2931795" cy="514350"/>
          </a:xfrm>
          <a:prstGeom prst="rect">
            <a:avLst/>
          </a:prstGeom>
          <a:solidFill>
            <a:srgbClr val="D9E3EB"/>
          </a:solidFill>
          <a:ln w="20729">
            <a:solidFill>
              <a:srgbClr val="5C636B"/>
            </a:solidFill>
            <a:prstDash val="solid"/>
          </a:ln>
        </p:spPr>
      </p:sp>
      <p:sp>
        <p:nvSpPr>
          <p:cNvPr id="299" name="Feed-forward network"/>
          <p:cNvSpPr>
            <a:spLocks noGrp="1"/>
          </p:cNvSpPr>
          <p:nvPr/>
        </p:nvSpPr>
        <p:spPr>
          <a:xfrm>
            <a:off x="3919538" y="11191399"/>
            <a:ext cx="2828925" cy="462915"/>
          </a:xfrm>
          <a:prstGeom prst="rect">
            <a:avLst/>
          </a:prstGeom>
          <a:noFill/>
          <a:ln w="0">
            <a:noFill/>
          </a:ln>
        </p:spPr>
        <p:txBody>
          <a:bodyPr wrap="none" lIns="0" tIns="0" rIns="0" bIns="0" anchor="ctr">
            <a:noAutofit/>
          </a:bodyPr>
          <a:lstStyle>
            <a:defPPr algn="ctr">
              <a:defRPr sz="2228" b="1" i="0">
                <a:solidFill>
                  <a:srgbClr val="1B1B1B"/>
                </a:solidFill>
                <a:latin typeface="Times New Roman" panose="02020503050405090304"/>
                <a:ea typeface="Times New Roman" panose="02020503050405090304"/>
                <a:cs typeface="Times New Roman" panose="02020503050405090304"/>
              </a:defRPr>
            </a:defPPr>
          </a:lstStyle>
          <a:p>
            <a:pPr algn="ctr">
              <a:defRPr sz="2228" b="1" i="0">
                <a:solidFill>
                  <a:srgbClr val="1B1B1B"/>
                </a:solidFill>
                <a:latin typeface="Times New Roman" panose="02020503050405090304"/>
                <a:ea typeface="Times New Roman" panose="02020503050405090304"/>
                <a:cs typeface="Times New Roman" panose="02020503050405090304"/>
              </a:defRPr>
            </a:pPr>
            <a:r>
              <a:rPr sz="2228" b="1" i="0">
                <a:solidFill>
                  <a:srgbClr val="1B1B1B"/>
                </a:solidFill>
                <a:latin typeface="Times New Roman" panose="02020503050405090304"/>
                <a:ea typeface="Times New Roman" panose="02020503050405090304"/>
                <a:cs typeface="Times New Roman" panose="02020503050405090304"/>
              </a:rPr>
              <a:t>Feed-forward network</a:t>
            </a:r>
            <a:endParaRPr sz="2228" b="1" i="0">
              <a:solidFill>
                <a:srgbClr val="1B1B1B"/>
              </a:solidFill>
              <a:latin typeface="Times New Roman" panose="02020503050405090304"/>
              <a:ea typeface="Times New Roman" panose="02020503050405090304"/>
              <a:cs typeface="Times New Roman" panose="02020503050405090304"/>
            </a:endParaRPr>
          </a:p>
        </p:txBody>
      </p:sp>
      <p:sp>
        <p:nvSpPr>
          <p:cNvPr id="300" name="line-94"/>
          <p:cNvSpPr>
            <a:spLocks noGrp="1"/>
          </p:cNvSpPr>
          <p:nvPr/>
        </p:nvSpPr>
        <p:spPr>
          <a:xfrm>
            <a:off x="5334000" y="11680031"/>
            <a:ext cx="128" cy="295751"/>
          </a:xfrm>
          <a:custGeom>
            <a:avLst/>
            <a:gdLst/>
            <a:ahLst/>
            <a:cxnLst/>
            <a:pathLst>
              <a:path w="95" h="219075">
                <a:moveTo>
                  <a:pt x="0" y="0"/>
                </a:moveTo>
                <a:lnTo>
                  <a:pt x="0" y="219075"/>
                </a:lnTo>
              </a:path>
            </a:pathLst>
          </a:custGeom>
          <a:noFill/>
          <a:ln w="30861">
            <a:solidFill>
              <a:srgbClr val="17202D"/>
            </a:solidFill>
            <a:prstDash val="solid"/>
          </a:ln>
        </p:spPr>
      </p:sp>
      <p:sp>
        <p:nvSpPr>
          <p:cNvPr id="301" name="line-95"/>
          <p:cNvSpPr>
            <a:spLocks noGrp="1"/>
          </p:cNvSpPr>
          <p:nvPr/>
        </p:nvSpPr>
        <p:spPr>
          <a:xfrm>
            <a:off x="5292435" y="11895944"/>
            <a:ext cx="41565" cy="79839"/>
          </a:xfrm>
          <a:custGeom>
            <a:avLst/>
            <a:gdLst/>
            <a:ahLst/>
            <a:cxnLst/>
            <a:pathLst>
              <a:path w="30789" h="59140">
                <a:moveTo>
                  <a:pt x="30789" y="59140"/>
                </a:moveTo>
                <a:lnTo>
                  <a:pt x="0" y="0"/>
                </a:lnTo>
              </a:path>
            </a:pathLst>
          </a:custGeom>
          <a:noFill/>
          <a:ln w="30861">
            <a:solidFill>
              <a:srgbClr val="17202D"/>
            </a:solidFill>
            <a:prstDash val="solid"/>
          </a:ln>
        </p:spPr>
      </p:sp>
      <p:sp>
        <p:nvSpPr>
          <p:cNvPr id="302" name="line-96"/>
          <p:cNvSpPr>
            <a:spLocks noGrp="1"/>
          </p:cNvSpPr>
          <p:nvPr/>
        </p:nvSpPr>
        <p:spPr>
          <a:xfrm>
            <a:off x="5334000" y="11895944"/>
            <a:ext cx="41565" cy="79839"/>
          </a:xfrm>
          <a:custGeom>
            <a:avLst/>
            <a:gdLst/>
            <a:ahLst/>
            <a:cxnLst/>
            <a:pathLst>
              <a:path w="30789" h="59140">
                <a:moveTo>
                  <a:pt x="0" y="59140"/>
                </a:moveTo>
                <a:lnTo>
                  <a:pt x="30789" y="0"/>
                </a:lnTo>
              </a:path>
            </a:pathLst>
          </a:custGeom>
          <a:noFill/>
          <a:ln w="30861">
            <a:solidFill>
              <a:srgbClr val="17202D"/>
            </a:solidFill>
            <a:prstDash val="solid"/>
          </a:ln>
        </p:spPr>
      </p:sp>
      <p:sp>
        <p:nvSpPr>
          <p:cNvPr id="303" name="operator-+"/>
          <p:cNvSpPr>
            <a:spLocks noGrp="1"/>
          </p:cNvSpPr>
          <p:nvPr/>
        </p:nvSpPr>
        <p:spPr>
          <a:xfrm>
            <a:off x="5179695" y="11988641"/>
            <a:ext cx="308610" cy="308610"/>
          </a:xfrm>
          <a:prstGeom prst="ellipse">
            <a:avLst/>
          </a:prstGeom>
          <a:solidFill>
            <a:srgbClr val="FFFFFF"/>
          </a:solidFill>
          <a:ln w="27004">
            <a:solidFill>
              <a:srgbClr val="17202D"/>
            </a:solidFill>
          </a:ln>
        </p:spPr>
      </p:sp>
      <p:sp>
        <p:nvSpPr>
          <p:cNvPr id="304" name="+"/>
          <p:cNvSpPr>
            <a:spLocks noGrp="1"/>
          </p:cNvSpPr>
          <p:nvPr/>
        </p:nvSpPr>
        <p:spPr>
          <a:xfrm>
            <a:off x="5179695" y="11988641"/>
            <a:ext cx="308610" cy="308610"/>
          </a:xfrm>
          <a:prstGeom prst="rect">
            <a:avLst/>
          </a:prstGeom>
          <a:noFill/>
          <a:ln w="0">
            <a:noFill/>
          </a:ln>
        </p:spPr>
        <p:txBody>
          <a:bodyPr wrap="none" lIns="0" tIns="0" rIns="0" bIns="0" anchor="ctr">
            <a:noAutofit/>
          </a:bodyPr>
          <a:lstStyle>
            <a:defPPr algn="ctr">
              <a:defRPr sz="2450" b="0" i="0">
                <a:solidFill>
                  <a:srgbClr val="1B1B1B"/>
                </a:solidFill>
                <a:latin typeface="Times New Roman" panose="02020503050405090304"/>
                <a:ea typeface="Times New Roman" panose="02020503050405090304"/>
                <a:cs typeface="Times New Roman" panose="02020503050405090304"/>
              </a:defRPr>
            </a:defPPr>
          </a:lstStyle>
          <a:p>
            <a:pPr algn="ctr">
              <a:defRPr sz="2450" b="0" i="0">
                <a:solidFill>
                  <a:srgbClr val="1B1B1B"/>
                </a:solidFill>
                <a:latin typeface="Times New Roman" panose="02020503050405090304"/>
                <a:ea typeface="Times New Roman" panose="02020503050405090304"/>
                <a:cs typeface="Times New Roman" panose="02020503050405090304"/>
              </a:defRPr>
            </a:pPr>
            <a:r>
              <a:rPr sz="2450" b="0" i="0">
                <a:solidFill>
                  <a:srgbClr val="1B1B1B"/>
                </a:solidFill>
                <a:latin typeface="Times New Roman" panose="02020503050405090304"/>
                <a:ea typeface="Times New Roman" panose="02020503050405090304"/>
                <a:cs typeface="Times New Roman" panose="02020503050405090304"/>
              </a:rPr>
              <a:t>+</a:t>
            </a:r>
            <a:endParaRPr sz="2450" b="0" i="0">
              <a:solidFill>
                <a:srgbClr val="1B1B1B"/>
              </a:solidFill>
              <a:latin typeface="Times New Roman" panose="02020503050405090304"/>
              <a:ea typeface="Times New Roman" panose="02020503050405090304"/>
              <a:cs typeface="Times New Roman" panose="02020503050405090304"/>
            </a:endParaRPr>
          </a:p>
        </p:txBody>
      </p:sp>
      <p:sp>
        <p:nvSpPr>
          <p:cNvPr id="305" name="line-97"/>
          <p:cNvSpPr>
            <a:spLocks noGrp="1"/>
          </p:cNvSpPr>
          <p:nvPr/>
        </p:nvSpPr>
        <p:spPr>
          <a:xfrm>
            <a:off x="5334000" y="12310110"/>
            <a:ext cx="128" cy="475774"/>
          </a:xfrm>
          <a:custGeom>
            <a:avLst/>
            <a:gdLst/>
            <a:ahLst/>
            <a:cxnLst/>
            <a:pathLst>
              <a:path w="95" h="352425">
                <a:moveTo>
                  <a:pt x="0" y="0"/>
                </a:moveTo>
                <a:lnTo>
                  <a:pt x="0" y="352425"/>
                </a:lnTo>
              </a:path>
            </a:pathLst>
          </a:custGeom>
          <a:noFill/>
          <a:ln w="30861">
            <a:solidFill>
              <a:srgbClr val="17202D"/>
            </a:solidFill>
            <a:prstDash val="solid"/>
          </a:ln>
        </p:spPr>
      </p:sp>
      <p:sp>
        <p:nvSpPr>
          <p:cNvPr id="306" name="line-98"/>
          <p:cNvSpPr>
            <a:spLocks noGrp="1"/>
          </p:cNvSpPr>
          <p:nvPr/>
        </p:nvSpPr>
        <p:spPr>
          <a:xfrm>
            <a:off x="5292435" y="12706045"/>
            <a:ext cx="41565" cy="79839"/>
          </a:xfrm>
          <a:custGeom>
            <a:avLst/>
            <a:gdLst/>
            <a:ahLst/>
            <a:cxnLst/>
            <a:pathLst>
              <a:path w="30789" h="59140">
                <a:moveTo>
                  <a:pt x="30789" y="59140"/>
                </a:moveTo>
                <a:lnTo>
                  <a:pt x="0" y="0"/>
                </a:lnTo>
              </a:path>
            </a:pathLst>
          </a:custGeom>
          <a:noFill/>
          <a:ln w="30861">
            <a:solidFill>
              <a:srgbClr val="17202D"/>
            </a:solidFill>
            <a:prstDash val="solid"/>
          </a:ln>
        </p:spPr>
      </p:sp>
      <p:sp>
        <p:nvSpPr>
          <p:cNvPr id="307" name="line-99"/>
          <p:cNvSpPr>
            <a:spLocks noGrp="1"/>
          </p:cNvSpPr>
          <p:nvPr/>
        </p:nvSpPr>
        <p:spPr>
          <a:xfrm>
            <a:off x="5334000" y="12706045"/>
            <a:ext cx="41565" cy="79839"/>
          </a:xfrm>
          <a:custGeom>
            <a:avLst/>
            <a:gdLst/>
            <a:ahLst/>
            <a:cxnLst/>
            <a:pathLst>
              <a:path w="30789" h="59140">
                <a:moveTo>
                  <a:pt x="0" y="59140"/>
                </a:moveTo>
                <a:lnTo>
                  <a:pt x="30789" y="0"/>
                </a:lnTo>
              </a:path>
            </a:pathLst>
          </a:custGeom>
          <a:noFill/>
          <a:ln w="30861">
            <a:solidFill>
              <a:srgbClr val="17202D"/>
            </a:solidFill>
            <a:prstDash val="solid"/>
          </a:ln>
        </p:spPr>
      </p:sp>
      <p:sp>
        <p:nvSpPr>
          <p:cNvPr id="308" name="line-100"/>
          <p:cNvSpPr>
            <a:spLocks noGrp="1"/>
          </p:cNvSpPr>
          <p:nvPr/>
        </p:nvSpPr>
        <p:spPr>
          <a:xfrm>
            <a:off x="5334000" y="5674995"/>
            <a:ext cx="3806190" cy="128"/>
          </a:xfrm>
          <a:custGeom>
            <a:avLst/>
            <a:gdLst/>
            <a:ahLst/>
            <a:cxnLst/>
            <a:pathLst>
              <a:path w="2819400" h="95">
                <a:moveTo>
                  <a:pt x="0" y="0"/>
                </a:moveTo>
                <a:lnTo>
                  <a:pt x="2819400" y="0"/>
                </a:lnTo>
              </a:path>
            </a:pathLst>
          </a:custGeom>
          <a:noFill/>
          <a:ln w="19134">
            <a:solidFill>
              <a:srgbClr val="657482"/>
            </a:solidFill>
            <a:prstDash val="solid"/>
          </a:ln>
        </p:spPr>
      </p:sp>
      <p:sp>
        <p:nvSpPr>
          <p:cNvPr id="309" name="line-101"/>
          <p:cNvSpPr>
            <a:spLocks noGrp="1"/>
          </p:cNvSpPr>
          <p:nvPr/>
        </p:nvSpPr>
        <p:spPr>
          <a:xfrm>
            <a:off x="9140190" y="5674995"/>
            <a:ext cx="128" cy="4166235"/>
          </a:xfrm>
          <a:custGeom>
            <a:avLst/>
            <a:gdLst/>
            <a:ahLst/>
            <a:cxnLst/>
            <a:pathLst>
              <a:path w="95" h="3086100">
                <a:moveTo>
                  <a:pt x="0" y="0"/>
                </a:moveTo>
                <a:lnTo>
                  <a:pt x="0" y="3086100"/>
                </a:lnTo>
              </a:path>
            </a:pathLst>
          </a:custGeom>
          <a:noFill/>
          <a:ln w="19134">
            <a:solidFill>
              <a:srgbClr val="657482"/>
            </a:solidFill>
            <a:prstDash val="solid"/>
          </a:ln>
        </p:spPr>
      </p:sp>
      <p:sp>
        <p:nvSpPr>
          <p:cNvPr id="310" name="line-102"/>
          <p:cNvSpPr>
            <a:spLocks noGrp="1"/>
          </p:cNvSpPr>
          <p:nvPr/>
        </p:nvSpPr>
        <p:spPr>
          <a:xfrm>
            <a:off x="5501164" y="9841230"/>
            <a:ext cx="3639026" cy="128"/>
          </a:xfrm>
          <a:custGeom>
            <a:avLst/>
            <a:gdLst/>
            <a:ahLst/>
            <a:cxnLst/>
            <a:pathLst>
              <a:path w="2695575" h="95">
                <a:moveTo>
                  <a:pt x="2695575" y="0"/>
                </a:moveTo>
                <a:lnTo>
                  <a:pt x="0" y="0"/>
                </a:lnTo>
              </a:path>
            </a:pathLst>
          </a:custGeom>
          <a:noFill/>
          <a:ln w="19134">
            <a:solidFill>
              <a:srgbClr val="657482"/>
            </a:solidFill>
            <a:prstDash val="solid"/>
          </a:ln>
        </p:spPr>
      </p:sp>
      <p:sp>
        <p:nvSpPr>
          <p:cNvPr id="311" name="line-103"/>
          <p:cNvSpPr>
            <a:spLocks noGrp="1"/>
          </p:cNvSpPr>
          <p:nvPr/>
        </p:nvSpPr>
        <p:spPr>
          <a:xfrm>
            <a:off x="5501164" y="9799665"/>
            <a:ext cx="79839" cy="41565"/>
          </a:xfrm>
          <a:custGeom>
            <a:avLst/>
            <a:gdLst/>
            <a:ahLst/>
            <a:cxnLst/>
            <a:pathLst>
              <a:path w="59140" h="30789">
                <a:moveTo>
                  <a:pt x="0" y="30789"/>
                </a:moveTo>
                <a:lnTo>
                  <a:pt x="59140" y="0"/>
                </a:lnTo>
              </a:path>
            </a:pathLst>
          </a:custGeom>
          <a:noFill/>
          <a:ln w="19134">
            <a:solidFill>
              <a:srgbClr val="657482"/>
            </a:solidFill>
            <a:prstDash val="solid"/>
          </a:ln>
        </p:spPr>
      </p:sp>
      <p:sp>
        <p:nvSpPr>
          <p:cNvPr id="312" name="line-104"/>
          <p:cNvSpPr>
            <a:spLocks noGrp="1"/>
          </p:cNvSpPr>
          <p:nvPr/>
        </p:nvSpPr>
        <p:spPr>
          <a:xfrm>
            <a:off x="5501164" y="9841230"/>
            <a:ext cx="79839" cy="41565"/>
          </a:xfrm>
          <a:custGeom>
            <a:avLst/>
            <a:gdLst/>
            <a:ahLst/>
            <a:cxnLst/>
            <a:pathLst>
              <a:path w="59140" h="30789">
                <a:moveTo>
                  <a:pt x="0" y="0"/>
                </a:moveTo>
                <a:lnTo>
                  <a:pt x="59140" y="30789"/>
                </a:lnTo>
              </a:path>
            </a:pathLst>
          </a:custGeom>
          <a:noFill/>
          <a:ln w="19134">
            <a:solidFill>
              <a:srgbClr val="657482"/>
            </a:solidFill>
            <a:prstDash val="solid"/>
          </a:ln>
        </p:spPr>
      </p:sp>
      <p:sp>
        <p:nvSpPr>
          <p:cNvPr id="313" name="line-105"/>
          <p:cNvSpPr>
            <a:spLocks noGrp="1"/>
          </p:cNvSpPr>
          <p:nvPr/>
        </p:nvSpPr>
        <p:spPr>
          <a:xfrm>
            <a:off x="1553527" y="10149840"/>
            <a:ext cx="3780473" cy="128"/>
          </a:xfrm>
          <a:custGeom>
            <a:avLst/>
            <a:gdLst/>
            <a:ahLst/>
            <a:cxnLst/>
            <a:pathLst>
              <a:path w="2800350" h="95">
                <a:moveTo>
                  <a:pt x="2800350" y="0"/>
                </a:moveTo>
                <a:lnTo>
                  <a:pt x="0" y="0"/>
                </a:lnTo>
              </a:path>
            </a:pathLst>
          </a:custGeom>
          <a:noFill/>
          <a:ln w="19134">
            <a:solidFill>
              <a:srgbClr val="657482"/>
            </a:solidFill>
            <a:prstDash val="solid"/>
          </a:ln>
        </p:spPr>
      </p:sp>
      <p:sp>
        <p:nvSpPr>
          <p:cNvPr id="314" name="line-106"/>
          <p:cNvSpPr>
            <a:spLocks noGrp="1"/>
          </p:cNvSpPr>
          <p:nvPr/>
        </p:nvSpPr>
        <p:spPr>
          <a:xfrm>
            <a:off x="1553527" y="10149840"/>
            <a:ext cx="128" cy="1993106"/>
          </a:xfrm>
          <a:custGeom>
            <a:avLst/>
            <a:gdLst/>
            <a:ahLst/>
            <a:cxnLst/>
            <a:pathLst>
              <a:path w="95" h="1476375">
                <a:moveTo>
                  <a:pt x="0" y="0"/>
                </a:moveTo>
                <a:lnTo>
                  <a:pt x="0" y="1476375"/>
                </a:lnTo>
              </a:path>
            </a:pathLst>
          </a:custGeom>
          <a:noFill/>
          <a:ln w="19134">
            <a:solidFill>
              <a:srgbClr val="657482"/>
            </a:solidFill>
            <a:prstDash val="solid"/>
          </a:ln>
        </p:spPr>
      </p:sp>
      <p:sp>
        <p:nvSpPr>
          <p:cNvPr id="315" name="line-107"/>
          <p:cNvSpPr>
            <a:spLocks noGrp="1"/>
          </p:cNvSpPr>
          <p:nvPr/>
        </p:nvSpPr>
        <p:spPr>
          <a:xfrm>
            <a:off x="1553527" y="12142946"/>
            <a:ext cx="3613309" cy="128"/>
          </a:xfrm>
          <a:custGeom>
            <a:avLst/>
            <a:gdLst/>
            <a:ahLst/>
            <a:cxnLst/>
            <a:pathLst>
              <a:path w="2676525" h="95">
                <a:moveTo>
                  <a:pt x="0" y="0"/>
                </a:moveTo>
                <a:lnTo>
                  <a:pt x="2676525" y="0"/>
                </a:lnTo>
              </a:path>
            </a:pathLst>
          </a:custGeom>
          <a:noFill/>
          <a:ln w="19134">
            <a:solidFill>
              <a:srgbClr val="657482"/>
            </a:solidFill>
            <a:prstDash val="solid"/>
          </a:ln>
        </p:spPr>
      </p:sp>
      <p:sp>
        <p:nvSpPr>
          <p:cNvPr id="316" name="line-108"/>
          <p:cNvSpPr>
            <a:spLocks noGrp="1"/>
          </p:cNvSpPr>
          <p:nvPr/>
        </p:nvSpPr>
        <p:spPr>
          <a:xfrm>
            <a:off x="5086997" y="12142946"/>
            <a:ext cx="79839" cy="41565"/>
          </a:xfrm>
          <a:custGeom>
            <a:avLst/>
            <a:gdLst/>
            <a:ahLst/>
            <a:cxnLst/>
            <a:pathLst>
              <a:path w="59140" h="30789">
                <a:moveTo>
                  <a:pt x="59140" y="0"/>
                </a:moveTo>
                <a:lnTo>
                  <a:pt x="0" y="30789"/>
                </a:lnTo>
              </a:path>
            </a:pathLst>
          </a:custGeom>
          <a:noFill/>
          <a:ln w="19134">
            <a:solidFill>
              <a:srgbClr val="657482"/>
            </a:solidFill>
            <a:prstDash val="solid"/>
          </a:ln>
        </p:spPr>
      </p:sp>
      <p:sp>
        <p:nvSpPr>
          <p:cNvPr id="317" name="line-109"/>
          <p:cNvSpPr>
            <a:spLocks noGrp="1"/>
          </p:cNvSpPr>
          <p:nvPr/>
        </p:nvSpPr>
        <p:spPr>
          <a:xfrm>
            <a:off x="5086997" y="12101381"/>
            <a:ext cx="79839" cy="41565"/>
          </a:xfrm>
          <a:custGeom>
            <a:avLst/>
            <a:gdLst/>
            <a:ahLst/>
            <a:cxnLst/>
            <a:pathLst>
              <a:path w="59140" h="30789">
                <a:moveTo>
                  <a:pt x="59140" y="30789"/>
                </a:moveTo>
                <a:lnTo>
                  <a:pt x="0" y="0"/>
                </a:lnTo>
              </a:path>
            </a:pathLst>
          </a:custGeom>
          <a:noFill/>
          <a:ln w="19134">
            <a:solidFill>
              <a:srgbClr val="657482"/>
            </a:solidFill>
            <a:prstDash val="solid"/>
          </a:ln>
        </p:spPr>
      </p:sp>
      <p:sp>
        <p:nvSpPr>
          <p:cNvPr id="318" name="residual"/>
          <p:cNvSpPr>
            <a:spLocks noGrp="1"/>
          </p:cNvSpPr>
          <p:nvPr/>
        </p:nvSpPr>
        <p:spPr>
          <a:xfrm>
            <a:off x="7185660" y="9519761"/>
            <a:ext cx="1414463" cy="282893"/>
          </a:xfrm>
          <a:prstGeom prst="rect">
            <a:avLst/>
          </a:prstGeom>
          <a:noFill/>
          <a:ln w="0">
            <a:noFill/>
          </a:ln>
        </p:spPr>
        <p:txBody>
          <a:bodyPr wrap="none" lIns="0" tIns="0" rIns="0" bIns="0" anchor="ctr">
            <a:noAutofit/>
          </a:bodyPr>
          <a:lstStyle>
            <a:defPPr algn="ctr">
              <a:defRPr sz="2025" b="0" i="1">
                <a:solidFill>
                  <a:srgbClr val="5C636B"/>
                </a:solidFill>
                <a:latin typeface="Times New Roman" panose="02020503050405090304"/>
                <a:ea typeface="Times New Roman" panose="02020503050405090304"/>
                <a:cs typeface="Times New Roman" panose="02020503050405090304"/>
              </a:defRPr>
            </a:defPPr>
          </a:lstStyle>
          <a:p>
            <a:pPr algn="ctr">
              <a:defRPr sz="2025" b="0" i="1">
                <a:solidFill>
                  <a:srgbClr val="5C636B"/>
                </a:solidFill>
                <a:latin typeface="Times New Roman" panose="02020503050405090304"/>
                <a:ea typeface="Times New Roman" panose="02020503050405090304"/>
                <a:cs typeface="Times New Roman" panose="02020503050405090304"/>
              </a:defRPr>
            </a:pPr>
            <a:r>
              <a:rPr sz="2025" b="0" i="1">
                <a:solidFill>
                  <a:srgbClr val="5C636B"/>
                </a:solidFill>
                <a:latin typeface="Times New Roman" panose="02020503050405090304"/>
                <a:ea typeface="Times New Roman" panose="02020503050405090304"/>
                <a:cs typeface="Times New Roman" panose="02020503050405090304"/>
              </a:rPr>
              <a:t>residual</a:t>
            </a:r>
            <a:endParaRPr sz="2025" b="0" i="1">
              <a:solidFill>
                <a:srgbClr val="5C636B"/>
              </a:solidFill>
              <a:latin typeface="Times New Roman" panose="02020503050405090304"/>
              <a:ea typeface="Times New Roman" panose="02020503050405090304"/>
              <a:cs typeface="Times New Roman" panose="02020503050405090304"/>
            </a:endParaRPr>
          </a:p>
        </p:txBody>
      </p:sp>
      <p:sp>
        <p:nvSpPr>
          <p:cNvPr id="319" name="residual"/>
          <p:cNvSpPr>
            <a:spLocks noGrp="1"/>
          </p:cNvSpPr>
          <p:nvPr/>
        </p:nvSpPr>
        <p:spPr>
          <a:xfrm>
            <a:off x="1823561" y="11770043"/>
            <a:ext cx="1414463" cy="282893"/>
          </a:xfrm>
          <a:prstGeom prst="rect">
            <a:avLst/>
          </a:prstGeom>
          <a:noFill/>
          <a:ln w="0">
            <a:noFill/>
          </a:ln>
        </p:spPr>
        <p:txBody>
          <a:bodyPr wrap="none" lIns="0" tIns="0" rIns="0" bIns="0" anchor="ctr">
            <a:noAutofit/>
          </a:bodyPr>
          <a:lstStyle>
            <a:defPPr algn="ctr">
              <a:defRPr sz="2025" b="0" i="1">
                <a:solidFill>
                  <a:srgbClr val="5C636B"/>
                </a:solidFill>
                <a:latin typeface="Times New Roman" panose="02020503050405090304"/>
                <a:ea typeface="Times New Roman" panose="02020503050405090304"/>
                <a:cs typeface="Times New Roman" panose="02020503050405090304"/>
              </a:defRPr>
            </a:defPPr>
          </a:lstStyle>
          <a:p>
            <a:pPr algn="ctr">
              <a:defRPr sz="2025" b="0" i="1">
                <a:solidFill>
                  <a:srgbClr val="5C636B"/>
                </a:solidFill>
                <a:latin typeface="Times New Roman" panose="02020503050405090304"/>
                <a:ea typeface="Times New Roman" panose="02020503050405090304"/>
                <a:cs typeface="Times New Roman" panose="02020503050405090304"/>
              </a:defRPr>
            </a:pPr>
            <a:r>
              <a:rPr sz="2025" b="0" i="1">
                <a:solidFill>
                  <a:srgbClr val="5C636B"/>
                </a:solidFill>
                <a:latin typeface="Times New Roman" panose="02020503050405090304"/>
                <a:ea typeface="Times New Roman" panose="02020503050405090304"/>
                <a:cs typeface="Times New Roman" panose="02020503050405090304"/>
              </a:rPr>
              <a:t>residual</a:t>
            </a:r>
            <a:endParaRPr sz="2025" b="0" i="1">
              <a:solidFill>
                <a:srgbClr val="5C636B"/>
              </a:solidFill>
              <a:latin typeface="Times New Roman" panose="02020503050405090304"/>
              <a:ea typeface="Times New Roman" panose="02020503050405090304"/>
              <a:cs typeface="Times New Roman" panose="02020503050405090304"/>
            </a:endParaRPr>
          </a:p>
        </p:txBody>
      </p:sp>
      <p:sp>
        <p:nvSpPr>
          <p:cNvPr id="323" name="H(t)"/>
          <p:cNvSpPr>
            <a:spLocks noGrp="1"/>
          </p:cNvSpPr>
          <p:nvPr/>
        </p:nvSpPr>
        <p:spPr>
          <a:xfrm>
            <a:off x="5591175" y="12528709"/>
            <a:ext cx="887254" cy="308610"/>
          </a:xfrm>
          <a:prstGeom prst="rect">
            <a:avLst/>
          </a:prstGeom>
          <a:noFill/>
          <a:ln w="0">
            <a:noFill/>
          </a:ln>
        </p:spPr>
        <p:txBody>
          <a:bodyPr wrap="none" lIns="0" tIns="0" rIns="0" bIns="0" anchor="ctr">
            <a:noAutofit/>
          </a:bodyPr>
          <a:lstStyle>
            <a:defPPr algn="ctr">
              <a:defRPr sz="2430" b="0" i="1">
                <a:solidFill>
                  <a:srgbClr val="1B1B1B"/>
                </a:solidFill>
                <a:latin typeface="Times New Roman" panose="02020503050405090304"/>
                <a:ea typeface="Times New Roman" panose="02020503050405090304"/>
                <a:cs typeface="Times New Roman" panose="02020503050405090304"/>
              </a:defRPr>
            </a:defPPr>
          </a:lstStyle>
          <a:p>
            <a:pPr algn="ctr">
              <a:defRPr sz="2430" b="0" i="1">
                <a:solidFill>
                  <a:srgbClr val="1B1B1B"/>
                </a:solidFill>
                <a:latin typeface="Times New Roman" panose="02020503050405090304"/>
                <a:ea typeface="Times New Roman" panose="02020503050405090304"/>
                <a:cs typeface="Times New Roman" panose="02020503050405090304"/>
              </a:defRPr>
            </a:pPr>
            <a:r>
              <a:rPr sz="2430" b="0" i="1">
                <a:solidFill>
                  <a:srgbClr val="1B1B1B"/>
                </a:solidFill>
                <a:latin typeface="Times New Roman" panose="02020503050405090304"/>
                <a:ea typeface="Times New Roman" panose="02020503050405090304"/>
                <a:cs typeface="Times New Roman" panose="02020503050405090304"/>
              </a:rPr>
              <a:t>H(t)</a:t>
            </a:r>
            <a:endParaRPr sz="2430" b="0" i="1">
              <a:solidFill>
                <a:srgbClr val="1B1B1B"/>
              </a:solidFill>
              <a:latin typeface="Times New Roman" panose="02020503050405090304"/>
              <a:ea typeface="Times New Roman" panose="02020503050405090304"/>
              <a:cs typeface="Times New Roman" panose="02020503050405090304"/>
            </a:endParaRPr>
          </a:p>
        </p:txBody>
      </p:sp>
      <p:sp>
        <p:nvSpPr>
          <p:cNvPr id="324" name="line-113"/>
          <p:cNvSpPr>
            <a:spLocks noGrp="1"/>
          </p:cNvSpPr>
          <p:nvPr/>
        </p:nvSpPr>
        <p:spPr>
          <a:xfrm>
            <a:off x="2659380" y="12785884"/>
            <a:ext cx="5464969" cy="128"/>
          </a:xfrm>
          <a:custGeom>
            <a:avLst/>
            <a:gdLst/>
            <a:ahLst/>
            <a:cxnLst/>
            <a:pathLst>
              <a:path w="4048125" h="95">
                <a:moveTo>
                  <a:pt x="0" y="0"/>
                </a:moveTo>
                <a:lnTo>
                  <a:pt x="4048125" y="0"/>
                </a:lnTo>
              </a:path>
            </a:pathLst>
          </a:custGeom>
          <a:noFill/>
          <a:ln w="30861">
            <a:solidFill>
              <a:srgbClr val="17202D"/>
            </a:solidFill>
            <a:prstDash val="solid"/>
          </a:ln>
        </p:spPr>
      </p:sp>
      <p:sp>
        <p:nvSpPr>
          <p:cNvPr id="325" name="line-114"/>
          <p:cNvSpPr>
            <a:spLocks noGrp="1"/>
          </p:cNvSpPr>
          <p:nvPr/>
        </p:nvSpPr>
        <p:spPr>
          <a:xfrm>
            <a:off x="2659380" y="12785884"/>
            <a:ext cx="128" cy="321469"/>
          </a:xfrm>
          <a:custGeom>
            <a:avLst/>
            <a:gdLst/>
            <a:ahLst/>
            <a:cxnLst/>
            <a:pathLst>
              <a:path w="95" h="238125">
                <a:moveTo>
                  <a:pt x="0" y="0"/>
                </a:moveTo>
                <a:lnTo>
                  <a:pt x="0" y="238125"/>
                </a:lnTo>
              </a:path>
            </a:pathLst>
          </a:custGeom>
          <a:noFill/>
          <a:ln w="30861">
            <a:solidFill>
              <a:srgbClr val="17202D"/>
            </a:solidFill>
            <a:prstDash val="solid"/>
          </a:ln>
        </p:spPr>
      </p:sp>
      <p:sp>
        <p:nvSpPr>
          <p:cNvPr id="326" name="line-115"/>
          <p:cNvSpPr>
            <a:spLocks noGrp="1"/>
          </p:cNvSpPr>
          <p:nvPr/>
        </p:nvSpPr>
        <p:spPr>
          <a:xfrm>
            <a:off x="2617815" y="13027514"/>
            <a:ext cx="41565" cy="79839"/>
          </a:xfrm>
          <a:custGeom>
            <a:avLst/>
            <a:gdLst/>
            <a:ahLst/>
            <a:cxnLst/>
            <a:pathLst>
              <a:path w="30789" h="59140">
                <a:moveTo>
                  <a:pt x="30789" y="59140"/>
                </a:moveTo>
                <a:lnTo>
                  <a:pt x="0" y="0"/>
                </a:lnTo>
              </a:path>
            </a:pathLst>
          </a:custGeom>
          <a:noFill/>
          <a:ln w="30861">
            <a:solidFill>
              <a:srgbClr val="17202D"/>
            </a:solidFill>
            <a:prstDash val="solid"/>
          </a:ln>
        </p:spPr>
      </p:sp>
      <p:sp>
        <p:nvSpPr>
          <p:cNvPr id="327" name="line-116"/>
          <p:cNvSpPr>
            <a:spLocks noGrp="1"/>
          </p:cNvSpPr>
          <p:nvPr/>
        </p:nvSpPr>
        <p:spPr>
          <a:xfrm>
            <a:off x="2659380" y="13027514"/>
            <a:ext cx="41565" cy="79839"/>
          </a:xfrm>
          <a:custGeom>
            <a:avLst/>
            <a:gdLst/>
            <a:ahLst/>
            <a:cxnLst/>
            <a:pathLst>
              <a:path w="30789" h="59140">
                <a:moveTo>
                  <a:pt x="0" y="59140"/>
                </a:moveTo>
                <a:lnTo>
                  <a:pt x="30789" y="0"/>
                </a:lnTo>
              </a:path>
            </a:pathLst>
          </a:custGeom>
          <a:noFill/>
          <a:ln w="30861">
            <a:solidFill>
              <a:srgbClr val="17202D"/>
            </a:solidFill>
            <a:prstDash val="solid"/>
          </a:ln>
        </p:spPr>
      </p:sp>
      <p:sp>
        <p:nvSpPr>
          <p:cNvPr id="328" name="Regime + precursor&#10;fusion (b)"/>
          <p:cNvSpPr>
            <a:spLocks noGrp="1"/>
          </p:cNvSpPr>
          <p:nvPr/>
        </p:nvSpPr>
        <p:spPr>
          <a:xfrm>
            <a:off x="1476375" y="13107353"/>
            <a:ext cx="2378869" cy="578644"/>
          </a:xfrm>
          <a:prstGeom prst="rect">
            <a:avLst/>
          </a:prstGeom>
          <a:solidFill>
            <a:srgbClr val="E6D2BE"/>
          </a:solidFill>
          <a:ln w="20729">
            <a:solidFill>
              <a:srgbClr val="805431"/>
            </a:solidFill>
            <a:prstDash val="solid"/>
          </a:ln>
        </p:spPr>
      </p:sp>
      <p:sp>
        <p:nvSpPr>
          <p:cNvPr id="329" name="Regime + precursor&#10;fusion (b)"/>
          <p:cNvSpPr>
            <a:spLocks noGrp="1"/>
          </p:cNvSpPr>
          <p:nvPr/>
        </p:nvSpPr>
        <p:spPr>
          <a:xfrm>
            <a:off x="1527810" y="13133070"/>
            <a:ext cx="2275999" cy="527209"/>
          </a:xfrm>
          <a:prstGeom prst="rect">
            <a:avLst/>
          </a:prstGeom>
          <a:noFill/>
          <a:ln w="0">
            <a:noFill/>
          </a:ln>
        </p:spPr>
        <p:txBody>
          <a:bodyPr wrap="none" lIns="0" tIns="0" rIns="0" bIns="0" anchor="ctr">
            <a:noAutofit/>
          </a:bodyPr>
          <a:lstStyle>
            <a:defPPr algn="ctr">
              <a:defRPr sz="2041" b="0" i="0">
                <a:solidFill>
                  <a:srgbClr val="1B1B1B"/>
                </a:solidFill>
                <a:latin typeface="Times New Roman" panose="02020503050405090304"/>
                <a:ea typeface="Times New Roman" panose="02020503050405090304"/>
                <a:cs typeface="Times New Roman" panose="02020503050405090304"/>
              </a:defRPr>
            </a:defPPr>
          </a:lstStyle>
          <a:p>
            <a:pPr algn="ctr">
              <a:lnSpc>
                <a:spcPct val="95000"/>
              </a:lnSpc>
              <a:defRPr sz="2041" b="0" i="0">
                <a:solidFill>
                  <a:srgbClr val="1B1B1B"/>
                </a:solidFill>
                <a:latin typeface="Times New Roman" panose="02020503050405090304"/>
                <a:ea typeface="Times New Roman" panose="02020503050405090304"/>
                <a:cs typeface="Times New Roman" panose="02020503050405090304"/>
              </a:defRPr>
            </a:pPr>
            <a:r>
              <a:rPr sz="2041" b="0" i="0">
                <a:solidFill>
                  <a:srgbClr val="1B1B1B"/>
                </a:solidFill>
                <a:latin typeface="Times New Roman" panose="02020503050405090304"/>
                <a:ea typeface="Times New Roman" panose="02020503050405090304"/>
                <a:cs typeface="Times New Roman" panose="02020503050405090304"/>
              </a:rPr>
              <a:t>Regime + precursor</a:t>
            </a:r>
            <a:endParaRPr sz="2041" b="0" i="0">
              <a:solidFill>
                <a:srgbClr val="1B1B1B"/>
              </a:solidFill>
              <a:latin typeface="Times New Roman" panose="02020503050405090304"/>
              <a:ea typeface="Times New Roman" panose="02020503050405090304"/>
              <a:cs typeface="Times New Roman" panose="02020503050405090304"/>
            </a:endParaRPr>
          </a:p>
          <a:p>
            <a:pPr algn="ctr">
              <a:lnSpc>
                <a:spcPct val="95000"/>
              </a:lnSpc>
              <a:defRPr sz="2041" b="0" i="0">
                <a:solidFill>
                  <a:srgbClr val="1B1B1B"/>
                </a:solidFill>
                <a:latin typeface="Times New Roman" panose="02020503050405090304"/>
                <a:ea typeface="Times New Roman" panose="02020503050405090304"/>
                <a:cs typeface="Times New Roman" panose="02020503050405090304"/>
              </a:defRPr>
            </a:pPr>
            <a:r>
              <a:rPr sz="2041" b="0" i="0">
                <a:solidFill>
                  <a:srgbClr val="1B1B1B"/>
                </a:solidFill>
                <a:latin typeface="Times New Roman" panose="02020503050405090304"/>
                <a:ea typeface="Times New Roman" panose="02020503050405090304"/>
                <a:cs typeface="Times New Roman" panose="02020503050405090304"/>
              </a:rPr>
              <a:t>fusion (b)</a:t>
            </a:r>
            <a:endParaRPr sz="2041" b="0" i="0">
              <a:solidFill>
                <a:srgbClr val="1B1B1B"/>
              </a:solidFill>
              <a:latin typeface="Times New Roman" panose="02020503050405090304"/>
              <a:ea typeface="Times New Roman" panose="02020503050405090304"/>
              <a:cs typeface="Times New Roman" panose="02020503050405090304"/>
            </a:endParaRPr>
          </a:p>
        </p:txBody>
      </p:sp>
      <p:sp>
        <p:nvSpPr>
          <p:cNvPr id="330" name="line-117"/>
          <p:cNvSpPr>
            <a:spLocks noGrp="1"/>
          </p:cNvSpPr>
          <p:nvPr/>
        </p:nvSpPr>
        <p:spPr>
          <a:xfrm>
            <a:off x="2659380" y="13685996"/>
            <a:ext cx="128" cy="308610"/>
          </a:xfrm>
          <a:custGeom>
            <a:avLst/>
            <a:gdLst/>
            <a:ahLst/>
            <a:cxnLst/>
            <a:pathLst>
              <a:path w="95" h="228600">
                <a:moveTo>
                  <a:pt x="0" y="0"/>
                </a:moveTo>
                <a:lnTo>
                  <a:pt x="0" y="228600"/>
                </a:lnTo>
              </a:path>
            </a:pathLst>
          </a:custGeom>
          <a:noFill/>
          <a:ln w="30861">
            <a:solidFill>
              <a:srgbClr val="17202D"/>
            </a:solidFill>
            <a:prstDash val="solid"/>
          </a:ln>
        </p:spPr>
      </p:sp>
      <p:sp>
        <p:nvSpPr>
          <p:cNvPr id="331" name="line-118"/>
          <p:cNvSpPr>
            <a:spLocks noGrp="1"/>
          </p:cNvSpPr>
          <p:nvPr/>
        </p:nvSpPr>
        <p:spPr>
          <a:xfrm>
            <a:off x="2617815" y="13914767"/>
            <a:ext cx="41565" cy="79839"/>
          </a:xfrm>
          <a:custGeom>
            <a:avLst/>
            <a:gdLst/>
            <a:ahLst/>
            <a:cxnLst/>
            <a:pathLst>
              <a:path w="30789" h="59140">
                <a:moveTo>
                  <a:pt x="30789" y="59140"/>
                </a:moveTo>
                <a:lnTo>
                  <a:pt x="0" y="0"/>
                </a:lnTo>
              </a:path>
            </a:pathLst>
          </a:custGeom>
          <a:noFill/>
          <a:ln w="30861">
            <a:solidFill>
              <a:srgbClr val="17202D"/>
            </a:solidFill>
            <a:prstDash val="solid"/>
          </a:ln>
        </p:spPr>
      </p:sp>
      <p:sp>
        <p:nvSpPr>
          <p:cNvPr id="332" name="line-119"/>
          <p:cNvSpPr>
            <a:spLocks noGrp="1"/>
          </p:cNvSpPr>
          <p:nvPr/>
        </p:nvSpPr>
        <p:spPr>
          <a:xfrm>
            <a:off x="2659380" y="13914767"/>
            <a:ext cx="41565" cy="79839"/>
          </a:xfrm>
          <a:custGeom>
            <a:avLst/>
            <a:gdLst/>
            <a:ahLst/>
            <a:cxnLst/>
            <a:pathLst>
              <a:path w="30789" h="59140">
                <a:moveTo>
                  <a:pt x="0" y="59140"/>
                </a:moveTo>
                <a:lnTo>
                  <a:pt x="30789" y="0"/>
                </a:lnTo>
              </a:path>
            </a:pathLst>
          </a:custGeom>
          <a:noFill/>
          <a:ln w="30861">
            <a:solidFill>
              <a:srgbClr val="17202D"/>
            </a:solidFill>
            <a:prstDash val="solid"/>
          </a:ln>
        </p:spPr>
      </p:sp>
      <p:sp>
        <p:nvSpPr>
          <p:cNvPr id="333" name="Event heads&#10;w, s, d, prefix"/>
          <p:cNvSpPr>
            <a:spLocks noGrp="1"/>
          </p:cNvSpPr>
          <p:nvPr/>
        </p:nvSpPr>
        <p:spPr>
          <a:xfrm>
            <a:off x="1476375" y="13994606"/>
            <a:ext cx="2378869" cy="681514"/>
          </a:xfrm>
          <a:prstGeom prst="rect">
            <a:avLst/>
          </a:prstGeom>
          <a:solidFill>
            <a:srgbClr val="E7EBEF"/>
          </a:solidFill>
          <a:ln w="20729">
            <a:solidFill>
              <a:srgbClr val="5C636B"/>
            </a:solidFill>
            <a:prstDash val="solid"/>
          </a:ln>
        </p:spPr>
      </p:sp>
      <p:sp>
        <p:nvSpPr>
          <p:cNvPr id="334" name="Event heads&#10;w, s, d, prefix"/>
          <p:cNvSpPr>
            <a:spLocks noGrp="1"/>
          </p:cNvSpPr>
          <p:nvPr/>
        </p:nvSpPr>
        <p:spPr>
          <a:xfrm>
            <a:off x="1527810" y="14020324"/>
            <a:ext cx="2275999" cy="630079"/>
          </a:xfrm>
          <a:prstGeom prst="rect">
            <a:avLst/>
          </a:prstGeom>
          <a:noFill/>
          <a:ln w="0">
            <a:noFill/>
          </a:ln>
        </p:spPr>
        <p:txBody>
          <a:bodyPr wrap="none" lIns="0" tIns="0" rIns="0" bIns="0" anchor="ctr">
            <a:noAutofit/>
          </a:bodyPr>
          <a:lstStyle>
            <a:defPPr algn="ctr">
              <a:defRPr sz="2404" b="0" i="0">
                <a:solidFill>
                  <a:srgbClr val="1B1B1B"/>
                </a:solidFill>
                <a:latin typeface="Times New Roman" panose="02020503050405090304"/>
                <a:ea typeface="Times New Roman" panose="02020503050405090304"/>
                <a:cs typeface="Times New Roman" panose="02020503050405090304"/>
              </a:defRPr>
            </a:defPPr>
          </a:lstStyle>
          <a:p>
            <a:pPr algn="ctr">
              <a:lnSpc>
                <a:spcPct val="95000"/>
              </a:lnSpc>
              <a:defRPr sz="2404" b="0" i="0">
                <a:solidFill>
                  <a:srgbClr val="1B1B1B"/>
                </a:solidFill>
                <a:latin typeface="Times New Roman" panose="02020503050405090304"/>
                <a:ea typeface="Times New Roman" panose="02020503050405090304"/>
                <a:cs typeface="Times New Roman" panose="02020503050405090304"/>
              </a:defRPr>
            </a:pPr>
            <a:r>
              <a:rPr sz="2404" b="0" i="0">
                <a:solidFill>
                  <a:srgbClr val="1B1B1B"/>
                </a:solidFill>
                <a:latin typeface="Times New Roman" panose="02020503050405090304"/>
                <a:ea typeface="Times New Roman" panose="02020503050405090304"/>
                <a:cs typeface="Times New Roman" panose="02020503050405090304"/>
              </a:rPr>
              <a:t>Event heads</a:t>
            </a:r>
            <a:endParaRPr sz="2404" b="0" i="0">
              <a:solidFill>
                <a:srgbClr val="1B1B1B"/>
              </a:solidFill>
              <a:latin typeface="Times New Roman" panose="02020503050405090304"/>
              <a:ea typeface="Times New Roman" panose="02020503050405090304"/>
              <a:cs typeface="Times New Roman" panose="02020503050405090304"/>
            </a:endParaRPr>
          </a:p>
          <a:p>
            <a:pPr algn="ctr">
              <a:lnSpc>
                <a:spcPct val="95000"/>
              </a:lnSpc>
              <a:defRPr sz="2404" b="0" i="0">
                <a:solidFill>
                  <a:srgbClr val="1B1B1B"/>
                </a:solidFill>
                <a:latin typeface="Times New Roman" panose="02020503050405090304"/>
                <a:ea typeface="Times New Roman" panose="02020503050405090304"/>
                <a:cs typeface="Times New Roman" panose="02020503050405090304"/>
              </a:defRPr>
            </a:pPr>
            <a:r>
              <a:rPr sz="2404" b="0" i="0">
                <a:solidFill>
                  <a:srgbClr val="1B1B1B"/>
                </a:solidFill>
                <a:latin typeface="Times New Roman" panose="02020503050405090304"/>
                <a:ea typeface="Times New Roman" panose="02020503050405090304"/>
                <a:cs typeface="Times New Roman" panose="02020503050405090304"/>
              </a:rPr>
              <a:t>w, s, d, prefix</a:t>
            </a:r>
            <a:endParaRPr sz="2404" b="0" i="0">
              <a:solidFill>
                <a:srgbClr val="1B1B1B"/>
              </a:solidFill>
              <a:latin typeface="Times New Roman" panose="02020503050405090304"/>
              <a:ea typeface="Times New Roman" panose="02020503050405090304"/>
              <a:cs typeface="Times New Roman" panose="02020503050405090304"/>
            </a:endParaRPr>
          </a:p>
        </p:txBody>
      </p:sp>
      <p:sp>
        <p:nvSpPr>
          <p:cNvPr id="335" name="line-120"/>
          <p:cNvSpPr>
            <a:spLocks noGrp="1"/>
          </p:cNvSpPr>
          <p:nvPr/>
        </p:nvSpPr>
        <p:spPr>
          <a:xfrm>
            <a:off x="2659380" y="14676120"/>
            <a:ext cx="128" cy="308610"/>
          </a:xfrm>
          <a:custGeom>
            <a:avLst/>
            <a:gdLst/>
            <a:ahLst/>
            <a:cxnLst/>
            <a:pathLst>
              <a:path w="95" h="228600">
                <a:moveTo>
                  <a:pt x="0" y="0"/>
                </a:moveTo>
                <a:lnTo>
                  <a:pt x="0" y="228600"/>
                </a:lnTo>
              </a:path>
            </a:pathLst>
          </a:custGeom>
          <a:noFill/>
          <a:ln w="30861">
            <a:solidFill>
              <a:srgbClr val="17202D"/>
            </a:solidFill>
            <a:prstDash val="solid"/>
          </a:ln>
        </p:spPr>
      </p:sp>
      <p:sp>
        <p:nvSpPr>
          <p:cNvPr id="336" name="line-121"/>
          <p:cNvSpPr>
            <a:spLocks noGrp="1"/>
          </p:cNvSpPr>
          <p:nvPr/>
        </p:nvSpPr>
        <p:spPr>
          <a:xfrm>
            <a:off x="2617815" y="14904891"/>
            <a:ext cx="41565" cy="79839"/>
          </a:xfrm>
          <a:custGeom>
            <a:avLst/>
            <a:gdLst/>
            <a:ahLst/>
            <a:cxnLst/>
            <a:pathLst>
              <a:path w="30789" h="59140">
                <a:moveTo>
                  <a:pt x="30789" y="59140"/>
                </a:moveTo>
                <a:lnTo>
                  <a:pt x="0" y="0"/>
                </a:lnTo>
              </a:path>
            </a:pathLst>
          </a:custGeom>
          <a:noFill/>
          <a:ln w="30861">
            <a:solidFill>
              <a:srgbClr val="17202D"/>
            </a:solidFill>
            <a:prstDash val="solid"/>
          </a:ln>
        </p:spPr>
      </p:sp>
      <p:sp>
        <p:nvSpPr>
          <p:cNvPr id="337" name="line-122"/>
          <p:cNvSpPr>
            <a:spLocks noGrp="1"/>
          </p:cNvSpPr>
          <p:nvPr/>
        </p:nvSpPr>
        <p:spPr>
          <a:xfrm>
            <a:off x="2659380" y="14904891"/>
            <a:ext cx="41565" cy="79839"/>
          </a:xfrm>
          <a:custGeom>
            <a:avLst/>
            <a:gdLst/>
            <a:ahLst/>
            <a:cxnLst/>
            <a:pathLst>
              <a:path w="30789" h="59140">
                <a:moveTo>
                  <a:pt x="0" y="59140"/>
                </a:moveTo>
                <a:lnTo>
                  <a:pt x="30789" y="0"/>
                </a:lnTo>
              </a:path>
            </a:pathLst>
          </a:custGeom>
          <a:noFill/>
          <a:ln w="30861">
            <a:solidFill>
              <a:srgbClr val="17202D"/>
            </a:solidFill>
            <a:prstDash val="solid"/>
          </a:ln>
        </p:spPr>
      </p:sp>
      <p:sp>
        <p:nvSpPr>
          <p:cNvPr id="338" name="line-123"/>
          <p:cNvSpPr>
            <a:spLocks noGrp="1"/>
          </p:cNvSpPr>
          <p:nvPr/>
        </p:nvSpPr>
        <p:spPr>
          <a:xfrm>
            <a:off x="5346859" y="12785884"/>
            <a:ext cx="128" cy="321469"/>
          </a:xfrm>
          <a:custGeom>
            <a:avLst/>
            <a:gdLst/>
            <a:ahLst/>
            <a:cxnLst/>
            <a:pathLst>
              <a:path w="95" h="238125">
                <a:moveTo>
                  <a:pt x="0" y="0"/>
                </a:moveTo>
                <a:lnTo>
                  <a:pt x="0" y="238125"/>
                </a:lnTo>
              </a:path>
            </a:pathLst>
          </a:custGeom>
          <a:noFill/>
          <a:ln w="30861">
            <a:solidFill>
              <a:srgbClr val="17202D"/>
            </a:solidFill>
            <a:prstDash val="solid"/>
          </a:ln>
        </p:spPr>
      </p:sp>
      <p:sp>
        <p:nvSpPr>
          <p:cNvPr id="339" name="line-124"/>
          <p:cNvSpPr>
            <a:spLocks noGrp="1"/>
          </p:cNvSpPr>
          <p:nvPr/>
        </p:nvSpPr>
        <p:spPr>
          <a:xfrm>
            <a:off x="5305294" y="13027514"/>
            <a:ext cx="41565" cy="79839"/>
          </a:xfrm>
          <a:custGeom>
            <a:avLst/>
            <a:gdLst/>
            <a:ahLst/>
            <a:cxnLst/>
            <a:pathLst>
              <a:path w="30789" h="59140">
                <a:moveTo>
                  <a:pt x="30789" y="59140"/>
                </a:moveTo>
                <a:lnTo>
                  <a:pt x="0" y="0"/>
                </a:lnTo>
              </a:path>
            </a:pathLst>
          </a:custGeom>
          <a:noFill/>
          <a:ln w="30861">
            <a:solidFill>
              <a:srgbClr val="17202D"/>
            </a:solidFill>
            <a:prstDash val="solid"/>
          </a:ln>
        </p:spPr>
      </p:sp>
      <p:sp>
        <p:nvSpPr>
          <p:cNvPr id="340" name="line-125"/>
          <p:cNvSpPr>
            <a:spLocks noGrp="1"/>
          </p:cNvSpPr>
          <p:nvPr/>
        </p:nvSpPr>
        <p:spPr>
          <a:xfrm>
            <a:off x="5346859" y="13027514"/>
            <a:ext cx="41565" cy="79839"/>
          </a:xfrm>
          <a:custGeom>
            <a:avLst/>
            <a:gdLst/>
            <a:ahLst/>
            <a:cxnLst/>
            <a:pathLst>
              <a:path w="30789" h="59140">
                <a:moveTo>
                  <a:pt x="0" y="59140"/>
                </a:moveTo>
                <a:lnTo>
                  <a:pt x="30789" y="0"/>
                </a:lnTo>
              </a:path>
            </a:pathLst>
          </a:custGeom>
          <a:noFill/>
          <a:ln w="30861">
            <a:solidFill>
              <a:srgbClr val="17202D"/>
            </a:solidFill>
            <a:prstDash val="solid"/>
          </a:ln>
        </p:spPr>
      </p:sp>
      <p:sp>
        <p:nvSpPr>
          <p:cNvPr id="341" name="Skip + order-progress&#10;fusion"/>
          <p:cNvSpPr>
            <a:spLocks noGrp="1"/>
          </p:cNvSpPr>
          <p:nvPr/>
        </p:nvSpPr>
        <p:spPr>
          <a:xfrm>
            <a:off x="4112419" y="13107353"/>
            <a:ext cx="2481739" cy="578644"/>
          </a:xfrm>
          <a:prstGeom prst="rect">
            <a:avLst/>
          </a:prstGeom>
          <a:solidFill>
            <a:srgbClr val="E7EBEF"/>
          </a:solidFill>
          <a:ln w="20729">
            <a:solidFill>
              <a:srgbClr val="5C636B"/>
            </a:solidFill>
            <a:prstDash val="solid"/>
          </a:ln>
        </p:spPr>
      </p:sp>
      <p:sp>
        <p:nvSpPr>
          <p:cNvPr id="342" name="Skip + order-progress&#10;fusion"/>
          <p:cNvSpPr>
            <a:spLocks noGrp="1"/>
          </p:cNvSpPr>
          <p:nvPr/>
        </p:nvSpPr>
        <p:spPr>
          <a:xfrm>
            <a:off x="4163854" y="13133070"/>
            <a:ext cx="2378869" cy="527209"/>
          </a:xfrm>
          <a:prstGeom prst="rect">
            <a:avLst/>
          </a:prstGeom>
          <a:noFill/>
          <a:ln w="0">
            <a:noFill/>
          </a:ln>
        </p:spPr>
        <p:txBody>
          <a:bodyPr wrap="none" lIns="0" tIns="0" rIns="0" bIns="0" anchor="ctr">
            <a:noAutofit/>
          </a:bodyPr>
          <a:lstStyle>
            <a:defPPr algn="ctr">
              <a:defRPr sz="2041" b="0" i="0">
                <a:solidFill>
                  <a:srgbClr val="1B1B1B"/>
                </a:solidFill>
                <a:latin typeface="Times New Roman" panose="02020503050405090304"/>
                <a:ea typeface="Times New Roman" panose="02020503050405090304"/>
                <a:cs typeface="Times New Roman" panose="02020503050405090304"/>
              </a:defRPr>
            </a:defPPr>
          </a:lstStyle>
          <a:p>
            <a:pPr algn="ctr">
              <a:lnSpc>
                <a:spcPct val="95000"/>
              </a:lnSpc>
              <a:defRPr sz="2041" b="0" i="0">
                <a:solidFill>
                  <a:srgbClr val="1B1B1B"/>
                </a:solidFill>
                <a:latin typeface="Times New Roman" panose="02020503050405090304"/>
                <a:ea typeface="Times New Roman" panose="02020503050405090304"/>
                <a:cs typeface="Times New Roman" panose="02020503050405090304"/>
              </a:defRPr>
            </a:pPr>
            <a:r>
              <a:rPr sz="2041" b="0" i="0">
                <a:solidFill>
                  <a:srgbClr val="1B1B1B"/>
                </a:solidFill>
                <a:latin typeface="Times New Roman" panose="02020503050405090304"/>
                <a:ea typeface="Times New Roman" panose="02020503050405090304"/>
                <a:cs typeface="Times New Roman" panose="02020503050405090304"/>
              </a:rPr>
              <a:t>Skip + order-progress</a:t>
            </a:r>
            <a:endParaRPr sz="2041" b="0" i="0">
              <a:solidFill>
                <a:srgbClr val="1B1B1B"/>
              </a:solidFill>
              <a:latin typeface="Times New Roman" panose="02020503050405090304"/>
              <a:ea typeface="Times New Roman" panose="02020503050405090304"/>
              <a:cs typeface="Times New Roman" panose="02020503050405090304"/>
            </a:endParaRPr>
          </a:p>
          <a:p>
            <a:pPr algn="ctr">
              <a:lnSpc>
                <a:spcPct val="95000"/>
              </a:lnSpc>
              <a:defRPr sz="2041" b="0" i="0">
                <a:solidFill>
                  <a:srgbClr val="1B1B1B"/>
                </a:solidFill>
                <a:latin typeface="Times New Roman" panose="02020503050405090304"/>
                <a:ea typeface="Times New Roman" panose="02020503050405090304"/>
                <a:cs typeface="Times New Roman" panose="02020503050405090304"/>
              </a:defRPr>
            </a:pPr>
            <a:r>
              <a:rPr sz="2041" b="0" i="0">
                <a:solidFill>
                  <a:srgbClr val="1B1B1B"/>
                </a:solidFill>
                <a:latin typeface="Times New Roman" panose="02020503050405090304"/>
                <a:ea typeface="Times New Roman" panose="02020503050405090304"/>
                <a:cs typeface="Times New Roman" panose="02020503050405090304"/>
              </a:rPr>
              <a:t>fusion</a:t>
            </a:r>
            <a:endParaRPr sz="2041" b="0" i="0">
              <a:solidFill>
                <a:srgbClr val="1B1B1B"/>
              </a:solidFill>
              <a:latin typeface="Times New Roman" panose="02020503050405090304"/>
              <a:ea typeface="Times New Roman" panose="02020503050405090304"/>
              <a:cs typeface="Times New Roman" panose="02020503050405090304"/>
            </a:endParaRPr>
          </a:p>
        </p:txBody>
      </p:sp>
      <p:sp>
        <p:nvSpPr>
          <p:cNvPr id="343" name="line-126"/>
          <p:cNvSpPr>
            <a:spLocks noGrp="1"/>
          </p:cNvSpPr>
          <p:nvPr/>
        </p:nvSpPr>
        <p:spPr>
          <a:xfrm>
            <a:off x="5346859" y="13685996"/>
            <a:ext cx="128" cy="308610"/>
          </a:xfrm>
          <a:custGeom>
            <a:avLst/>
            <a:gdLst/>
            <a:ahLst/>
            <a:cxnLst/>
            <a:pathLst>
              <a:path w="95" h="228600">
                <a:moveTo>
                  <a:pt x="0" y="0"/>
                </a:moveTo>
                <a:lnTo>
                  <a:pt x="0" y="228600"/>
                </a:lnTo>
              </a:path>
            </a:pathLst>
          </a:custGeom>
          <a:noFill/>
          <a:ln w="30861">
            <a:solidFill>
              <a:srgbClr val="17202D"/>
            </a:solidFill>
            <a:prstDash val="solid"/>
          </a:ln>
        </p:spPr>
      </p:sp>
      <p:sp>
        <p:nvSpPr>
          <p:cNvPr id="344" name="line-127"/>
          <p:cNvSpPr>
            <a:spLocks noGrp="1"/>
          </p:cNvSpPr>
          <p:nvPr/>
        </p:nvSpPr>
        <p:spPr>
          <a:xfrm>
            <a:off x="5305294" y="13914767"/>
            <a:ext cx="41565" cy="79839"/>
          </a:xfrm>
          <a:custGeom>
            <a:avLst/>
            <a:gdLst/>
            <a:ahLst/>
            <a:cxnLst/>
            <a:pathLst>
              <a:path w="30789" h="59140">
                <a:moveTo>
                  <a:pt x="30789" y="59140"/>
                </a:moveTo>
                <a:lnTo>
                  <a:pt x="0" y="0"/>
                </a:lnTo>
              </a:path>
            </a:pathLst>
          </a:custGeom>
          <a:noFill/>
          <a:ln w="30861">
            <a:solidFill>
              <a:srgbClr val="17202D"/>
            </a:solidFill>
            <a:prstDash val="solid"/>
          </a:ln>
        </p:spPr>
      </p:sp>
      <p:sp>
        <p:nvSpPr>
          <p:cNvPr id="345" name="line-128"/>
          <p:cNvSpPr>
            <a:spLocks noGrp="1"/>
          </p:cNvSpPr>
          <p:nvPr/>
        </p:nvSpPr>
        <p:spPr>
          <a:xfrm>
            <a:off x="5346859" y="13914767"/>
            <a:ext cx="41565" cy="79839"/>
          </a:xfrm>
          <a:custGeom>
            <a:avLst/>
            <a:gdLst/>
            <a:ahLst/>
            <a:cxnLst/>
            <a:pathLst>
              <a:path w="30789" h="59140">
                <a:moveTo>
                  <a:pt x="0" y="59140"/>
                </a:moveTo>
                <a:lnTo>
                  <a:pt x="30789" y="0"/>
                </a:lnTo>
              </a:path>
            </a:pathLst>
          </a:custGeom>
          <a:noFill/>
          <a:ln w="30861">
            <a:solidFill>
              <a:srgbClr val="17202D"/>
            </a:solidFill>
            <a:prstDash val="solid"/>
          </a:ln>
        </p:spPr>
      </p:sp>
      <p:sp>
        <p:nvSpPr>
          <p:cNvPr id="346" name="State / remaining&#10;time decoders"/>
          <p:cNvSpPr>
            <a:spLocks noGrp="1"/>
          </p:cNvSpPr>
          <p:nvPr/>
        </p:nvSpPr>
        <p:spPr>
          <a:xfrm>
            <a:off x="4112419" y="13994606"/>
            <a:ext cx="2481739" cy="681514"/>
          </a:xfrm>
          <a:prstGeom prst="rect">
            <a:avLst/>
          </a:prstGeom>
          <a:solidFill>
            <a:srgbClr val="E7EBEF"/>
          </a:solidFill>
          <a:ln w="20729">
            <a:solidFill>
              <a:srgbClr val="5C636B"/>
            </a:solidFill>
            <a:prstDash val="solid"/>
          </a:ln>
        </p:spPr>
      </p:sp>
      <p:sp>
        <p:nvSpPr>
          <p:cNvPr id="347" name="State / remaining&#10;time decoders"/>
          <p:cNvSpPr>
            <a:spLocks noGrp="1"/>
          </p:cNvSpPr>
          <p:nvPr/>
        </p:nvSpPr>
        <p:spPr>
          <a:xfrm>
            <a:off x="4163854" y="14020324"/>
            <a:ext cx="2378869" cy="630079"/>
          </a:xfrm>
          <a:prstGeom prst="rect">
            <a:avLst/>
          </a:prstGeom>
          <a:noFill/>
          <a:ln w="0">
            <a:noFill/>
          </a:ln>
        </p:spPr>
        <p:txBody>
          <a:bodyPr wrap="none" lIns="0" tIns="0" rIns="0" bIns="0" anchor="ctr">
            <a:noAutofit/>
          </a:bodyPr>
          <a:lstStyle>
            <a:defPPr algn="ctr">
              <a:defRPr sz="2404" b="0" i="0">
                <a:solidFill>
                  <a:srgbClr val="1B1B1B"/>
                </a:solidFill>
                <a:latin typeface="Times New Roman" panose="02020503050405090304"/>
                <a:ea typeface="Times New Roman" panose="02020503050405090304"/>
                <a:cs typeface="Times New Roman" panose="02020503050405090304"/>
              </a:defRPr>
            </a:defPPr>
          </a:lstStyle>
          <a:p>
            <a:pPr algn="ctr">
              <a:lnSpc>
                <a:spcPct val="95000"/>
              </a:lnSpc>
              <a:defRPr sz="2404" b="0" i="0">
                <a:solidFill>
                  <a:srgbClr val="1B1B1B"/>
                </a:solidFill>
                <a:latin typeface="Times New Roman" panose="02020503050405090304"/>
                <a:ea typeface="Times New Roman" panose="02020503050405090304"/>
                <a:cs typeface="Times New Roman" panose="02020503050405090304"/>
              </a:defRPr>
            </a:pPr>
            <a:r>
              <a:rPr sz="2404" b="0" i="0">
                <a:solidFill>
                  <a:srgbClr val="1B1B1B"/>
                </a:solidFill>
                <a:latin typeface="Times New Roman" panose="02020503050405090304"/>
                <a:ea typeface="Times New Roman" panose="02020503050405090304"/>
                <a:cs typeface="Times New Roman" panose="02020503050405090304"/>
              </a:rPr>
              <a:t>State / remaining</a:t>
            </a:r>
            <a:endParaRPr sz="2404" b="0" i="0">
              <a:solidFill>
                <a:srgbClr val="1B1B1B"/>
              </a:solidFill>
              <a:latin typeface="Times New Roman" panose="02020503050405090304"/>
              <a:ea typeface="Times New Roman" panose="02020503050405090304"/>
              <a:cs typeface="Times New Roman" panose="02020503050405090304"/>
            </a:endParaRPr>
          </a:p>
          <a:p>
            <a:pPr algn="ctr">
              <a:lnSpc>
                <a:spcPct val="95000"/>
              </a:lnSpc>
              <a:defRPr sz="2404" b="0" i="0">
                <a:solidFill>
                  <a:srgbClr val="1B1B1B"/>
                </a:solidFill>
                <a:latin typeface="Times New Roman" panose="02020503050405090304"/>
                <a:ea typeface="Times New Roman" panose="02020503050405090304"/>
                <a:cs typeface="Times New Roman" panose="02020503050405090304"/>
              </a:defRPr>
            </a:pPr>
            <a:r>
              <a:rPr sz="2404" b="0" i="0">
                <a:solidFill>
                  <a:srgbClr val="1B1B1B"/>
                </a:solidFill>
                <a:latin typeface="Times New Roman" panose="02020503050405090304"/>
                <a:ea typeface="Times New Roman" panose="02020503050405090304"/>
                <a:cs typeface="Times New Roman" panose="02020503050405090304"/>
              </a:rPr>
              <a:t>time decoders</a:t>
            </a:r>
            <a:endParaRPr sz="2404" b="0" i="0">
              <a:solidFill>
                <a:srgbClr val="1B1B1B"/>
              </a:solidFill>
              <a:latin typeface="Times New Roman" panose="02020503050405090304"/>
              <a:ea typeface="Times New Roman" panose="02020503050405090304"/>
              <a:cs typeface="Times New Roman" panose="02020503050405090304"/>
            </a:endParaRPr>
          </a:p>
        </p:txBody>
      </p:sp>
      <p:sp>
        <p:nvSpPr>
          <p:cNvPr id="348" name="line-129"/>
          <p:cNvSpPr>
            <a:spLocks noGrp="1"/>
          </p:cNvSpPr>
          <p:nvPr/>
        </p:nvSpPr>
        <p:spPr>
          <a:xfrm>
            <a:off x="5346859" y="14676120"/>
            <a:ext cx="128" cy="308610"/>
          </a:xfrm>
          <a:custGeom>
            <a:avLst/>
            <a:gdLst/>
            <a:ahLst/>
            <a:cxnLst/>
            <a:pathLst>
              <a:path w="95" h="228600">
                <a:moveTo>
                  <a:pt x="0" y="0"/>
                </a:moveTo>
                <a:lnTo>
                  <a:pt x="0" y="228600"/>
                </a:lnTo>
              </a:path>
            </a:pathLst>
          </a:custGeom>
          <a:noFill/>
          <a:ln w="30861">
            <a:solidFill>
              <a:srgbClr val="17202D"/>
            </a:solidFill>
            <a:prstDash val="solid"/>
          </a:ln>
        </p:spPr>
      </p:sp>
      <p:sp>
        <p:nvSpPr>
          <p:cNvPr id="349" name="line-130"/>
          <p:cNvSpPr>
            <a:spLocks noGrp="1"/>
          </p:cNvSpPr>
          <p:nvPr/>
        </p:nvSpPr>
        <p:spPr>
          <a:xfrm>
            <a:off x="5305294" y="14904891"/>
            <a:ext cx="41565" cy="79839"/>
          </a:xfrm>
          <a:custGeom>
            <a:avLst/>
            <a:gdLst/>
            <a:ahLst/>
            <a:cxnLst/>
            <a:pathLst>
              <a:path w="30789" h="59140">
                <a:moveTo>
                  <a:pt x="30789" y="59140"/>
                </a:moveTo>
                <a:lnTo>
                  <a:pt x="0" y="0"/>
                </a:lnTo>
              </a:path>
            </a:pathLst>
          </a:custGeom>
          <a:noFill/>
          <a:ln w="30861">
            <a:solidFill>
              <a:srgbClr val="17202D"/>
            </a:solidFill>
            <a:prstDash val="solid"/>
          </a:ln>
        </p:spPr>
      </p:sp>
      <p:sp>
        <p:nvSpPr>
          <p:cNvPr id="350" name="line-131"/>
          <p:cNvSpPr>
            <a:spLocks noGrp="1"/>
          </p:cNvSpPr>
          <p:nvPr/>
        </p:nvSpPr>
        <p:spPr>
          <a:xfrm>
            <a:off x="5346859" y="14904891"/>
            <a:ext cx="41565" cy="79839"/>
          </a:xfrm>
          <a:custGeom>
            <a:avLst/>
            <a:gdLst/>
            <a:ahLst/>
            <a:cxnLst/>
            <a:pathLst>
              <a:path w="30789" h="59140">
                <a:moveTo>
                  <a:pt x="0" y="59140"/>
                </a:moveTo>
                <a:lnTo>
                  <a:pt x="30789" y="0"/>
                </a:lnTo>
              </a:path>
            </a:pathLst>
          </a:custGeom>
          <a:noFill/>
          <a:ln w="30861">
            <a:solidFill>
              <a:srgbClr val="17202D"/>
            </a:solidFill>
            <a:prstDash val="solid"/>
          </a:ln>
        </p:spPr>
      </p:sp>
      <p:sp>
        <p:nvSpPr>
          <p:cNvPr id="351" name="line-132"/>
          <p:cNvSpPr>
            <a:spLocks noGrp="1"/>
          </p:cNvSpPr>
          <p:nvPr/>
        </p:nvSpPr>
        <p:spPr>
          <a:xfrm>
            <a:off x="8124349" y="12785884"/>
            <a:ext cx="128" cy="321469"/>
          </a:xfrm>
          <a:custGeom>
            <a:avLst/>
            <a:gdLst/>
            <a:ahLst/>
            <a:cxnLst/>
            <a:pathLst>
              <a:path w="95" h="238125">
                <a:moveTo>
                  <a:pt x="0" y="0"/>
                </a:moveTo>
                <a:lnTo>
                  <a:pt x="0" y="238125"/>
                </a:lnTo>
              </a:path>
            </a:pathLst>
          </a:custGeom>
          <a:noFill/>
          <a:ln w="30861">
            <a:solidFill>
              <a:srgbClr val="17202D"/>
            </a:solidFill>
            <a:prstDash val="solid"/>
          </a:ln>
        </p:spPr>
      </p:sp>
      <p:sp>
        <p:nvSpPr>
          <p:cNvPr id="352" name="line-133"/>
          <p:cNvSpPr>
            <a:spLocks noGrp="1"/>
          </p:cNvSpPr>
          <p:nvPr/>
        </p:nvSpPr>
        <p:spPr>
          <a:xfrm>
            <a:off x="8082784" y="13027514"/>
            <a:ext cx="41565" cy="79839"/>
          </a:xfrm>
          <a:custGeom>
            <a:avLst/>
            <a:gdLst/>
            <a:ahLst/>
            <a:cxnLst/>
            <a:pathLst>
              <a:path w="30789" h="59140">
                <a:moveTo>
                  <a:pt x="30789" y="59140"/>
                </a:moveTo>
                <a:lnTo>
                  <a:pt x="0" y="0"/>
                </a:lnTo>
              </a:path>
            </a:pathLst>
          </a:custGeom>
          <a:noFill/>
          <a:ln w="30861">
            <a:solidFill>
              <a:srgbClr val="17202D"/>
            </a:solidFill>
            <a:prstDash val="solid"/>
          </a:ln>
        </p:spPr>
      </p:sp>
      <p:sp>
        <p:nvSpPr>
          <p:cNvPr id="353" name="line-134"/>
          <p:cNvSpPr>
            <a:spLocks noGrp="1"/>
          </p:cNvSpPr>
          <p:nvPr/>
        </p:nvSpPr>
        <p:spPr>
          <a:xfrm>
            <a:off x="8124349" y="13027514"/>
            <a:ext cx="41565" cy="79839"/>
          </a:xfrm>
          <a:custGeom>
            <a:avLst/>
            <a:gdLst/>
            <a:ahLst/>
            <a:cxnLst/>
            <a:pathLst>
              <a:path w="30789" h="59140">
                <a:moveTo>
                  <a:pt x="0" y="59140"/>
                </a:moveTo>
                <a:lnTo>
                  <a:pt x="30789" y="0"/>
                </a:lnTo>
              </a:path>
            </a:pathLst>
          </a:custGeom>
          <a:noFill/>
          <a:ln w="30861">
            <a:solidFill>
              <a:srgbClr val="17202D"/>
            </a:solidFill>
            <a:prstDash val="solid"/>
          </a:ln>
        </p:spPr>
      </p:sp>
      <p:sp>
        <p:nvSpPr>
          <p:cNvPr id="354" name="Graph pooling&#10;+ node evidence"/>
          <p:cNvSpPr>
            <a:spLocks noGrp="1"/>
          </p:cNvSpPr>
          <p:nvPr/>
        </p:nvSpPr>
        <p:spPr>
          <a:xfrm>
            <a:off x="6967061" y="13107353"/>
            <a:ext cx="2314575" cy="578644"/>
          </a:xfrm>
          <a:prstGeom prst="rect">
            <a:avLst/>
          </a:prstGeom>
          <a:solidFill>
            <a:srgbClr val="E7EBEF"/>
          </a:solidFill>
          <a:ln w="20729">
            <a:solidFill>
              <a:srgbClr val="5C636B"/>
            </a:solidFill>
            <a:prstDash val="solid"/>
          </a:ln>
        </p:spPr>
      </p:sp>
      <p:sp>
        <p:nvSpPr>
          <p:cNvPr id="355" name="Graph pooling&#10;+ node evidence"/>
          <p:cNvSpPr>
            <a:spLocks noGrp="1"/>
          </p:cNvSpPr>
          <p:nvPr/>
        </p:nvSpPr>
        <p:spPr>
          <a:xfrm>
            <a:off x="7018496" y="13133070"/>
            <a:ext cx="2211705" cy="527209"/>
          </a:xfrm>
          <a:prstGeom prst="rect">
            <a:avLst/>
          </a:prstGeom>
          <a:noFill/>
          <a:ln w="0">
            <a:noFill/>
          </a:ln>
        </p:spPr>
        <p:txBody>
          <a:bodyPr wrap="none" lIns="0" tIns="0" rIns="0" bIns="0" anchor="ctr">
            <a:noAutofit/>
          </a:bodyPr>
          <a:lstStyle>
            <a:defPPr algn="ctr">
              <a:defRPr sz="2041" b="0" i="0">
                <a:solidFill>
                  <a:srgbClr val="1B1B1B"/>
                </a:solidFill>
                <a:latin typeface="Times New Roman" panose="02020503050405090304"/>
                <a:ea typeface="Times New Roman" panose="02020503050405090304"/>
                <a:cs typeface="Times New Roman" panose="02020503050405090304"/>
              </a:defRPr>
            </a:defPPr>
          </a:lstStyle>
          <a:p>
            <a:pPr algn="ctr">
              <a:lnSpc>
                <a:spcPct val="95000"/>
              </a:lnSpc>
              <a:defRPr sz="2041" b="0" i="0">
                <a:solidFill>
                  <a:srgbClr val="1B1B1B"/>
                </a:solidFill>
                <a:latin typeface="Times New Roman" panose="02020503050405090304"/>
                <a:ea typeface="Times New Roman" panose="02020503050405090304"/>
                <a:cs typeface="Times New Roman" panose="02020503050405090304"/>
              </a:defRPr>
            </a:pPr>
            <a:r>
              <a:rPr sz="2041" b="0" i="0">
                <a:solidFill>
                  <a:srgbClr val="1B1B1B"/>
                </a:solidFill>
                <a:latin typeface="Times New Roman" panose="02020503050405090304"/>
                <a:ea typeface="Times New Roman" panose="02020503050405090304"/>
                <a:cs typeface="Times New Roman" panose="02020503050405090304"/>
              </a:rPr>
              <a:t>Graph pooling</a:t>
            </a:r>
            <a:endParaRPr sz="2041" b="0" i="0">
              <a:solidFill>
                <a:srgbClr val="1B1B1B"/>
              </a:solidFill>
              <a:latin typeface="Times New Roman" panose="02020503050405090304"/>
              <a:ea typeface="Times New Roman" panose="02020503050405090304"/>
              <a:cs typeface="Times New Roman" panose="02020503050405090304"/>
            </a:endParaRPr>
          </a:p>
          <a:p>
            <a:pPr algn="ctr">
              <a:lnSpc>
                <a:spcPct val="95000"/>
              </a:lnSpc>
              <a:defRPr sz="2041" b="0" i="0">
                <a:solidFill>
                  <a:srgbClr val="1B1B1B"/>
                </a:solidFill>
                <a:latin typeface="Times New Roman" panose="02020503050405090304"/>
                <a:ea typeface="Times New Roman" panose="02020503050405090304"/>
                <a:cs typeface="Times New Roman" panose="02020503050405090304"/>
              </a:defRPr>
            </a:pPr>
            <a:r>
              <a:rPr sz="2041" b="0" i="0">
                <a:solidFill>
                  <a:srgbClr val="1B1B1B"/>
                </a:solidFill>
                <a:latin typeface="Times New Roman" panose="02020503050405090304"/>
                <a:ea typeface="Times New Roman" panose="02020503050405090304"/>
                <a:cs typeface="Times New Roman" panose="02020503050405090304"/>
              </a:rPr>
              <a:t>+ node evidence</a:t>
            </a:r>
            <a:endParaRPr sz="2041" b="0" i="0">
              <a:solidFill>
                <a:srgbClr val="1B1B1B"/>
              </a:solidFill>
              <a:latin typeface="Times New Roman" panose="02020503050405090304"/>
              <a:ea typeface="Times New Roman" panose="02020503050405090304"/>
              <a:cs typeface="Times New Roman" panose="02020503050405090304"/>
            </a:endParaRPr>
          </a:p>
        </p:txBody>
      </p:sp>
      <p:sp>
        <p:nvSpPr>
          <p:cNvPr id="356" name="line-135"/>
          <p:cNvSpPr>
            <a:spLocks noGrp="1"/>
          </p:cNvSpPr>
          <p:nvPr/>
        </p:nvSpPr>
        <p:spPr>
          <a:xfrm>
            <a:off x="8124349" y="13685996"/>
            <a:ext cx="128" cy="308610"/>
          </a:xfrm>
          <a:custGeom>
            <a:avLst/>
            <a:gdLst/>
            <a:ahLst/>
            <a:cxnLst/>
            <a:pathLst>
              <a:path w="95" h="228600">
                <a:moveTo>
                  <a:pt x="0" y="0"/>
                </a:moveTo>
                <a:lnTo>
                  <a:pt x="0" y="228600"/>
                </a:lnTo>
              </a:path>
            </a:pathLst>
          </a:custGeom>
          <a:noFill/>
          <a:ln w="30861">
            <a:solidFill>
              <a:srgbClr val="17202D"/>
            </a:solidFill>
            <a:prstDash val="solid"/>
          </a:ln>
        </p:spPr>
      </p:sp>
      <p:sp>
        <p:nvSpPr>
          <p:cNvPr id="357" name="line-136"/>
          <p:cNvSpPr>
            <a:spLocks noGrp="1"/>
          </p:cNvSpPr>
          <p:nvPr/>
        </p:nvSpPr>
        <p:spPr>
          <a:xfrm>
            <a:off x="8082784" y="13914767"/>
            <a:ext cx="41565" cy="79839"/>
          </a:xfrm>
          <a:custGeom>
            <a:avLst/>
            <a:gdLst/>
            <a:ahLst/>
            <a:cxnLst/>
            <a:pathLst>
              <a:path w="30789" h="59140">
                <a:moveTo>
                  <a:pt x="30789" y="59140"/>
                </a:moveTo>
                <a:lnTo>
                  <a:pt x="0" y="0"/>
                </a:lnTo>
              </a:path>
            </a:pathLst>
          </a:custGeom>
          <a:noFill/>
          <a:ln w="30861">
            <a:solidFill>
              <a:srgbClr val="17202D"/>
            </a:solidFill>
            <a:prstDash val="solid"/>
          </a:ln>
        </p:spPr>
      </p:sp>
      <p:sp>
        <p:nvSpPr>
          <p:cNvPr id="358" name="line-137"/>
          <p:cNvSpPr>
            <a:spLocks noGrp="1"/>
          </p:cNvSpPr>
          <p:nvPr/>
        </p:nvSpPr>
        <p:spPr>
          <a:xfrm>
            <a:off x="8124349" y="13914767"/>
            <a:ext cx="41565" cy="79839"/>
          </a:xfrm>
          <a:custGeom>
            <a:avLst/>
            <a:gdLst/>
            <a:ahLst/>
            <a:cxnLst/>
            <a:pathLst>
              <a:path w="30789" h="59140">
                <a:moveTo>
                  <a:pt x="0" y="59140"/>
                </a:moveTo>
                <a:lnTo>
                  <a:pt x="30789" y="0"/>
                </a:lnTo>
              </a:path>
            </a:pathLst>
          </a:custGeom>
          <a:noFill/>
          <a:ln w="30861">
            <a:solidFill>
              <a:srgbClr val="17202D"/>
            </a:solidFill>
            <a:prstDash val="solid"/>
          </a:ln>
        </p:spPr>
      </p:sp>
      <p:sp>
        <p:nvSpPr>
          <p:cNvPr id="359" name="Process-cause&#10;classifier"/>
          <p:cNvSpPr>
            <a:spLocks noGrp="1"/>
          </p:cNvSpPr>
          <p:nvPr/>
        </p:nvSpPr>
        <p:spPr>
          <a:xfrm>
            <a:off x="6967061" y="13994606"/>
            <a:ext cx="2314575" cy="681514"/>
          </a:xfrm>
          <a:prstGeom prst="rect">
            <a:avLst/>
          </a:prstGeom>
          <a:solidFill>
            <a:srgbClr val="E7EBEF"/>
          </a:solidFill>
          <a:ln w="20729">
            <a:solidFill>
              <a:srgbClr val="5C636B"/>
            </a:solidFill>
            <a:prstDash val="solid"/>
          </a:ln>
        </p:spPr>
      </p:sp>
      <p:sp>
        <p:nvSpPr>
          <p:cNvPr id="360" name="Process-cause&#10;classifier"/>
          <p:cNvSpPr>
            <a:spLocks noGrp="1"/>
          </p:cNvSpPr>
          <p:nvPr/>
        </p:nvSpPr>
        <p:spPr>
          <a:xfrm>
            <a:off x="7018496" y="14020324"/>
            <a:ext cx="2211705" cy="630079"/>
          </a:xfrm>
          <a:prstGeom prst="rect">
            <a:avLst/>
          </a:prstGeom>
          <a:noFill/>
          <a:ln w="0">
            <a:noFill/>
          </a:ln>
        </p:spPr>
        <p:txBody>
          <a:bodyPr wrap="none" lIns="0" tIns="0" rIns="0" bIns="0" anchor="ctr">
            <a:noAutofit/>
          </a:bodyPr>
          <a:lstStyle>
            <a:defPPr algn="ctr">
              <a:defRPr sz="2404" b="0" i="0">
                <a:solidFill>
                  <a:srgbClr val="1B1B1B"/>
                </a:solidFill>
                <a:latin typeface="Times New Roman" panose="02020503050405090304"/>
                <a:ea typeface="Times New Roman" panose="02020503050405090304"/>
                <a:cs typeface="Times New Roman" panose="02020503050405090304"/>
              </a:defRPr>
            </a:defPPr>
          </a:lstStyle>
          <a:p>
            <a:pPr algn="ctr">
              <a:lnSpc>
                <a:spcPct val="95000"/>
              </a:lnSpc>
              <a:defRPr sz="2404" b="0" i="0">
                <a:solidFill>
                  <a:srgbClr val="1B1B1B"/>
                </a:solidFill>
                <a:latin typeface="Times New Roman" panose="02020503050405090304"/>
                <a:ea typeface="Times New Roman" panose="02020503050405090304"/>
                <a:cs typeface="Times New Roman" panose="02020503050405090304"/>
              </a:defRPr>
            </a:pPr>
            <a:r>
              <a:rPr sz="2404" b="0" i="0">
                <a:solidFill>
                  <a:srgbClr val="1B1B1B"/>
                </a:solidFill>
                <a:latin typeface="Times New Roman" panose="02020503050405090304"/>
                <a:ea typeface="Times New Roman" panose="02020503050405090304"/>
                <a:cs typeface="Times New Roman" panose="02020503050405090304"/>
              </a:rPr>
              <a:t>Process-cause</a:t>
            </a:r>
            <a:endParaRPr sz="2404" b="0" i="0">
              <a:solidFill>
                <a:srgbClr val="1B1B1B"/>
              </a:solidFill>
              <a:latin typeface="Times New Roman" panose="02020503050405090304"/>
              <a:ea typeface="Times New Roman" panose="02020503050405090304"/>
              <a:cs typeface="Times New Roman" panose="02020503050405090304"/>
            </a:endParaRPr>
          </a:p>
          <a:p>
            <a:pPr algn="ctr">
              <a:lnSpc>
                <a:spcPct val="95000"/>
              </a:lnSpc>
              <a:defRPr sz="2404" b="0" i="0">
                <a:solidFill>
                  <a:srgbClr val="1B1B1B"/>
                </a:solidFill>
                <a:latin typeface="Times New Roman" panose="02020503050405090304"/>
                <a:ea typeface="Times New Roman" panose="02020503050405090304"/>
                <a:cs typeface="Times New Roman" panose="02020503050405090304"/>
              </a:defRPr>
            </a:pPr>
            <a:r>
              <a:rPr sz="2404" b="0" i="0">
                <a:solidFill>
                  <a:srgbClr val="1B1B1B"/>
                </a:solidFill>
                <a:latin typeface="Times New Roman" panose="02020503050405090304"/>
                <a:ea typeface="Times New Roman" panose="02020503050405090304"/>
                <a:cs typeface="Times New Roman" panose="02020503050405090304"/>
              </a:rPr>
              <a:t>classifier</a:t>
            </a:r>
            <a:endParaRPr sz="2404" b="0" i="0">
              <a:solidFill>
                <a:srgbClr val="1B1B1B"/>
              </a:solidFill>
              <a:latin typeface="Times New Roman" panose="02020503050405090304"/>
              <a:ea typeface="Times New Roman" panose="02020503050405090304"/>
              <a:cs typeface="Times New Roman" panose="02020503050405090304"/>
            </a:endParaRPr>
          </a:p>
        </p:txBody>
      </p:sp>
      <p:sp>
        <p:nvSpPr>
          <p:cNvPr id="361" name="line-138"/>
          <p:cNvSpPr>
            <a:spLocks noGrp="1"/>
          </p:cNvSpPr>
          <p:nvPr/>
        </p:nvSpPr>
        <p:spPr>
          <a:xfrm>
            <a:off x="8124349" y="14676120"/>
            <a:ext cx="128" cy="308610"/>
          </a:xfrm>
          <a:custGeom>
            <a:avLst/>
            <a:gdLst/>
            <a:ahLst/>
            <a:cxnLst/>
            <a:pathLst>
              <a:path w="95" h="228600">
                <a:moveTo>
                  <a:pt x="0" y="0"/>
                </a:moveTo>
                <a:lnTo>
                  <a:pt x="0" y="228600"/>
                </a:lnTo>
              </a:path>
            </a:pathLst>
          </a:custGeom>
          <a:noFill/>
          <a:ln w="30861">
            <a:solidFill>
              <a:srgbClr val="17202D"/>
            </a:solidFill>
            <a:prstDash val="solid"/>
          </a:ln>
        </p:spPr>
      </p:sp>
      <p:sp>
        <p:nvSpPr>
          <p:cNvPr id="362" name="line-139"/>
          <p:cNvSpPr>
            <a:spLocks noGrp="1"/>
          </p:cNvSpPr>
          <p:nvPr/>
        </p:nvSpPr>
        <p:spPr>
          <a:xfrm>
            <a:off x="8082784" y="14904891"/>
            <a:ext cx="41565" cy="79839"/>
          </a:xfrm>
          <a:custGeom>
            <a:avLst/>
            <a:gdLst/>
            <a:ahLst/>
            <a:cxnLst/>
            <a:pathLst>
              <a:path w="30789" h="59140">
                <a:moveTo>
                  <a:pt x="30789" y="59140"/>
                </a:moveTo>
                <a:lnTo>
                  <a:pt x="0" y="0"/>
                </a:lnTo>
              </a:path>
            </a:pathLst>
          </a:custGeom>
          <a:noFill/>
          <a:ln w="30861">
            <a:solidFill>
              <a:srgbClr val="17202D"/>
            </a:solidFill>
            <a:prstDash val="solid"/>
          </a:ln>
        </p:spPr>
      </p:sp>
      <p:sp>
        <p:nvSpPr>
          <p:cNvPr id="363" name="line-140"/>
          <p:cNvSpPr>
            <a:spLocks noGrp="1"/>
          </p:cNvSpPr>
          <p:nvPr/>
        </p:nvSpPr>
        <p:spPr>
          <a:xfrm>
            <a:off x="8124349" y="14904891"/>
            <a:ext cx="41565" cy="79839"/>
          </a:xfrm>
          <a:custGeom>
            <a:avLst/>
            <a:gdLst/>
            <a:ahLst/>
            <a:cxnLst/>
            <a:pathLst>
              <a:path w="30789" h="59140">
                <a:moveTo>
                  <a:pt x="0" y="59140"/>
                </a:moveTo>
                <a:lnTo>
                  <a:pt x="30789" y="0"/>
                </a:lnTo>
              </a:path>
            </a:pathLst>
          </a:custGeom>
          <a:noFill/>
          <a:ln w="30861">
            <a:solidFill>
              <a:srgbClr val="17202D"/>
            </a:solidFill>
            <a:prstDash val="solid"/>
          </a:ln>
        </p:spPr>
      </p:sp>
      <p:sp>
        <p:nvSpPr>
          <p:cNvPr id="364" name="line-141"/>
          <p:cNvSpPr>
            <a:spLocks noGrp="1"/>
          </p:cNvSpPr>
          <p:nvPr/>
        </p:nvSpPr>
        <p:spPr>
          <a:xfrm>
            <a:off x="2659380" y="14984730"/>
            <a:ext cx="5464969" cy="128"/>
          </a:xfrm>
          <a:custGeom>
            <a:avLst/>
            <a:gdLst/>
            <a:ahLst/>
            <a:cxnLst/>
            <a:pathLst>
              <a:path w="4048125" h="95">
                <a:moveTo>
                  <a:pt x="0" y="0"/>
                </a:moveTo>
                <a:lnTo>
                  <a:pt x="4048125" y="0"/>
                </a:lnTo>
              </a:path>
            </a:pathLst>
          </a:custGeom>
          <a:noFill/>
          <a:ln w="30861">
            <a:solidFill>
              <a:srgbClr val="17202D"/>
            </a:solidFill>
            <a:prstDash val="solid"/>
          </a:ln>
        </p:spPr>
      </p:sp>
      <p:sp>
        <p:nvSpPr>
          <p:cNvPr id="365" name="Training loss"/>
          <p:cNvSpPr>
            <a:spLocks noGrp="1"/>
          </p:cNvSpPr>
          <p:nvPr/>
        </p:nvSpPr>
        <p:spPr>
          <a:xfrm>
            <a:off x="7677150" y="15449550"/>
            <a:ext cx="1866900" cy="501491"/>
          </a:xfrm>
          <a:prstGeom prst="rect">
            <a:avLst/>
          </a:prstGeom>
          <a:solidFill>
            <a:srgbClr val="EFE0D1"/>
          </a:solidFill>
          <a:ln w="20729">
            <a:solidFill>
              <a:srgbClr val="805431"/>
            </a:solidFill>
            <a:prstDash val="solid"/>
          </a:ln>
        </p:spPr>
      </p:sp>
      <p:sp>
        <p:nvSpPr>
          <p:cNvPr id="366" name="Training loss"/>
          <p:cNvSpPr>
            <a:spLocks noGrp="1"/>
          </p:cNvSpPr>
          <p:nvPr/>
        </p:nvSpPr>
        <p:spPr>
          <a:xfrm>
            <a:off x="7724775" y="15478125"/>
            <a:ext cx="1771650" cy="450056"/>
          </a:xfrm>
          <a:prstGeom prst="rect">
            <a:avLst/>
          </a:prstGeom>
          <a:noFill/>
          <a:ln w="0">
            <a:noFill/>
          </a:ln>
        </p:spPr>
        <p:txBody>
          <a:bodyPr wrap="none" lIns="0" tIns="0" rIns="0" bIns="0" anchor="ctr">
            <a:noAutofit/>
          </a:bodyPr>
          <a:lstStyle>
            <a:defPPr algn="ctr">
              <a:defRPr sz="2404" b="0" i="0">
                <a:solidFill>
                  <a:srgbClr val="1B1B1B"/>
                </a:solidFill>
                <a:latin typeface="Times New Roman" panose="02020503050405090304"/>
                <a:ea typeface="Times New Roman" panose="02020503050405090304"/>
                <a:cs typeface="Times New Roman" panose="02020503050405090304"/>
              </a:defRPr>
            </a:defPPr>
          </a:lstStyle>
          <a:p>
            <a:pPr algn="ctr">
              <a:defRPr sz="2404" b="0" i="0">
                <a:solidFill>
                  <a:srgbClr val="1B1B1B"/>
                </a:solidFill>
                <a:latin typeface="Times New Roman" panose="02020503050405090304"/>
                <a:ea typeface="Times New Roman" panose="02020503050405090304"/>
                <a:cs typeface="Times New Roman" panose="02020503050405090304"/>
              </a:defRPr>
            </a:pPr>
            <a:r>
              <a:rPr sz="2404" b="0" i="0">
                <a:solidFill>
                  <a:srgbClr val="1B1B1B"/>
                </a:solidFill>
                <a:latin typeface="Times New Roman" panose="02020503050405090304"/>
                <a:ea typeface="Times New Roman" panose="02020503050405090304"/>
                <a:cs typeface="Times New Roman" panose="02020503050405090304"/>
              </a:rPr>
              <a:t>Training loss</a:t>
            </a:r>
            <a:endParaRPr sz="2404" b="0" i="0">
              <a:solidFill>
                <a:srgbClr val="1B1B1B"/>
              </a:solidFill>
              <a:latin typeface="Times New Roman" panose="02020503050405090304"/>
              <a:ea typeface="Times New Roman" panose="02020503050405090304"/>
              <a:cs typeface="Times New Roman" panose="02020503050405090304"/>
            </a:endParaRPr>
          </a:p>
        </p:txBody>
      </p:sp>
      <p:sp>
        <p:nvSpPr>
          <p:cNvPr id="371" name="Event decoding&#10;and report assembly"/>
          <p:cNvSpPr>
            <a:spLocks noGrp="1"/>
          </p:cNvSpPr>
          <p:nvPr/>
        </p:nvSpPr>
        <p:spPr>
          <a:xfrm>
            <a:off x="3122295" y="15306199"/>
            <a:ext cx="4423410" cy="732949"/>
          </a:xfrm>
          <a:prstGeom prst="rect">
            <a:avLst/>
          </a:prstGeom>
          <a:solidFill>
            <a:srgbClr val="CFDFEB"/>
          </a:solidFill>
          <a:ln w="20729">
            <a:solidFill>
              <a:srgbClr val="315B79"/>
            </a:solidFill>
            <a:prstDash val="solid"/>
          </a:ln>
        </p:spPr>
      </p:sp>
      <p:sp>
        <p:nvSpPr>
          <p:cNvPr id="372" name="Event decoding&#10;and report assembly"/>
          <p:cNvSpPr>
            <a:spLocks noGrp="1"/>
          </p:cNvSpPr>
          <p:nvPr/>
        </p:nvSpPr>
        <p:spPr>
          <a:xfrm>
            <a:off x="3173731" y="15331916"/>
            <a:ext cx="4320540" cy="681514"/>
          </a:xfrm>
          <a:prstGeom prst="rect">
            <a:avLst/>
          </a:prstGeom>
          <a:noFill/>
          <a:ln w="0">
            <a:noFill/>
          </a:ln>
        </p:spPr>
        <p:txBody>
          <a:bodyPr wrap="none" lIns="0" tIns="0" rIns="0" bIns="0" anchor="ctr">
            <a:noAutofit/>
          </a:bodyPr>
          <a:lstStyle>
            <a:defPPr algn="ctr">
              <a:defRPr sz="2450" b="1" i="0">
                <a:solidFill>
                  <a:srgbClr val="1B1B1B"/>
                </a:solidFill>
                <a:latin typeface="Times New Roman" panose="02020503050405090304"/>
                <a:ea typeface="Times New Roman" panose="02020503050405090304"/>
                <a:cs typeface="Times New Roman" panose="02020503050405090304"/>
              </a:defRPr>
            </a:defPPr>
          </a:lstStyle>
          <a:p>
            <a:pPr algn="ctr">
              <a:lnSpc>
                <a:spcPct val="95000"/>
              </a:lnSpc>
              <a:defRPr sz="2450" b="1" i="0">
                <a:solidFill>
                  <a:srgbClr val="1B1B1B"/>
                </a:solidFill>
                <a:latin typeface="Times New Roman" panose="02020503050405090304"/>
                <a:ea typeface="Times New Roman" panose="02020503050405090304"/>
                <a:cs typeface="Times New Roman" panose="02020503050405090304"/>
              </a:defRPr>
            </a:pPr>
            <a:r>
              <a:rPr sz="2450" b="1" i="0">
                <a:solidFill>
                  <a:srgbClr val="1B1B1B"/>
                </a:solidFill>
                <a:latin typeface="Times New Roman" panose="02020503050405090304"/>
                <a:ea typeface="Times New Roman" panose="02020503050405090304"/>
                <a:cs typeface="Times New Roman" panose="02020503050405090304"/>
              </a:rPr>
              <a:t>Event decoding</a:t>
            </a:r>
            <a:endParaRPr sz="2450" b="1" i="0">
              <a:solidFill>
                <a:srgbClr val="1B1B1B"/>
              </a:solidFill>
              <a:latin typeface="Times New Roman" panose="02020503050405090304"/>
              <a:ea typeface="Times New Roman" panose="02020503050405090304"/>
              <a:cs typeface="Times New Roman" panose="02020503050405090304"/>
            </a:endParaRPr>
          </a:p>
          <a:p>
            <a:pPr algn="ctr">
              <a:lnSpc>
                <a:spcPct val="95000"/>
              </a:lnSpc>
              <a:defRPr sz="2450" b="1" i="0">
                <a:solidFill>
                  <a:srgbClr val="1B1B1B"/>
                </a:solidFill>
                <a:latin typeface="Times New Roman" panose="02020503050405090304"/>
                <a:ea typeface="Times New Roman" panose="02020503050405090304"/>
                <a:cs typeface="Times New Roman" panose="02020503050405090304"/>
              </a:defRPr>
            </a:pPr>
            <a:r>
              <a:rPr sz="2450" b="1" i="0">
                <a:solidFill>
                  <a:srgbClr val="1B1B1B"/>
                </a:solidFill>
                <a:latin typeface="Times New Roman" panose="02020503050405090304"/>
                <a:ea typeface="Times New Roman" panose="02020503050405090304"/>
                <a:cs typeface="Times New Roman" panose="02020503050405090304"/>
              </a:rPr>
              <a:t>and report assembly</a:t>
            </a:r>
            <a:endParaRPr sz="2450" b="1" i="0">
              <a:solidFill>
                <a:srgbClr val="1B1B1B"/>
              </a:solidFill>
              <a:latin typeface="Times New Roman" panose="02020503050405090304"/>
              <a:ea typeface="Times New Roman" panose="02020503050405090304"/>
              <a:cs typeface="Times New Roman" panose="02020503050405090304"/>
            </a:endParaRPr>
          </a:p>
        </p:txBody>
      </p:sp>
      <p:sp>
        <p:nvSpPr>
          <p:cNvPr id="381" name="Operational evidence"/>
          <p:cNvSpPr>
            <a:spLocks noGrp="1"/>
          </p:cNvSpPr>
          <p:nvPr/>
        </p:nvSpPr>
        <p:spPr>
          <a:xfrm>
            <a:off x="11447145" y="5181981"/>
            <a:ext cx="4458843" cy="259651"/>
          </a:xfrm>
          <a:prstGeom prst="rect">
            <a:avLst/>
          </a:prstGeom>
          <a:noFill/>
          <a:ln w="0">
            <a:noFill/>
          </a:ln>
        </p:spPr>
        <p:txBody>
          <a:bodyPr wrap="none" lIns="0" tIns="0" rIns="0" bIns="0" anchor="ctr">
            <a:noAutofit/>
          </a:bodyPr>
          <a:lstStyle>
            <a:defPPr algn="ctr">
              <a:defRPr sz="1861" b="1" i="0">
                <a:solidFill>
                  <a:srgbClr val="805431"/>
                </a:solidFill>
                <a:latin typeface="Times New Roman" panose="02020503050405090304"/>
                <a:ea typeface="Times New Roman" panose="02020503050405090304"/>
                <a:cs typeface="Times New Roman" panose="02020503050405090304"/>
              </a:defRPr>
            </a:defPPr>
          </a:lstStyle>
          <a:p>
            <a:pPr algn="ctr">
              <a:defRPr sz="1861" b="1" i="0">
                <a:solidFill>
                  <a:srgbClr val="805431"/>
                </a:solidFill>
                <a:latin typeface="Times New Roman" panose="02020503050405090304"/>
                <a:ea typeface="Times New Roman" panose="02020503050405090304"/>
                <a:cs typeface="Times New Roman" panose="02020503050405090304"/>
              </a:defRPr>
            </a:pPr>
            <a:r>
              <a:rPr sz="1861" b="1" i="0">
                <a:solidFill>
                  <a:srgbClr val="805431"/>
                </a:solidFill>
                <a:latin typeface="Times New Roman" panose="02020503050405090304"/>
                <a:ea typeface="Times New Roman" panose="02020503050405090304"/>
                <a:cs typeface="Times New Roman" panose="02020503050405090304"/>
              </a:rPr>
              <a:t>Operational evidence</a:t>
            </a:r>
            <a:endParaRPr sz="1861" b="1" i="0">
              <a:solidFill>
                <a:srgbClr val="805431"/>
              </a:solidFill>
              <a:latin typeface="Times New Roman" panose="02020503050405090304"/>
              <a:ea typeface="Times New Roman" panose="02020503050405090304"/>
              <a:cs typeface="Times New Roman" panose="02020503050405090304"/>
            </a:endParaRPr>
          </a:p>
        </p:txBody>
      </p:sp>
      <p:sp>
        <p:nvSpPr>
          <p:cNvPr id="382" name="line-154"/>
          <p:cNvSpPr>
            <a:spLocks noGrp="1"/>
          </p:cNvSpPr>
          <p:nvPr/>
        </p:nvSpPr>
        <p:spPr>
          <a:xfrm>
            <a:off x="11662029" y="6059424"/>
            <a:ext cx="913257" cy="89"/>
          </a:xfrm>
          <a:custGeom>
            <a:avLst/>
            <a:gdLst/>
            <a:ahLst/>
            <a:cxnLst/>
            <a:pathLst>
              <a:path w="971550" h="95">
                <a:moveTo>
                  <a:pt x="0" y="0"/>
                </a:moveTo>
                <a:lnTo>
                  <a:pt x="971550" y="0"/>
                </a:lnTo>
              </a:path>
            </a:pathLst>
          </a:custGeom>
          <a:noFill/>
          <a:ln w="5820">
            <a:solidFill>
              <a:srgbClr val="B8C4CD"/>
            </a:solidFill>
            <a:prstDash val="solid"/>
          </a:ln>
        </p:spPr>
      </p:sp>
      <p:sp>
        <p:nvSpPr>
          <p:cNvPr id="383" name="line-155"/>
          <p:cNvSpPr>
            <a:spLocks noGrp="1"/>
          </p:cNvSpPr>
          <p:nvPr/>
        </p:nvSpPr>
        <p:spPr>
          <a:xfrm>
            <a:off x="11662029" y="5937656"/>
            <a:ext cx="228315" cy="91326"/>
          </a:xfrm>
          <a:custGeom>
            <a:avLst/>
            <a:gdLst/>
            <a:ahLst/>
            <a:cxnLst/>
            <a:pathLst>
              <a:path w="242888" h="97155">
                <a:moveTo>
                  <a:pt x="0" y="97155"/>
                </a:moveTo>
                <a:lnTo>
                  <a:pt x="242888" y="0"/>
                </a:lnTo>
              </a:path>
            </a:pathLst>
          </a:custGeom>
          <a:noFill/>
          <a:ln w="19984">
            <a:solidFill>
              <a:srgbClr val="805431"/>
            </a:solidFill>
            <a:prstDash val="solid"/>
          </a:ln>
        </p:spPr>
      </p:sp>
      <p:sp>
        <p:nvSpPr>
          <p:cNvPr id="384" name="line-156"/>
          <p:cNvSpPr>
            <a:spLocks noGrp="1"/>
          </p:cNvSpPr>
          <p:nvPr/>
        </p:nvSpPr>
        <p:spPr>
          <a:xfrm>
            <a:off x="11890344" y="5800668"/>
            <a:ext cx="228315" cy="136988"/>
          </a:xfrm>
          <a:custGeom>
            <a:avLst/>
            <a:gdLst/>
            <a:ahLst/>
            <a:cxnLst/>
            <a:pathLst>
              <a:path w="242888" h="145732">
                <a:moveTo>
                  <a:pt x="0" y="145732"/>
                </a:moveTo>
                <a:lnTo>
                  <a:pt x="242888" y="0"/>
                </a:lnTo>
              </a:path>
            </a:pathLst>
          </a:custGeom>
          <a:noFill/>
          <a:ln w="19984">
            <a:solidFill>
              <a:srgbClr val="805431"/>
            </a:solidFill>
            <a:prstDash val="solid"/>
          </a:ln>
        </p:spPr>
      </p:sp>
      <p:sp>
        <p:nvSpPr>
          <p:cNvPr id="385" name="line-157"/>
          <p:cNvSpPr>
            <a:spLocks noGrp="1"/>
          </p:cNvSpPr>
          <p:nvPr/>
        </p:nvSpPr>
        <p:spPr>
          <a:xfrm>
            <a:off x="12118658" y="5785447"/>
            <a:ext cx="228315" cy="15221"/>
          </a:xfrm>
          <a:custGeom>
            <a:avLst/>
            <a:gdLst/>
            <a:ahLst/>
            <a:cxnLst/>
            <a:pathLst>
              <a:path w="242888" h="16193">
                <a:moveTo>
                  <a:pt x="0" y="16193"/>
                </a:moveTo>
                <a:lnTo>
                  <a:pt x="242888" y="0"/>
                </a:lnTo>
              </a:path>
            </a:pathLst>
          </a:custGeom>
          <a:noFill/>
          <a:ln w="19984">
            <a:solidFill>
              <a:srgbClr val="805431"/>
            </a:solidFill>
            <a:prstDash val="solid"/>
          </a:ln>
        </p:spPr>
      </p:sp>
      <p:sp>
        <p:nvSpPr>
          <p:cNvPr id="386" name="line-158"/>
          <p:cNvSpPr>
            <a:spLocks noGrp="1"/>
          </p:cNvSpPr>
          <p:nvPr/>
        </p:nvSpPr>
        <p:spPr>
          <a:xfrm>
            <a:off x="12346972" y="5785447"/>
            <a:ext cx="228315" cy="15221"/>
          </a:xfrm>
          <a:custGeom>
            <a:avLst/>
            <a:gdLst/>
            <a:ahLst/>
            <a:cxnLst/>
            <a:pathLst>
              <a:path w="242888" h="16193">
                <a:moveTo>
                  <a:pt x="0" y="0"/>
                </a:moveTo>
                <a:lnTo>
                  <a:pt x="242888" y="16193"/>
                </a:lnTo>
              </a:path>
            </a:pathLst>
          </a:custGeom>
          <a:noFill/>
          <a:ln w="19984">
            <a:solidFill>
              <a:srgbClr val="805431"/>
            </a:solidFill>
            <a:prstDash val="solid"/>
          </a:ln>
        </p:spPr>
      </p:sp>
      <p:sp>
        <p:nvSpPr>
          <p:cNvPr id="387" name="resource node"/>
          <p:cNvSpPr>
            <a:spLocks noGrp="1"/>
          </p:cNvSpPr>
          <p:nvPr/>
        </p:nvSpPr>
        <p:spPr>
          <a:xfrm>
            <a:off x="11641436" y="6008390"/>
            <a:ext cx="41186" cy="41186"/>
          </a:xfrm>
          <a:prstGeom prst="ellipse">
            <a:avLst/>
          </a:prstGeom>
          <a:solidFill>
            <a:srgbClr val="805431"/>
          </a:solidFill>
          <a:ln w="15543">
            <a:solidFill>
              <a:srgbClr val="805431"/>
            </a:solidFill>
          </a:ln>
        </p:spPr>
      </p:sp>
      <p:sp>
        <p:nvSpPr>
          <p:cNvPr id="388" name="resource node"/>
          <p:cNvSpPr>
            <a:spLocks noGrp="1"/>
          </p:cNvSpPr>
          <p:nvPr/>
        </p:nvSpPr>
        <p:spPr>
          <a:xfrm>
            <a:off x="11869750" y="5917064"/>
            <a:ext cx="41186" cy="41186"/>
          </a:xfrm>
          <a:prstGeom prst="ellipse">
            <a:avLst/>
          </a:prstGeom>
          <a:solidFill>
            <a:srgbClr val="805431"/>
          </a:solidFill>
          <a:ln w="15543">
            <a:solidFill>
              <a:srgbClr val="805431"/>
            </a:solidFill>
          </a:ln>
        </p:spPr>
      </p:sp>
      <p:sp>
        <p:nvSpPr>
          <p:cNvPr id="389" name="resource node"/>
          <p:cNvSpPr>
            <a:spLocks noGrp="1"/>
          </p:cNvSpPr>
          <p:nvPr/>
        </p:nvSpPr>
        <p:spPr>
          <a:xfrm>
            <a:off x="12098065" y="5780075"/>
            <a:ext cx="41186" cy="41186"/>
          </a:xfrm>
          <a:prstGeom prst="ellipse">
            <a:avLst/>
          </a:prstGeom>
          <a:solidFill>
            <a:srgbClr val="805431"/>
          </a:solidFill>
          <a:ln w="15543">
            <a:solidFill>
              <a:srgbClr val="805431"/>
            </a:solidFill>
          </a:ln>
        </p:spPr>
      </p:sp>
      <p:sp>
        <p:nvSpPr>
          <p:cNvPr id="390" name="resource node"/>
          <p:cNvSpPr>
            <a:spLocks noGrp="1"/>
          </p:cNvSpPr>
          <p:nvPr/>
        </p:nvSpPr>
        <p:spPr>
          <a:xfrm>
            <a:off x="12326379" y="5764854"/>
            <a:ext cx="41186" cy="41186"/>
          </a:xfrm>
          <a:prstGeom prst="ellipse">
            <a:avLst/>
          </a:prstGeom>
          <a:solidFill>
            <a:srgbClr val="805431"/>
          </a:solidFill>
          <a:ln w="15543">
            <a:solidFill>
              <a:srgbClr val="805431"/>
            </a:solidFill>
          </a:ln>
        </p:spPr>
      </p:sp>
      <p:sp>
        <p:nvSpPr>
          <p:cNvPr id="391" name="resource node"/>
          <p:cNvSpPr>
            <a:spLocks noGrp="1"/>
          </p:cNvSpPr>
          <p:nvPr/>
        </p:nvSpPr>
        <p:spPr>
          <a:xfrm>
            <a:off x="12554693" y="5780075"/>
            <a:ext cx="41186" cy="41186"/>
          </a:xfrm>
          <a:prstGeom prst="ellipse">
            <a:avLst/>
          </a:prstGeom>
          <a:solidFill>
            <a:srgbClr val="805431"/>
          </a:solidFill>
          <a:ln w="15543">
            <a:solidFill>
              <a:srgbClr val="805431"/>
            </a:solidFill>
          </a:ln>
        </p:spPr>
      </p:sp>
      <p:sp>
        <p:nvSpPr>
          <p:cNvPr id="392" name="line-159"/>
          <p:cNvSpPr>
            <a:spLocks noGrp="1"/>
          </p:cNvSpPr>
          <p:nvPr/>
        </p:nvSpPr>
        <p:spPr>
          <a:xfrm>
            <a:off x="13175171" y="6059424"/>
            <a:ext cx="913257" cy="89"/>
          </a:xfrm>
          <a:custGeom>
            <a:avLst/>
            <a:gdLst/>
            <a:ahLst/>
            <a:cxnLst/>
            <a:pathLst>
              <a:path w="971550" h="95">
                <a:moveTo>
                  <a:pt x="0" y="0"/>
                </a:moveTo>
                <a:lnTo>
                  <a:pt x="971550" y="0"/>
                </a:lnTo>
              </a:path>
            </a:pathLst>
          </a:custGeom>
          <a:noFill/>
          <a:ln w="5820">
            <a:solidFill>
              <a:srgbClr val="B8C4CD"/>
            </a:solidFill>
            <a:prstDash val="solid"/>
          </a:ln>
        </p:spPr>
      </p:sp>
      <p:sp>
        <p:nvSpPr>
          <p:cNvPr id="393" name="line-160"/>
          <p:cNvSpPr>
            <a:spLocks noGrp="1"/>
          </p:cNvSpPr>
          <p:nvPr/>
        </p:nvSpPr>
        <p:spPr>
          <a:xfrm>
            <a:off x="13175171" y="6028982"/>
            <a:ext cx="228315" cy="89"/>
          </a:xfrm>
          <a:custGeom>
            <a:avLst/>
            <a:gdLst/>
            <a:ahLst/>
            <a:cxnLst/>
            <a:pathLst>
              <a:path w="242888" h="95">
                <a:moveTo>
                  <a:pt x="0" y="0"/>
                </a:moveTo>
                <a:lnTo>
                  <a:pt x="242888" y="0"/>
                </a:lnTo>
              </a:path>
            </a:pathLst>
          </a:custGeom>
          <a:noFill/>
          <a:ln w="19984">
            <a:solidFill>
              <a:srgbClr val="805431"/>
            </a:solidFill>
            <a:prstDash val="solid"/>
          </a:ln>
        </p:spPr>
      </p:sp>
      <p:sp>
        <p:nvSpPr>
          <p:cNvPr id="394" name="line-161"/>
          <p:cNvSpPr>
            <a:spLocks noGrp="1"/>
          </p:cNvSpPr>
          <p:nvPr/>
        </p:nvSpPr>
        <p:spPr>
          <a:xfrm>
            <a:off x="13403485" y="5831110"/>
            <a:ext cx="228315" cy="197873"/>
          </a:xfrm>
          <a:custGeom>
            <a:avLst/>
            <a:gdLst/>
            <a:ahLst/>
            <a:cxnLst/>
            <a:pathLst>
              <a:path w="242888" h="210503">
                <a:moveTo>
                  <a:pt x="0" y="210503"/>
                </a:moveTo>
                <a:lnTo>
                  <a:pt x="242888" y="0"/>
                </a:lnTo>
              </a:path>
            </a:pathLst>
          </a:custGeom>
          <a:noFill/>
          <a:ln w="19984">
            <a:solidFill>
              <a:srgbClr val="805431"/>
            </a:solidFill>
            <a:prstDash val="solid"/>
          </a:ln>
        </p:spPr>
      </p:sp>
      <p:sp>
        <p:nvSpPr>
          <p:cNvPr id="395" name="line-162"/>
          <p:cNvSpPr>
            <a:spLocks noGrp="1"/>
          </p:cNvSpPr>
          <p:nvPr/>
        </p:nvSpPr>
        <p:spPr>
          <a:xfrm>
            <a:off x="13631799" y="5831110"/>
            <a:ext cx="228315" cy="89"/>
          </a:xfrm>
          <a:custGeom>
            <a:avLst/>
            <a:gdLst/>
            <a:ahLst/>
            <a:cxnLst/>
            <a:pathLst>
              <a:path w="242888" h="95">
                <a:moveTo>
                  <a:pt x="0" y="0"/>
                </a:moveTo>
                <a:lnTo>
                  <a:pt x="242888" y="0"/>
                </a:lnTo>
              </a:path>
            </a:pathLst>
          </a:custGeom>
          <a:noFill/>
          <a:ln w="19984">
            <a:solidFill>
              <a:srgbClr val="805431"/>
            </a:solidFill>
            <a:prstDash val="solid"/>
          </a:ln>
        </p:spPr>
      </p:sp>
      <p:sp>
        <p:nvSpPr>
          <p:cNvPr id="396" name="line-163"/>
          <p:cNvSpPr>
            <a:spLocks noGrp="1"/>
          </p:cNvSpPr>
          <p:nvPr/>
        </p:nvSpPr>
        <p:spPr>
          <a:xfrm>
            <a:off x="13860114" y="5831110"/>
            <a:ext cx="228315" cy="15221"/>
          </a:xfrm>
          <a:custGeom>
            <a:avLst/>
            <a:gdLst/>
            <a:ahLst/>
            <a:cxnLst/>
            <a:pathLst>
              <a:path w="242888" h="16193">
                <a:moveTo>
                  <a:pt x="0" y="0"/>
                </a:moveTo>
                <a:lnTo>
                  <a:pt x="242888" y="16193"/>
                </a:lnTo>
              </a:path>
            </a:pathLst>
          </a:custGeom>
          <a:noFill/>
          <a:ln w="19984">
            <a:solidFill>
              <a:srgbClr val="805431"/>
            </a:solidFill>
            <a:prstDash val="solid"/>
          </a:ln>
        </p:spPr>
      </p:sp>
      <p:sp>
        <p:nvSpPr>
          <p:cNvPr id="397" name="resource node"/>
          <p:cNvSpPr>
            <a:spLocks noGrp="1"/>
          </p:cNvSpPr>
          <p:nvPr/>
        </p:nvSpPr>
        <p:spPr>
          <a:xfrm>
            <a:off x="13154578" y="6008390"/>
            <a:ext cx="41186" cy="41186"/>
          </a:xfrm>
          <a:prstGeom prst="ellipse">
            <a:avLst/>
          </a:prstGeom>
          <a:solidFill>
            <a:srgbClr val="805431"/>
          </a:solidFill>
          <a:ln w="15543">
            <a:solidFill>
              <a:srgbClr val="805431"/>
            </a:solidFill>
          </a:ln>
        </p:spPr>
      </p:sp>
      <p:sp>
        <p:nvSpPr>
          <p:cNvPr id="398" name="resource node"/>
          <p:cNvSpPr>
            <a:spLocks noGrp="1"/>
          </p:cNvSpPr>
          <p:nvPr/>
        </p:nvSpPr>
        <p:spPr>
          <a:xfrm>
            <a:off x="13382892" y="6008390"/>
            <a:ext cx="41186" cy="41186"/>
          </a:xfrm>
          <a:prstGeom prst="ellipse">
            <a:avLst/>
          </a:prstGeom>
          <a:solidFill>
            <a:srgbClr val="805431"/>
          </a:solidFill>
          <a:ln w="15543">
            <a:solidFill>
              <a:srgbClr val="805431"/>
            </a:solidFill>
          </a:ln>
        </p:spPr>
      </p:sp>
      <p:sp>
        <p:nvSpPr>
          <p:cNvPr id="399" name="resource node"/>
          <p:cNvSpPr>
            <a:spLocks noGrp="1"/>
          </p:cNvSpPr>
          <p:nvPr/>
        </p:nvSpPr>
        <p:spPr>
          <a:xfrm>
            <a:off x="13611206" y="5810517"/>
            <a:ext cx="41186" cy="41186"/>
          </a:xfrm>
          <a:prstGeom prst="ellipse">
            <a:avLst/>
          </a:prstGeom>
          <a:solidFill>
            <a:srgbClr val="805431"/>
          </a:solidFill>
          <a:ln w="15543">
            <a:solidFill>
              <a:srgbClr val="805431"/>
            </a:solidFill>
          </a:ln>
        </p:spPr>
      </p:sp>
      <p:sp>
        <p:nvSpPr>
          <p:cNvPr id="400" name="resource node"/>
          <p:cNvSpPr>
            <a:spLocks noGrp="1"/>
          </p:cNvSpPr>
          <p:nvPr/>
        </p:nvSpPr>
        <p:spPr>
          <a:xfrm>
            <a:off x="13839520" y="5810517"/>
            <a:ext cx="41186" cy="41186"/>
          </a:xfrm>
          <a:prstGeom prst="ellipse">
            <a:avLst/>
          </a:prstGeom>
          <a:solidFill>
            <a:srgbClr val="805431"/>
          </a:solidFill>
          <a:ln w="15543">
            <a:solidFill>
              <a:srgbClr val="805431"/>
            </a:solidFill>
          </a:ln>
        </p:spPr>
      </p:sp>
      <p:sp>
        <p:nvSpPr>
          <p:cNvPr id="401" name="resource node"/>
          <p:cNvSpPr>
            <a:spLocks noGrp="1"/>
          </p:cNvSpPr>
          <p:nvPr/>
        </p:nvSpPr>
        <p:spPr>
          <a:xfrm>
            <a:off x="14067835" y="5825738"/>
            <a:ext cx="41186" cy="41186"/>
          </a:xfrm>
          <a:prstGeom prst="ellipse">
            <a:avLst/>
          </a:prstGeom>
          <a:solidFill>
            <a:srgbClr val="805431"/>
          </a:solidFill>
          <a:ln w="15543">
            <a:solidFill>
              <a:srgbClr val="805431"/>
            </a:solidFill>
          </a:ln>
        </p:spPr>
      </p:sp>
      <p:sp>
        <p:nvSpPr>
          <p:cNvPr id="402" name="line-164"/>
          <p:cNvSpPr>
            <a:spLocks noGrp="1"/>
          </p:cNvSpPr>
          <p:nvPr/>
        </p:nvSpPr>
        <p:spPr>
          <a:xfrm>
            <a:off x="14688312" y="6059424"/>
            <a:ext cx="913257" cy="89"/>
          </a:xfrm>
          <a:custGeom>
            <a:avLst/>
            <a:gdLst/>
            <a:ahLst/>
            <a:cxnLst/>
            <a:pathLst>
              <a:path w="971550" h="95">
                <a:moveTo>
                  <a:pt x="0" y="0"/>
                </a:moveTo>
                <a:lnTo>
                  <a:pt x="971550" y="0"/>
                </a:lnTo>
              </a:path>
            </a:pathLst>
          </a:custGeom>
          <a:noFill/>
          <a:ln w="5820">
            <a:solidFill>
              <a:srgbClr val="B8C4CD"/>
            </a:solidFill>
            <a:prstDash val="solid"/>
          </a:ln>
        </p:spPr>
      </p:sp>
      <p:sp>
        <p:nvSpPr>
          <p:cNvPr id="403" name="line-165"/>
          <p:cNvSpPr>
            <a:spLocks noGrp="1"/>
          </p:cNvSpPr>
          <p:nvPr/>
        </p:nvSpPr>
        <p:spPr>
          <a:xfrm>
            <a:off x="14688312" y="5998540"/>
            <a:ext cx="228315" cy="30442"/>
          </a:xfrm>
          <a:custGeom>
            <a:avLst/>
            <a:gdLst/>
            <a:ahLst/>
            <a:cxnLst/>
            <a:pathLst>
              <a:path w="242888" h="32385">
                <a:moveTo>
                  <a:pt x="0" y="32385"/>
                </a:moveTo>
                <a:lnTo>
                  <a:pt x="242888" y="0"/>
                </a:lnTo>
              </a:path>
            </a:pathLst>
          </a:custGeom>
          <a:noFill/>
          <a:ln w="19984">
            <a:solidFill>
              <a:srgbClr val="805431"/>
            </a:solidFill>
            <a:prstDash val="solid"/>
          </a:ln>
        </p:spPr>
      </p:sp>
      <p:sp>
        <p:nvSpPr>
          <p:cNvPr id="404" name="line-166"/>
          <p:cNvSpPr>
            <a:spLocks noGrp="1"/>
          </p:cNvSpPr>
          <p:nvPr/>
        </p:nvSpPr>
        <p:spPr>
          <a:xfrm>
            <a:off x="14916627" y="5998540"/>
            <a:ext cx="228315" cy="15220"/>
          </a:xfrm>
          <a:custGeom>
            <a:avLst/>
            <a:gdLst/>
            <a:ahLst/>
            <a:cxnLst/>
            <a:pathLst>
              <a:path w="242888" h="16192">
                <a:moveTo>
                  <a:pt x="0" y="0"/>
                </a:moveTo>
                <a:lnTo>
                  <a:pt x="242888" y="16192"/>
                </a:lnTo>
              </a:path>
            </a:pathLst>
          </a:custGeom>
          <a:noFill/>
          <a:ln w="19984">
            <a:solidFill>
              <a:srgbClr val="805431"/>
            </a:solidFill>
            <a:prstDash val="solid"/>
          </a:ln>
        </p:spPr>
      </p:sp>
      <p:sp>
        <p:nvSpPr>
          <p:cNvPr id="405" name="line-167"/>
          <p:cNvSpPr>
            <a:spLocks noGrp="1"/>
          </p:cNvSpPr>
          <p:nvPr/>
        </p:nvSpPr>
        <p:spPr>
          <a:xfrm>
            <a:off x="15144941" y="5846331"/>
            <a:ext cx="228315" cy="167430"/>
          </a:xfrm>
          <a:custGeom>
            <a:avLst/>
            <a:gdLst/>
            <a:ahLst/>
            <a:cxnLst/>
            <a:pathLst>
              <a:path w="242888" h="178117">
                <a:moveTo>
                  <a:pt x="0" y="178117"/>
                </a:moveTo>
                <a:lnTo>
                  <a:pt x="242888" y="0"/>
                </a:lnTo>
              </a:path>
            </a:pathLst>
          </a:custGeom>
          <a:noFill/>
          <a:ln w="19984">
            <a:solidFill>
              <a:srgbClr val="805431"/>
            </a:solidFill>
            <a:prstDash val="solid"/>
          </a:ln>
        </p:spPr>
      </p:sp>
      <p:sp>
        <p:nvSpPr>
          <p:cNvPr id="406" name="line-168"/>
          <p:cNvSpPr>
            <a:spLocks noGrp="1"/>
          </p:cNvSpPr>
          <p:nvPr/>
        </p:nvSpPr>
        <p:spPr>
          <a:xfrm>
            <a:off x="15373255" y="5785447"/>
            <a:ext cx="228315" cy="60884"/>
          </a:xfrm>
          <a:custGeom>
            <a:avLst/>
            <a:gdLst/>
            <a:ahLst/>
            <a:cxnLst/>
            <a:pathLst>
              <a:path w="242888" h="64770">
                <a:moveTo>
                  <a:pt x="0" y="64770"/>
                </a:moveTo>
                <a:lnTo>
                  <a:pt x="242888" y="0"/>
                </a:lnTo>
              </a:path>
            </a:pathLst>
          </a:custGeom>
          <a:noFill/>
          <a:ln w="19984">
            <a:solidFill>
              <a:srgbClr val="805431"/>
            </a:solidFill>
            <a:prstDash val="solid"/>
          </a:ln>
        </p:spPr>
      </p:sp>
      <p:sp>
        <p:nvSpPr>
          <p:cNvPr id="407" name="resource node"/>
          <p:cNvSpPr>
            <a:spLocks noGrp="1"/>
          </p:cNvSpPr>
          <p:nvPr/>
        </p:nvSpPr>
        <p:spPr>
          <a:xfrm>
            <a:off x="14667719" y="6008390"/>
            <a:ext cx="41186" cy="41186"/>
          </a:xfrm>
          <a:prstGeom prst="ellipse">
            <a:avLst/>
          </a:prstGeom>
          <a:solidFill>
            <a:srgbClr val="805431"/>
          </a:solidFill>
          <a:ln w="15543">
            <a:solidFill>
              <a:srgbClr val="805431"/>
            </a:solidFill>
          </a:ln>
        </p:spPr>
      </p:sp>
      <p:sp>
        <p:nvSpPr>
          <p:cNvPr id="408" name="resource node"/>
          <p:cNvSpPr>
            <a:spLocks noGrp="1"/>
          </p:cNvSpPr>
          <p:nvPr/>
        </p:nvSpPr>
        <p:spPr>
          <a:xfrm>
            <a:off x="14896033" y="5977948"/>
            <a:ext cx="41186" cy="41186"/>
          </a:xfrm>
          <a:prstGeom prst="ellipse">
            <a:avLst/>
          </a:prstGeom>
          <a:solidFill>
            <a:srgbClr val="805431"/>
          </a:solidFill>
          <a:ln w="15543">
            <a:solidFill>
              <a:srgbClr val="805431"/>
            </a:solidFill>
          </a:ln>
        </p:spPr>
      </p:sp>
      <p:sp>
        <p:nvSpPr>
          <p:cNvPr id="409" name="resource node"/>
          <p:cNvSpPr>
            <a:spLocks noGrp="1"/>
          </p:cNvSpPr>
          <p:nvPr/>
        </p:nvSpPr>
        <p:spPr>
          <a:xfrm>
            <a:off x="15124348" y="5993168"/>
            <a:ext cx="41186" cy="41186"/>
          </a:xfrm>
          <a:prstGeom prst="ellipse">
            <a:avLst/>
          </a:prstGeom>
          <a:solidFill>
            <a:srgbClr val="805431"/>
          </a:solidFill>
          <a:ln w="15543">
            <a:solidFill>
              <a:srgbClr val="805431"/>
            </a:solidFill>
          </a:ln>
        </p:spPr>
      </p:sp>
      <p:sp>
        <p:nvSpPr>
          <p:cNvPr id="410" name="resource node"/>
          <p:cNvSpPr>
            <a:spLocks noGrp="1"/>
          </p:cNvSpPr>
          <p:nvPr/>
        </p:nvSpPr>
        <p:spPr>
          <a:xfrm>
            <a:off x="15352662" y="5825738"/>
            <a:ext cx="41186" cy="41186"/>
          </a:xfrm>
          <a:prstGeom prst="ellipse">
            <a:avLst/>
          </a:prstGeom>
          <a:solidFill>
            <a:srgbClr val="805431"/>
          </a:solidFill>
          <a:ln w="15543">
            <a:solidFill>
              <a:srgbClr val="805431"/>
            </a:solidFill>
          </a:ln>
        </p:spPr>
      </p:sp>
      <p:sp>
        <p:nvSpPr>
          <p:cNvPr id="411" name="resource node"/>
          <p:cNvSpPr>
            <a:spLocks noGrp="1"/>
          </p:cNvSpPr>
          <p:nvPr/>
        </p:nvSpPr>
        <p:spPr>
          <a:xfrm>
            <a:off x="15580976" y="5764854"/>
            <a:ext cx="41186" cy="41186"/>
          </a:xfrm>
          <a:prstGeom prst="ellipse">
            <a:avLst/>
          </a:prstGeom>
          <a:solidFill>
            <a:srgbClr val="805431"/>
          </a:solidFill>
          <a:ln w="15543">
            <a:solidFill>
              <a:srgbClr val="805431"/>
            </a:solidFill>
          </a:ln>
        </p:spPr>
      </p:sp>
      <p:sp>
        <p:nvSpPr>
          <p:cNvPr id="412" name="Queue"/>
          <p:cNvSpPr>
            <a:spLocks noGrp="1"/>
          </p:cNvSpPr>
          <p:nvPr/>
        </p:nvSpPr>
        <p:spPr>
          <a:xfrm>
            <a:off x="11608308" y="5495354"/>
            <a:ext cx="984885" cy="214884"/>
          </a:xfrm>
          <a:prstGeom prst="rect">
            <a:avLst/>
          </a:prstGeom>
          <a:noFill/>
          <a:ln w="0">
            <a:noFill/>
          </a:ln>
        </p:spPr>
        <p:txBody>
          <a:bodyPr wrap="none" lIns="0" tIns="0" rIns="0" bIns="0" anchor="ctr">
            <a:noAutofit/>
          </a:bodyPr>
          <a:lstStyle>
            <a:defPPr algn="ctr">
              <a:defRPr sz="1587" b="0" i="0">
                <a:solidFill>
                  <a:srgbClr val="1B1B1B"/>
                </a:solidFill>
                <a:latin typeface="Times New Roman" panose="02020503050405090304"/>
                <a:ea typeface="Times New Roman" panose="02020503050405090304"/>
                <a:cs typeface="Times New Roman" panose="02020503050405090304"/>
              </a:defRPr>
            </a:defPPr>
          </a:lstStyle>
          <a:p>
            <a:pPr algn="ctr">
              <a:defRPr sz="1587" b="0" i="0">
                <a:solidFill>
                  <a:srgbClr val="1B1B1B"/>
                </a:solidFill>
                <a:latin typeface="Times New Roman" panose="02020503050405090304"/>
                <a:ea typeface="Times New Roman" panose="02020503050405090304"/>
                <a:cs typeface="Times New Roman" panose="02020503050405090304"/>
              </a:defRPr>
            </a:pPr>
            <a:r>
              <a:rPr sz="1587" b="0" i="0">
                <a:solidFill>
                  <a:srgbClr val="1B1B1B"/>
                </a:solidFill>
                <a:latin typeface="Times New Roman" panose="02020503050405090304"/>
                <a:ea typeface="Times New Roman" panose="02020503050405090304"/>
                <a:cs typeface="Times New Roman" panose="02020503050405090304"/>
              </a:rPr>
              <a:t>Queue</a:t>
            </a:r>
            <a:endParaRPr sz="1587" b="0" i="0">
              <a:solidFill>
                <a:srgbClr val="1B1B1B"/>
              </a:solidFill>
              <a:latin typeface="Times New Roman" panose="02020503050405090304"/>
              <a:ea typeface="Times New Roman" panose="02020503050405090304"/>
              <a:cs typeface="Times New Roman" panose="02020503050405090304"/>
            </a:endParaRPr>
          </a:p>
        </p:txBody>
      </p:sp>
      <p:sp>
        <p:nvSpPr>
          <p:cNvPr id="413" name="Stall / shortage"/>
          <p:cNvSpPr>
            <a:spLocks noGrp="1"/>
          </p:cNvSpPr>
          <p:nvPr/>
        </p:nvSpPr>
        <p:spPr>
          <a:xfrm>
            <a:off x="12897612" y="5495354"/>
            <a:ext cx="1477328" cy="214884"/>
          </a:xfrm>
          <a:prstGeom prst="rect">
            <a:avLst/>
          </a:prstGeom>
          <a:noFill/>
          <a:ln w="0">
            <a:noFill/>
          </a:ln>
        </p:spPr>
        <p:txBody>
          <a:bodyPr wrap="none" lIns="0" tIns="0" rIns="0" bIns="0" anchor="ctr">
            <a:noAutofit/>
          </a:bodyPr>
          <a:lstStyle>
            <a:defPPr algn="ctr">
              <a:defRPr sz="1587" b="0" i="0">
                <a:solidFill>
                  <a:srgbClr val="1B1B1B"/>
                </a:solidFill>
                <a:latin typeface="Times New Roman" panose="02020503050405090304"/>
                <a:ea typeface="Times New Roman" panose="02020503050405090304"/>
                <a:cs typeface="Times New Roman" panose="02020503050405090304"/>
              </a:defRPr>
            </a:defPPr>
          </a:lstStyle>
          <a:p>
            <a:pPr algn="ctr">
              <a:defRPr sz="1587" b="0" i="0">
                <a:solidFill>
                  <a:srgbClr val="1B1B1B"/>
                </a:solidFill>
                <a:latin typeface="Times New Roman" panose="02020503050405090304"/>
                <a:ea typeface="Times New Roman" panose="02020503050405090304"/>
                <a:cs typeface="Times New Roman" panose="02020503050405090304"/>
              </a:defRPr>
            </a:pPr>
            <a:r>
              <a:rPr sz="1587" b="0" i="0">
                <a:solidFill>
                  <a:srgbClr val="1B1B1B"/>
                </a:solidFill>
                <a:latin typeface="Times New Roman" panose="02020503050405090304"/>
                <a:ea typeface="Times New Roman" panose="02020503050405090304"/>
                <a:cs typeface="Times New Roman" panose="02020503050405090304"/>
              </a:rPr>
              <a:t>Stall / shortage</a:t>
            </a:r>
            <a:endParaRPr sz="1587" b="0" i="0">
              <a:solidFill>
                <a:srgbClr val="1B1B1B"/>
              </a:solidFill>
              <a:latin typeface="Times New Roman" panose="02020503050405090304"/>
              <a:ea typeface="Times New Roman" panose="02020503050405090304"/>
              <a:cs typeface="Times New Roman" panose="02020503050405090304"/>
            </a:endParaRPr>
          </a:p>
        </p:txBody>
      </p:sp>
      <p:sp>
        <p:nvSpPr>
          <p:cNvPr id="414" name="Logistics"/>
          <p:cNvSpPr>
            <a:spLocks noGrp="1"/>
          </p:cNvSpPr>
          <p:nvPr/>
        </p:nvSpPr>
        <p:spPr>
          <a:xfrm>
            <a:off x="14616684" y="5495354"/>
            <a:ext cx="1065467" cy="214884"/>
          </a:xfrm>
          <a:prstGeom prst="rect">
            <a:avLst/>
          </a:prstGeom>
          <a:noFill/>
          <a:ln w="0">
            <a:noFill/>
          </a:ln>
        </p:spPr>
        <p:txBody>
          <a:bodyPr wrap="none" lIns="0" tIns="0" rIns="0" bIns="0" anchor="ctr">
            <a:noAutofit/>
          </a:bodyPr>
          <a:lstStyle>
            <a:defPPr algn="ctr">
              <a:defRPr sz="1587" b="0" i="0">
                <a:solidFill>
                  <a:srgbClr val="1B1B1B"/>
                </a:solidFill>
                <a:latin typeface="Times New Roman" panose="02020503050405090304"/>
                <a:ea typeface="Times New Roman" panose="02020503050405090304"/>
                <a:cs typeface="Times New Roman" panose="02020503050405090304"/>
              </a:defRPr>
            </a:defPPr>
          </a:lstStyle>
          <a:p>
            <a:pPr algn="ctr">
              <a:defRPr sz="1587" b="0" i="0">
                <a:solidFill>
                  <a:srgbClr val="1B1B1B"/>
                </a:solidFill>
                <a:latin typeface="Times New Roman" panose="02020503050405090304"/>
                <a:ea typeface="Times New Roman" panose="02020503050405090304"/>
                <a:cs typeface="Times New Roman" panose="02020503050405090304"/>
              </a:defRPr>
            </a:pPr>
            <a:r>
              <a:rPr sz="1587" b="0" i="0">
                <a:solidFill>
                  <a:srgbClr val="1B1B1B"/>
                </a:solidFill>
                <a:latin typeface="Times New Roman" panose="02020503050405090304"/>
                <a:ea typeface="Times New Roman" panose="02020503050405090304"/>
                <a:cs typeface="Times New Roman" panose="02020503050405090304"/>
              </a:rPr>
              <a:t>Logistics</a:t>
            </a:r>
            <a:endParaRPr sz="1587" b="0" i="0">
              <a:solidFill>
                <a:srgbClr val="1B1B1B"/>
              </a:solidFill>
              <a:latin typeface="Times New Roman" panose="02020503050405090304"/>
              <a:ea typeface="Times New Roman" panose="02020503050405090304"/>
              <a:cs typeface="Times New Roman" panose="02020503050405090304"/>
            </a:endParaRPr>
          </a:p>
        </p:txBody>
      </p:sp>
      <p:sp>
        <p:nvSpPr>
          <p:cNvPr id="415" name="line-169"/>
          <p:cNvSpPr>
            <a:spLocks noGrp="1"/>
          </p:cNvSpPr>
          <p:nvPr/>
        </p:nvSpPr>
        <p:spPr>
          <a:xfrm>
            <a:off x="13631799" y="6157913"/>
            <a:ext cx="89" cy="170117"/>
          </a:xfrm>
          <a:custGeom>
            <a:avLst/>
            <a:gdLst/>
            <a:ahLst/>
            <a:cxnLst/>
            <a:pathLst>
              <a:path w="95" h="180975">
                <a:moveTo>
                  <a:pt x="0" y="0"/>
                </a:moveTo>
                <a:lnTo>
                  <a:pt x="0" y="180975"/>
                </a:lnTo>
              </a:path>
            </a:pathLst>
          </a:custGeom>
          <a:noFill/>
          <a:ln w="14434">
            <a:solidFill>
              <a:srgbClr val="805431"/>
            </a:solidFill>
            <a:prstDash val="solid"/>
          </a:ln>
        </p:spPr>
      </p:sp>
      <p:sp>
        <p:nvSpPr>
          <p:cNvPr id="416" name="line-170"/>
          <p:cNvSpPr>
            <a:spLocks noGrp="1"/>
          </p:cNvSpPr>
          <p:nvPr/>
        </p:nvSpPr>
        <p:spPr>
          <a:xfrm>
            <a:off x="13602857" y="6272437"/>
            <a:ext cx="28942" cy="55592"/>
          </a:xfrm>
          <a:custGeom>
            <a:avLst/>
            <a:gdLst/>
            <a:ahLst/>
            <a:cxnLst/>
            <a:pathLst>
              <a:path w="30789" h="59140">
                <a:moveTo>
                  <a:pt x="30789" y="59140"/>
                </a:moveTo>
                <a:lnTo>
                  <a:pt x="0" y="0"/>
                </a:lnTo>
              </a:path>
            </a:pathLst>
          </a:custGeom>
          <a:noFill/>
          <a:ln w="14434">
            <a:solidFill>
              <a:srgbClr val="805431"/>
            </a:solidFill>
            <a:prstDash val="solid"/>
          </a:ln>
        </p:spPr>
      </p:sp>
      <p:sp>
        <p:nvSpPr>
          <p:cNvPr id="417" name="line-171"/>
          <p:cNvSpPr>
            <a:spLocks noGrp="1"/>
          </p:cNvSpPr>
          <p:nvPr/>
        </p:nvSpPr>
        <p:spPr>
          <a:xfrm>
            <a:off x="13631799" y="6272437"/>
            <a:ext cx="28942" cy="55592"/>
          </a:xfrm>
          <a:custGeom>
            <a:avLst/>
            <a:gdLst/>
            <a:ahLst/>
            <a:cxnLst/>
            <a:pathLst>
              <a:path w="30789" h="59140">
                <a:moveTo>
                  <a:pt x="0" y="59140"/>
                </a:moveTo>
                <a:lnTo>
                  <a:pt x="30789" y="0"/>
                </a:lnTo>
              </a:path>
            </a:pathLst>
          </a:custGeom>
          <a:noFill/>
          <a:ln w="14434">
            <a:solidFill>
              <a:srgbClr val="805431"/>
            </a:solidFill>
            <a:prstDash val="solid"/>
          </a:ln>
        </p:spPr>
      </p:sp>
      <p:sp>
        <p:nvSpPr>
          <p:cNvPr id="418" name="Resource-specific rules + persistence"/>
          <p:cNvSpPr>
            <a:spLocks noGrp="1"/>
          </p:cNvSpPr>
          <p:nvPr/>
        </p:nvSpPr>
        <p:spPr>
          <a:xfrm>
            <a:off x="11429238" y="6381750"/>
            <a:ext cx="4494657" cy="259651"/>
          </a:xfrm>
          <a:prstGeom prst="rect">
            <a:avLst/>
          </a:prstGeom>
          <a:noFill/>
          <a:ln w="0">
            <a:noFill/>
          </a:ln>
        </p:spPr>
        <p:txBody>
          <a:bodyPr wrap="none" lIns="0" tIns="0" rIns="0" bIns="0" anchor="ctr">
            <a:noAutofit/>
          </a:bodyPr>
          <a:lstStyle>
            <a:defPPr algn="ctr">
              <a:defRPr sz="1777" b="0" i="0">
                <a:solidFill>
                  <a:srgbClr val="805431"/>
                </a:solidFill>
                <a:latin typeface="Times New Roman" panose="02020503050405090304"/>
                <a:ea typeface="Times New Roman" panose="02020503050405090304"/>
                <a:cs typeface="Times New Roman" panose="02020503050405090304"/>
              </a:defRPr>
            </a:defPPr>
          </a:lstStyle>
          <a:p>
            <a:pPr algn="ctr">
              <a:defRPr sz="1777" b="0" i="0">
                <a:solidFill>
                  <a:srgbClr val="805431"/>
                </a:solidFill>
                <a:latin typeface="Times New Roman" panose="02020503050405090304"/>
                <a:ea typeface="Times New Roman" panose="02020503050405090304"/>
                <a:cs typeface="Times New Roman" panose="02020503050405090304"/>
              </a:defRPr>
            </a:pPr>
            <a:r>
              <a:rPr sz="1777" b="0" i="0">
                <a:solidFill>
                  <a:srgbClr val="805431"/>
                </a:solidFill>
                <a:latin typeface="Times New Roman" panose="02020503050405090304"/>
                <a:ea typeface="Times New Roman" panose="02020503050405090304"/>
                <a:cs typeface="Times New Roman" panose="02020503050405090304"/>
              </a:rPr>
              <a:t>Resource-specific rules + persistence</a:t>
            </a:r>
            <a:endParaRPr sz="1777" b="0" i="0">
              <a:solidFill>
                <a:srgbClr val="805431"/>
              </a:solidFill>
              <a:latin typeface="Times New Roman" panose="02020503050405090304"/>
              <a:ea typeface="Times New Roman" panose="02020503050405090304"/>
              <a:cs typeface="Times New Roman" panose="02020503050405090304"/>
            </a:endParaRPr>
          </a:p>
        </p:txBody>
      </p:sp>
      <p:sp>
        <p:nvSpPr>
          <p:cNvPr id="419" name="shape-172"/>
          <p:cNvSpPr>
            <a:spLocks noGrp="1"/>
          </p:cNvSpPr>
          <p:nvPr/>
        </p:nvSpPr>
        <p:spPr>
          <a:xfrm>
            <a:off x="12521565" y="6856285"/>
            <a:ext cx="98489" cy="152210"/>
          </a:xfrm>
          <a:prstGeom prst="rect">
            <a:avLst/>
          </a:prstGeom>
          <a:solidFill>
            <a:srgbClr val="F1E6DB"/>
          </a:solidFill>
          <a:ln w="3581">
            <a:solidFill>
              <a:srgbClr val="FFFFFF"/>
            </a:solidFill>
            <a:prstDash val="solid"/>
          </a:ln>
        </p:spPr>
      </p:sp>
      <p:sp>
        <p:nvSpPr>
          <p:cNvPr id="420" name="shape-173"/>
          <p:cNvSpPr>
            <a:spLocks noGrp="1"/>
          </p:cNvSpPr>
          <p:nvPr/>
        </p:nvSpPr>
        <p:spPr>
          <a:xfrm>
            <a:off x="12521565" y="7178612"/>
            <a:ext cx="98489" cy="152210"/>
          </a:xfrm>
          <a:prstGeom prst="rect">
            <a:avLst/>
          </a:prstGeom>
          <a:solidFill>
            <a:srgbClr val="F1E6DB"/>
          </a:solidFill>
          <a:ln w="3581">
            <a:solidFill>
              <a:srgbClr val="FFFFFF"/>
            </a:solidFill>
            <a:prstDash val="solid"/>
          </a:ln>
        </p:spPr>
      </p:sp>
      <p:sp>
        <p:nvSpPr>
          <p:cNvPr id="421" name="shape-174"/>
          <p:cNvSpPr>
            <a:spLocks noGrp="1"/>
          </p:cNvSpPr>
          <p:nvPr/>
        </p:nvSpPr>
        <p:spPr>
          <a:xfrm>
            <a:off x="12629007" y="6856285"/>
            <a:ext cx="98489" cy="152210"/>
          </a:xfrm>
          <a:prstGeom prst="rect">
            <a:avLst/>
          </a:prstGeom>
          <a:solidFill>
            <a:srgbClr val="F1E6DB"/>
          </a:solidFill>
          <a:ln w="3581">
            <a:solidFill>
              <a:srgbClr val="FFFFFF"/>
            </a:solidFill>
            <a:prstDash val="solid"/>
          </a:ln>
        </p:spPr>
      </p:sp>
      <p:sp>
        <p:nvSpPr>
          <p:cNvPr id="422" name="shape-175"/>
          <p:cNvSpPr>
            <a:spLocks noGrp="1"/>
          </p:cNvSpPr>
          <p:nvPr/>
        </p:nvSpPr>
        <p:spPr>
          <a:xfrm>
            <a:off x="12629007" y="7178612"/>
            <a:ext cx="98489" cy="152210"/>
          </a:xfrm>
          <a:prstGeom prst="rect">
            <a:avLst/>
          </a:prstGeom>
          <a:solidFill>
            <a:srgbClr val="F1E6DB"/>
          </a:solidFill>
          <a:ln w="3581">
            <a:solidFill>
              <a:srgbClr val="FFFFFF"/>
            </a:solidFill>
            <a:prstDash val="solid"/>
          </a:ln>
        </p:spPr>
      </p:sp>
      <p:sp>
        <p:nvSpPr>
          <p:cNvPr id="423" name="shape-176"/>
          <p:cNvSpPr>
            <a:spLocks noGrp="1"/>
          </p:cNvSpPr>
          <p:nvPr/>
        </p:nvSpPr>
        <p:spPr>
          <a:xfrm>
            <a:off x="12736449" y="6856285"/>
            <a:ext cx="98489" cy="152210"/>
          </a:xfrm>
          <a:prstGeom prst="rect">
            <a:avLst/>
          </a:prstGeom>
          <a:solidFill>
            <a:srgbClr val="BE936F"/>
          </a:solidFill>
          <a:ln w="3581">
            <a:solidFill>
              <a:srgbClr val="FFFFFF"/>
            </a:solidFill>
            <a:prstDash val="solid"/>
          </a:ln>
        </p:spPr>
      </p:sp>
      <p:sp>
        <p:nvSpPr>
          <p:cNvPr id="424" name="shape-177"/>
          <p:cNvSpPr>
            <a:spLocks noGrp="1"/>
          </p:cNvSpPr>
          <p:nvPr/>
        </p:nvSpPr>
        <p:spPr>
          <a:xfrm>
            <a:off x="12736449" y="7178612"/>
            <a:ext cx="98489" cy="152210"/>
          </a:xfrm>
          <a:prstGeom prst="rect">
            <a:avLst/>
          </a:prstGeom>
          <a:solidFill>
            <a:srgbClr val="F1E6DB"/>
          </a:solidFill>
          <a:ln w="3581">
            <a:solidFill>
              <a:srgbClr val="FFFFFF"/>
            </a:solidFill>
            <a:prstDash val="solid"/>
          </a:ln>
        </p:spPr>
      </p:sp>
      <p:sp>
        <p:nvSpPr>
          <p:cNvPr id="425" name="shape-178"/>
          <p:cNvSpPr>
            <a:spLocks noGrp="1"/>
          </p:cNvSpPr>
          <p:nvPr/>
        </p:nvSpPr>
        <p:spPr>
          <a:xfrm>
            <a:off x="12843891" y="6856285"/>
            <a:ext cx="98489" cy="152210"/>
          </a:xfrm>
          <a:prstGeom prst="rect">
            <a:avLst/>
          </a:prstGeom>
          <a:solidFill>
            <a:srgbClr val="BE936F"/>
          </a:solidFill>
          <a:ln w="3581">
            <a:solidFill>
              <a:srgbClr val="FFFFFF"/>
            </a:solidFill>
            <a:prstDash val="solid"/>
          </a:ln>
        </p:spPr>
      </p:sp>
      <p:sp>
        <p:nvSpPr>
          <p:cNvPr id="426" name="shape-179"/>
          <p:cNvSpPr>
            <a:spLocks noGrp="1"/>
          </p:cNvSpPr>
          <p:nvPr/>
        </p:nvSpPr>
        <p:spPr>
          <a:xfrm>
            <a:off x="12843891" y="7178612"/>
            <a:ext cx="98489" cy="152210"/>
          </a:xfrm>
          <a:prstGeom prst="rect">
            <a:avLst/>
          </a:prstGeom>
          <a:solidFill>
            <a:srgbClr val="F1E6DB"/>
          </a:solidFill>
          <a:ln w="3581">
            <a:solidFill>
              <a:srgbClr val="FFFFFF"/>
            </a:solidFill>
            <a:prstDash val="solid"/>
          </a:ln>
        </p:spPr>
      </p:sp>
      <p:sp>
        <p:nvSpPr>
          <p:cNvPr id="427" name="shape-180"/>
          <p:cNvSpPr>
            <a:spLocks noGrp="1"/>
          </p:cNvSpPr>
          <p:nvPr/>
        </p:nvSpPr>
        <p:spPr>
          <a:xfrm>
            <a:off x="12951333" y="6856285"/>
            <a:ext cx="98489" cy="152210"/>
          </a:xfrm>
          <a:prstGeom prst="rect">
            <a:avLst/>
          </a:prstGeom>
          <a:solidFill>
            <a:srgbClr val="F1E6DB"/>
          </a:solidFill>
          <a:ln w="3581">
            <a:solidFill>
              <a:srgbClr val="FFFFFF"/>
            </a:solidFill>
            <a:prstDash val="solid"/>
          </a:ln>
        </p:spPr>
      </p:sp>
      <p:sp>
        <p:nvSpPr>
          <p:cNvPr id="428" name="shape-181"/>
          <p:cNvSpPr>
            <a:spLocks noGrp="1"/>
          </p:cNvSpPr>
          <p:nvPr/>
        </p:nvSpPr>
        <p:spPr>
          <a:xfrm>
            <a:off x="12951333" y="7178612"/>
            <a:ext cx="98489" cy="152210"/>
          </a:xfrm>
          <a:prstGeom prst="rect">
            <a:avLst/>
          </a:prstGeom>
          <a:solidFill>
            <a:srgbClr val="F1E6DB"/>
          </a:solidFill>
          <a:ln w="3581">
            <a:solidFill>
              <a:srgbClr val="FFFFFF"/>
            </a:solidFill>
            <a:prstDash val="solid"/>
          </a:ln>
        </p:spPr>
      </p:sp>
      <p:sp>
        <p:nvSpPr>
          <p:cNvPr id="429" name="shape-182"/>
          <p:cNvSpPr>
            <a:spLocks noGrp="1"/>
          </p:cNvSpPr>
          <p:nvPr/>
        </p:nvSpPr>
        <p:spPr>
          <a:xfrm>
            <a:off x="13058775" y="6856285"/>
            <a:ext cx="98489" cy="152210"/>
          </a:xfrm>
          <a:prstGeom prst="rect">
            <a:avLst/>
          </a:prstGeom>
          <a:solidFill>
            <a:srgbClr val="F1E6DB"/>
          </a:solidFill>
          <a:ln w="3581">
            <a:solidFill>
              <a:srgbClr val="FFFFFF"/>
            </a:solidFill>
            <a:prstDash val="solid"/>
          </a:ln>
        </p:spPr>
      </p:sp>
      <p:sp>
        <p:nvSpPr>
          <p:cNvPr id="430" name="shape-183"/>
          <p:cNvSpPr>
            <a:spLocks noGrp="1"/>
          </p:cNvSpPr>
          <p:nvPr/>
        </p:nvSpPr>
        <p:spPr>
          <a:xfrm>
            <a:off x="13058775" y="7178612"/>
            <a:ext cx="98489" cy="152210"/>
          </a:xfrm>
          <a:prstGeom prst="rect">
            <a:avLst/>
          </a:prstGeom>
          <a:solidFill>
            <a:srgbClr val="F1E6DB"/>
          </a:solidFill>
          <a:ln w="3581">
            <a:solidFill>
              <a:srgbClr val="FFFFFF"/>
            </a:solidFill>
            <a:prstDash val="solid"/>
          </a:ln>
        </p:spPr>
      </p:sp>
      <p:sp>
        <p:nvSpPr>
          <p:cNvPr id="431" name="shape-184"/>
          <p:cNvSpPr>
            <a:spLocks noGrp="1"/>
          </p:cNvSpPr>
          <p:nvPr/>
        </p:nvSpPr>
        <p:spPr>
          <a:xfrm>
            <a:off x="13166217" y="6856285"/>
            <a:ext cx="98489" cy="152210"/>
          </a:xfrm>
          <a:prstGeom prst="rect">
            <a:avLst/>
          </a:prstGeom>
          <a:solidFill>
            <a:srgbClr val="F1E6DB"/>
          </a:solidFill>
          <a:ln w="3581">
            <a:solidFill>
              <a:srgbClr val="FFFFFF"/>
            </a:solidFill>
            <a:prstDash val="solid"/>
          </a:ln>
        </p:spPr>
      </p:sp>
      <p:sp>
        <p:nvSpPr>
          <p:cNvPr id="432" name="shape-185"/>
          <p:cNvSpPr>
            <a:spLocks noGrp="1"/>
          </p:cNvSpPr>
          <p:nvPr/>
        </p:nvSpPr>
        <p:spPr>
          <a:xfrm>
            <a:off x="13166217" y="7178612"/>
            <a:ext cx="98489" cy="152210"/>
          </a:xfrm>
          <a:prstGeom prst="rect">
            <a:avLst/>
          </a:prstGeom>
          <a:solidFill>
            <a:srgbClr val="F1E6DB"/>
          </a:solidFill>
          <a:ln w="3581">
            <a:solidFill>
              <a:srgbClr val="FFFFFF"/>
            </a:solidFill>
            <a:prstDash val="solid"/>
          </a:ln>
        </p:spPr>
      </p:sp>
      <p:sp>
        <p:nvSpPr>
          <p:cNvPr id="433" name="shape-186"/>
          <p:cNvSpPr>
            <a:spLocks noGrp="1"/>
          </p:cNvSpPr>
          <p:nvPr/>
        </p:nvSpPr>
        <p:spPr>
          <a:xfrm>
            <a:off x="13273659" y="6856285"/>
            <a:ext cx="98489" cy="152210"/>
          </a:xfrm>
          <a:prstGeom prst="rect">
            <a:avLst/>
          </a:prstGeom>
          <a:solidFill>
            <a:srgbClr val="BE936F"/>
          </a:solidFill>
          <a:ln w="3581">
            <a:solidFill>
              <a:srgbClr val="FFFFFF"/>
            </a:solidFill>
            <a:prstDash val="solid"/>
          </a:ln>
        </p:spPr>
      </p:sp>
      <p:sp>
        <p:nvSpPr>
          <p:cNvPr id="434" name="shape-187"/>
          <p:cNvSpPr>
            <a:spLocks noGrp="1"/>
          </p:cNvSpPr>
          <p:nvPr/>
        </p:nvSpPr>
        <p:spPr>
          <a:xfrm>
            <a:off x="13273659" y="7178612"/>
            <a:ext cx="98489" cy="152210"/>
          </a:xfrm>
          <a:prstGeom prst="rect">
            <a:avLst/>
          </a:prstGeom>
          <a:solidFill>
            <a:srgbClr val="805431"/>
          </a:solidFill>
          <a:ln w="3581">
            <a:solidFill>
              <a:srgbClr val="FFFFFF"/>
            </a:solidFill>
            <a:prstDash val="solid"/>
          </a:ln>
        </p:spPr>
      </p:sp>
      <p:sp>
        <p:nvSpPr>
          <p:cNvPr id="435" name="shape-188"/>
          <p:cNvSpPr>
            <a:spLocks noGrp="1"/>
          </p:cNvSpPr>
          <p:nvPr/>
        </p:nvSpPr>
        <p:spPr>
          <a:xfrm>
            <a:off x="13381101" y="6856285"/>
            <a:ext cx="98489" cy="152210"/>
          </a:xfrm>
          <a:prstGeom prst="rect">
            <a:avLst/>
          </a:prstGeom>
          <a:solidFill>
            <a:srgbClr val="BE936F"/>
          </a:solidFill>
          <a:ln w="3581">
            <a:solidFill>
              <a:srgbClr val="FFFFFF"/>
            </a:solidFill>
            <a:prstDash val="solid"/>
          </a:ln>
        </p:spPr>
      </p:sp>
      <p:sp>
        <p:nvSpPr>
          <p:cNvPr id="436" name="shape-189"/>
          <p:cNvSpPr>
            <a:spLocks noGrp="1"/>
          </p:cNvSpPr>
          <p:nvPr/>
        </p:nvSpPr>
        <p:spPr>
          <a:xfrm>
            <a:off x="13381101" y="7178612"/>
            <a:ext cx="98489" cy="152210"/>
          </a:xfrm>
          <a:prstGeom prst="rect">
            <a:avLst/>
          </a:prstGeom>
          <a:solidFill>
            <a:srgbClr val="805431"/>
          </a:solidFill>
          <a:ln w="3581">
            <a:solidFill>
              <a:srgbClr val="FFFFFF"/>
            </a:solidFill>
            <a:prstDash val="solid"/>
          </a:ln>
        </p:spPr>
      </p:sp>
      <p:sp>
        <p:nvSpPr>
          <p:cNvPr id="437" name="shape-190"/>
          <p:cNvSpPr>
            <a:spLocks noGrp="1"/>
          </p:cNvSpPr>
          <p:nvPr/>
        </p:nvSpPr>
        <p:spPr>
          <a:xfrm>
            <a:off x="13488543" y="6856285"/>
            <a:ext cx="98489" cy="152210"/>
          </a:xfrm>
          <a:prstGeom prst="rect">
            <a:avLst/>
          </a:prstGeom>
          <a:solidFill>
            <a:srgbClr val="BE936F"/>
          </a:solidFill>
          <a:ln w="3581">
            <a:solidFill>
              <a:srgbClr val="FFFFFF"/>
            </a:solidFill>
            <a:prstDash val="solid"/>
          </a:ln>
        </p:spPr>
      </p:sp>
      <p:sp>
        <p:nvSpPr>
          <p:cNvPr id="438" name="shape-191"/>
          <p:cNvSpPr>
            <a:spLocks noGrp="1"/>
          </p:cNvSpPr>
          <p:nvPr/>
        </p:nvSpPr>
        <p:spPr>
          <a:xfrm>
            <a:off x="13488543" y="7178612"/>
            <a:ext cx="98489" cy="152210"/>
          </a:xfrm>
          <a:prstGeom prst="rect">
            <a:avLst/>
          </a:prstGeom>
          <a:solidFill>
            <a:srgbClr val="805431"/>
          </a:solidFill>
          <a:ln w="3581">
            <a:solidFill>
              <a:srgbClr val="FFFFFF"/>
            </a:solidFill>
            <a:prstDash val="solid"/>
          </a:ln>
        </p:spPr>
      </p:sp>
      <p:sp>
        <p:nvSpPr>
          <p:cNvPr id="439" name="shape-192"/>
          <p:cNvSpPr>
            <a:spLocks noGrp="1"/>
          </p:cNvSpPr>
          <p:nvPr/>
        </p:nvSpPr>
        <p:spPr>
          <a:xfrm>
            <a:off x="13595985" y="6856285"/>
            <a:ext cx="98489" cy="152210"/>
          </a:xfrm>
          <a:prstGeom prst="rect">
            <a:avLst/>
          </a:prstGeom>
          <a:solidFill>
            <a:srgbClr val="BE936F"/>
          </a:solidFill>
          <a:ln w="3581">
            <a:solidFill>
              <a:srgbClr val="FFFFFF"/>
            </a:solidFill>
            <a:prstDash val="solid"/>
          </a:ln>
        </p:spPr>
      </p:sp>
      <p:sp>
        <p:nvSpPr>
          <p:cNvPr id="440" name="shape-193"/>
          <p:cNvSpPr>
            <a:spLocks noGrp="1"/>
          </p:cNvSpPr>
          <p:nvPr/>
        </p:nvSpPr>
        <p:spPr>
          <a:xfrm>
            <a:off x="13595985" y="7178612"/>
            <a:ext cx="98489" cy="152210"/>
          </a:xfrm>
          <a:prstGeom prst="rect">
            <a:avLst/>
          </a:prstGeom>
          <a:solidFill>
            <a:srgbClr val="805431"/>
          </a:solidFill>
          <a:ln w="3581">
            <a:solidFill>
              <a:srgbClr val="FFFFFF"/>
            </a:solidFill>
            <a:prstDash val="solid"/>
          </a:ln>
        </p:spPr>
      </p:sp>
      <p:sp>
        <p:nvSpPr>
          <p:cNvPr id="441" name="shape-194"/>
          <p:cNvSpPr>
            <a:spLocks noGrp="1"/>
          </p:cNvSpPr>
          <p:nvPr/>
        </p:nvSpPr>
        <p:spPr>
          <a:xfrm>
            <a:off x="13703427" y="6856285"/>
            <a:ext cx="98489" cy="152210"/>
          </a:xfrm>
          <a:prstGeom prst="rect">
            <a:avLst/>
          </a:prstGeom>
          <a:solidFill>
            <a:srgbClr val="BE936F"/>
          </a:solidFill>
          <a:ln w="3581">
            <a:solidFill>
              <a:srgbClr val="FFFFFF"/>
            </a:solidFill>
            <a:prstDash val="solid"/>
          </a:ln>
        </p:spPr>
      </p:sp>
      <p:sp>
        <p:nvSpPr>
          <p:cNvPr id="442" name="shape-195"/>
          <p:cNvSpPr>
            <a:spLocks noGrp="1"/>
          </p:cNvSpPr>
          <p:nvPr/>
        </p:nvSpPr>
        <p:spPr>
          <a:xfrm>
            <a:off x="13703427" y="7178612"/>
            <a:ext cx="98489" cy="152210"/>
          </a:xfrm>
          <a:prstGeom prst="rect">
            <a:avLst/>
          </a:prstGeom>
          <a:solidFill>
            <a:srgbClr val="805431"/>
          </a:solidFill>
          <a:ln w="3581">
            <a:solidFill>
              <a:srgbClr val="FFFFFF"/>
            </a:solidFill>
            <a:prstDash val="solid"/>
          </a:ln>
        </p:spPr>
      </p:sp>
      <p:sp>
        <p:nvSpPr>
          <p:cNvPr id="443" name="shape-196"/>
          <p:cNvSpPr>
            <a:spLocks noGrp="1"/>
          </p:cNvSpPr>
          <p:nvPr/>
        </p:nvSpPr>
        <p:spPr>
          <a:xfrm>
            <a:off x="13810869" y="6856285"/>
            <a:ext cx="98489" cy="152210"/>
          </a:xfrm>
          <a:prstGeom prst="rect">
            <a:avLst/>
          </a:prstGeom>
          <a:solidFill>
            <a:srgbClr val="BE936F"/>
          </a:solidFill>
          <a:ln w="3581">
            <a:solidFill>
              <a:srgbClr val="FFFFFF"/>
            </a:solidFill>
            <a:prstDash val="solid"/>
          </a:ln>
        </p:spPr>
      </p:sp>
      <p:sp>
        <p:nvSpPr>
          <p:cNvPr id="444" name="shape-197"/>
          <p:cNvSpPr>
            <a:spLocks noGrp="1"/>
          </p:cNvSpPr>
          <p:nvPr/>
        </p:nvSpPr>
        <p:spPr>
          <a:xfrm>
            <a:off x="13810869" y="7178612"/>
            <a:ext cx="98489" cy="152210"/>
          </a:xfrm>
          <a:prstGeom prst="rect">
            <a:avLst/>
          </a:prstGeom>
          <a:solidFill>
            <a:srgbClr val="805431"/>
          </a:solidFill>
          <a:ln w="3581">
            <a:solidFill>
              <a:srgbClr val="FFFFFF"/>
            </a:solidFill>
            <a:prstDash val="solid"/>
          </a:ln>
        </p:spPr>
      </p:sp>
      <p:sp>
        <p:nvSpPr>
          <p:cNvPr id="445" name="shape-198"/>
          <p:cNvSpPr>
            <a:spLocks noGrp="1"/>
          </p:cNvSpPr>
          <p:nvPr/>
        </p:nvSpPr>
        <p:spPr>
          <a:xfrm>
            <a:off x="13918311" y="6856285"/>
            <a:ext cx="98489" cy="152210"/>
          </a:xfrm>
          <a:prstGeom prst="rect">
            <a:avLst/>
          </a:prstGeom>
          <a:solidFill>
            <a:srgbClr val="BE936F"/>
          </a:solidFill>
          <a:ln w="3581">
            <a:solidFill>
              <a:srgbClr val="FFFFFF"/>
            </a:solidFill>
            <a:prstDash val="solid"/>
          </a:ln>
        </p:spPr>
      </p:sp>
      <p:sp>
        <p:nvSpPr>
          <p:cNvPr id="446" name="shape-199"/>
          <p:cNvSpPr>
            <a:spLocks noGrp="1"/>
          </p:cNvSpPr>
          <p:nvPr/>
        </p:nvSpPr>
        <p:spPr>
          <a:xfrm>
            <a:off x="13918311" y="7178612"/>
            <a:ext cx="98489" cy="152210"/>
          </a:xfrm>
          <a:prstGeom prst="rect">
            <a:avLst/>
          </a:prstGeom>
          <a:solidFill>
            <a:srgbClr val="805431"/>
          </a:solidFill>
          <a:ln w="3581">
            <a:solidFill>
              <a:srgbClr val="FFFFFF"/>
            </a:solidFill>
            <a:prstDash val="solid"/>
          </a:ln>
        </p:spPr>
      </p:sp>
      <p:sp>
        <p:nvSpPr>
          <p:cNvPr id="447" name="shape-200"/>
          <p:cNvSpPr>
            <a:spLocks noGrp="1"/>
          </p:cNvSpPr>
          <p:nvPr/>
        </p:nvSpPr>
        <p:spPr>
          <a:xfrm>
            <a:off x="14025753" y="6856285"/>
            <a:ext cx="98489" cy="152210"/>
          </a:xfrm>
          <a:prstGeom prst="rect">
            <a:avLst/>
          </a:prstGeom>
          <a:solidFill>
            <a:srgbClr val="BE936F"/>
          </a:solidFill>
          <a:ln w="3581">
            <a:solidFill>
              <a:srgbClr val="FFFFFF"/>
            </a:solidFill>
            <a:prstDash val="solid"/>
          </a:ln>
        </p:spPr>
      </p:sp>
      <p:sp>
        <p:nvSpPr>
          <p:cNvPr id="448" name="shape-201"/>
          <p:cNvSpPr>
            <a:spLocks noGrp="1"/>
          </p:cNvSpPr>
          <p:nvPr/>
        </p:nvSpPr>
        <p:spPr>
          <a:xfrm>
            <a:off x="14025753" y="7178612"/>
            <a:ext cx="98489" cy="152210"/>
          </a:xfrm>
          <a:prstGeom prst="rect">
            <a:avLst/>
          </a:prstGeom>
          <a:solidFill>
            <a:srgbClr val="805431"/>
          </a:solidFill>
          <a:ln w="3581">
            <a:solidFill>
              <a:srgbClr val="FFFFFF"/>
            </a:solidFill>
            <a:prstDash val="solid"/>
          </a:ln>
        </p:spPr>
      </p:sp>
      <p:sp>
        <p:nvSpPr>
          <p:cNvPr id="449" name="shape-202"/>
          <p:cNvSpPr>
            <a:spLocks noGrp="1"/>
          </p:cNvSpPr>
          <p:nvPr/>
        </p:nvSpPr>
        <p:spPr>
          <a:xfrm>
            <a:off x="14133195" y="6856285"/>
            <a:ext cx="98489" cy="152210"/>
          </a:xfrm>
          <a:prstGeom prst="rect">
            <a:avLst/>
          </a:prstGeom>
          <a:solidFill>
            <a:srgbClr val="F1E6DB"/>
          </a:solidFill>
          <a:ln w="3581">
            <a:solidFill>
              <a:srgbClr val="FFFFFF"/>
            </a:solidFill>
            <a:prstDash val="solid"/>
          </a:ln>
        </p:spPr>
      </p:sp>
      <p:sp>
        <p:nvSpPr>
          <p:cNvPr id="450" name="shape-203"/>
          <p:cNvSpPr>
            <a:spLocks noGrp="1"/>
          </p:cNvSpPr>
          <p:nvPr/>
        </p:nvSpPr>
        <p:spPr>
          <a:xfrm>
            <a:off x="14133195" y="7178612"/>
            <a:ext cx="98489" cy="152210"/>
          </a:xfrm>
          <a:prstGeom prst="rect">
            <a:avLst/>
          </a:prstGeom>
          <a:solidFill>
            <a:srgbClr val="805431"/>
          </a:solidFill>
          <a:ln w="3581">
            <a:solidFill>
              <a:srgbClr val="FFFFFF"/>
            </a:solidFill>
            <a:prstDash val="solid"/>
          </a:ln>
        </p:spPr>
      </p:sp>
      <p:sp>
        <p:nvSpPr>
          <p:cNvPr id="451" name="shape-204"/>
          <p:cNvSpPr>
            <a:spLocks noGrp="1"/>
          </p:cNvSpPr>
          <p:nvPr/>
        </p:nvSpPr>
        <p:spPr>
          <a:xfrm>
            <a:off x="14240637" y="6856285"/>
            <a:ext cx="98489" cy="152210"/>
          </a:xfrm>
          <a:prstGeom prst="rect">
            <a:avLst/>
          </a:prstGeom>
          <a:solidFill>
            <a:srgbClr val="BE936F"/>
          </a:solidFill>
          <a:ln w="3581">
            <a:solidFill>
              <a:srgbClr val="FFFFFF"/>
            </a:solidFill>
            <a:prstDash val="solid"/>
          </a:ln>
        </p:spPr>
      </p:sp>
      <p:sp>
        <p:nvSpPr>
          <p:cNvPr id="452" name="shape-205"/>
          <p:cNvSpPr>
            <a:spLocks noGrp="1"/>
          </p:cNvSpPr>
          <p:nvPr/>
        </p:nvSpPr>
        <p:spPr>
          <a:xfrm>
            <a:off x="14240637" y="7178612"/>
            <a:ext cx="98489" cy="152210"/>
          </a:xfrm>
          <a:prstGeom prst="rect">
            <a:avLst/>
          </a:prstGeom>
          <a:solidFill>
            <a:srgbClr val="805431"/>
          </a:solidFill>
          <a:ln w="3581">
            <a:solidFill>
              <a:srgbClr val="FFFFFF"/>
            </a:solidFill>
            <a:prstDash val="solid"/>
          </a:ln>
        </p:spPr>
      </p:sp>
      <p:sp>
        <p:nvSpPr>
          <p:cNvPr id="453" name="shape-206"/>
          <p:cNvSpPr>
            <a:spLocks noGrp="1"/>
          </p:cNvSpPr>
          <p:nvPr/>
        </p:nvSpPr>
        <p:spPr>
          <a:xfrm>
            <a:off x="14348079" y="6856285"/>
            <a:ext cx="98489" cy="152210"/>
          </a:xfrm>
          <a:prstGeom prst="rect">
            <a:avLst/>
          </a:prstGeom>
          <a:solidFill>
            <a:srgbClr val="BE936F"/>
          </a:solidFill>
          <a:ln w="3581">
            <a:solidFill>
              <a:srgbClr val="FFFFFF"/>
            </a:solidFill>
            <a:prstDash val="solid"/>
          </a:ln>
        </p:spPr>
      </p:sp>
      <p:sp>
        <p:nvSpPr>
          <p:cNvPr id="454" name="shape-207"/>
          <p:cNvSpPr>
            <a:spLocks noGrp="1"/>
          </p:cNvSpPr>
          <p:nvPr/>
        </p:nvSpPr>
        <p:spPr>
          <a:xfrm>
            <a:off x="14348079" y="7178612"/>
            <a:ext cx="98489" cy="152210"/>
          </a:xfrm>
          <a:prstGeom prst="rect">
            <a:avLst/>
          </a:prstGeom>
          <a:solidFill>
            <a:srgbClr val="805431"/>
          </a:solidFill>
          <a:ln w="3581">
            <a:solidFill>
              <a:srgbClr val="FFFFFF"/>
            </a:solidFill>
            <a:prstDash val="solid"/>
          </a:ln>
        </p:spPr>
      </p:sp>
      <p:sp>
        <p:nvSpPr>
          <p:cNvPr id="455" name="shape-208"/>
          <p:cNvSpPr>
            <a:spLocks noGrp="1"/>
          </p:cNvSpPr>
          <p:nvPr/>
        </p:nvSpPr>
        <p:spPr>
          <a:xfrm>
            <a:off x="14455521" y="6856285"/>
            <a:ext cx="98489" cy="152210"/>
          </a:xfrm>
          <a:prstGeom prst="rect">
            <a:avLst/>
          </a:prstGeom>
          <a:solidFill>
            <a:srgbClr val="BE936F"/>
          </a:solidFill>
          <a:ln w="3581">
            <a:solidFill>
              <a:srgbClr val="FFFFFF"/>
            </a:solidFill>
            <a:prstDash val="solid"/>
          </a:ln>
        </p:spPr>
      </p:sp>
      <p:sp>
        <p:nvSpPr>
          <p:cNvPr id="456" name="shape-209"/>
          <p:cNvSpPr>
            <a:spLocks noGrp="1"/>
          </p:cNvSpPr>
          <p:nvPr/>
        </p:nvSpPr>
        <p:spPr>
          <a:xfrm>
            <a:off x="14455521" y="7178612"/>
            <a:ext cx="98489" cy="152210"/>
          </a:xfrm>
          <a:prstGeom prst="rect">
            <a:avLst/>
          </a:prstGeom>
          <a:solidFill>
            <a:srgbClr val="805431"/>
          </a:solidFill>
          <a:ln w="3581">
            <a:solidFill>
              <a:srgbClr val="FFFFFF"/>
            </a:solidFill>
            <a:prstDash val="solid"/>
          </a:ln>
        </p:spPr>
      </p:sp>
      <p:sp>
        <p:nvSpPr>
          <p:cNvPr id="457" name="shape-210"/>
          <p:cNvSpPr>
            <a:spLocks noGrp="1"/>
          </p:cNvSpPr>
          <p:nvPr/>
        </p:nvSpPr>
        <p:spPr>
          <a:xfrm>
            <a:off x="14562963" y="6856285"/>
            <a:ext cx="98489" cy="152210"/>
          </a:xfrm>
          <a:prstGeom prst="rect">
            <a:avLst/>
          </a:prstGeom>
          <a:solidFill>
            <a:srgbClr val="BE936F"/>
          </a:solidFill>
          <a:ln w="3581">
            <a:solidFill>
              <a:srgbClr val="FFFFFF"/>
            </a:solidFill>
            <a:prstDash val="solid"/>
          </a:ln>
        </p:spPr>
      </p:sp>
      <p:sp>
        <p:nvSpPr>
          <p:cNvPr id="458" name="shape-211"/>
          <p:cNvSpPr>
            <a:spLocks noGrp="1"/>
          </p:cNvSpPr>
          <p:nvPr/>
        </p:nvSpPr>
        <p:spPr>
          <a:xfrm>
            <a:off x="14562963" y="7178612"/>
            <a:ext cx="98489" cy="152210"/>
          </a:xfrm>
          <a:prstGeom prst="rect">
            <a:avLst/>
          </a:prstGeom>
          <a:solidFill>
            <a:srgbClr val="805431"/>
          </a:solidFill>
          <a:ln w="3581">
            <a:solidFill>
              <a:srgbClr val="FFFFFF"/>
            </a:solidFill>
            <a:prstDash val="solid"/>
          </a:ln>
        </p:spPr>
      </p:sp>
      <p:sp>
        <p:nvSpPr>
          <p:cNvPr id="459" name="shape-212"/>
          <p:cNvSpPr>
            <a:spLocks noGrp="1"/>
          </p:cNvSpPr>
          <p:nvPr/>
        </p:nvSpPr>
        <p:spPr>
          <a:xfrm>
            <a:off x="14670405" y="6856285"/>
            <a:ext cx="98489" cy="152210"/>
          </a:xfrm>
          <a:prstGeom prst="rect">
            <a:avLst/>
          </a:prstGeom>
          <a:solidFill>
            <a:srgbClr val="BE936F"/>
          </a:solidFill>
          <a:ln w="3581">
            <a:solidFill>
              <a:srgbClr val="FFFFFF"/>
            </a:solidFill>
            <a:prstDash val="solid"/>
          </a:ln>
        </p:spPr>
      </p:sp>
      <p:sp>
        <p:nvSpPr>
          <p:cNvPr id="460" name="shape-213"/>
          <p:cNvSpPr>
            <a:spLocks noGrp="1"/>
          </p:cNvSpPr>
          <p:nvPr/>
        </p:nvSpPr>
        <p:spPr>
          <a:xfrm>
            <a:off x="14670405" y="7178612"/>
            <a:ext cx="98489" cy="152210"/>
          </a:xfrm>
          <a:prstGeom prst="rect">
            <a:avLst/>
          </a:prstGeom>
          <a:solidFill>
            <a:srgbClr val="805431"/>
          </a:solidFill>
          <a:ln w="3581">
            <a:solidFill>
              <a:srgbClr val="FFFFFF"/>
            </a:solidFill>
            <a:prstDash val="solid"/>
          </a:ln>
        </p:spPr>
      </p:sp>
      <p:sp>
        <p:nvSpPr>
          <p:cNvPr id="461" name="shape-214"/>
          <p:cNvSpPr>
            <a:spLocks noGrp="1"/>
          </p:cNvSpPr>
          <p:nvPr/>
        </p:nvSpPr>
        <p:spPr>
          <a:xfrm>
            <a:off x="14777847" y="6856285"/>
            <a:ext cx="98489" cy="152210"/>
          </a:xfrm>
          <a:prstGeom prst="rect">
            <a:avLst/>
          </a:prstGeom>
          <a:solidFill>
            <a:srgbClr val="BE936F"/>
          </a:solidFill>
          <a:ln w="3581">
            <a:solidFill>
              <a:srgbClr val="FFFFFF"/>
            </a:solidFill>
            <a:prstDash val="solid"/>
          </a:ln>
        </p:spPr>
      </p:sp>
      <p:sp>
        <p:nvSpPr>
          <p:cNvPr id="462" name="shape-215"/>
          <p:cNvSpPr>
            <a:spLocks noGrp="1"/>
          </p:cNvSpPr>
          <p:nvPr/>
        </p:nvSpPr>
        <p:spPr>
          <a:xfrm>
            <a:off x="14777847" y="7178612"/>
            <a:ext cx="98489" cy="152210"/>
          </a:xfrm>
          <a:prstGeom prst="rect">
            <a:avLst/>
          </a:prstGeom>
          <a:solidFill>
            <a:srgbClr val="805431"/>
          </a:solidFill>
          <a:ln w="3581">
            <a:solidFill>
              <a:srgbClr val="FFFFFF"/>
            </a:solidFill>
            <a:prstDash val="solid"/>
          </a:ln>
        </p:spPr>
      </p:sp>
      <p:sp>
        <p:nvSpPr>
          <p:cNvPr id="463" name="shape-216"/>
          <p:cNvSpPr>
            <a:spLocks noGrp="1"/>
          </p:cNvSpPr>
          <p:nvPr/>
        </p:nvSpPr>
        <p:spPr>
          <a:xfrm>
            <a:off x="14885289" y="6856285"/>
            <a:ext cx="98489" cy="152210"/>
          </a:xfrm>
          <a:prstGeom prst="rect">
            <a:avLst/>
          </a:prstGeom>
          <a:solidFill>
            <a:srgbClr val="BE936F"/>
          </a:solidFill>
          <a:ln w="3581">
            <a:solidFill>
              <a:srgbClr val="FFFFFF"/>
            </a:solidFill>
            <a:prstDash val="solid"/>
          </a:ln>
        </p:spPr>
      </p:sp>
      <p:sp>
        <p:nvSpPr>
          <p:cNvPr id="464" name="shape-217"/>
          <p:cNvSpPr>
            <a:spLocks noGrp="1"/>
          </p:cNvSpPr>
          <p:nvPr/>
        </p:nvSpPr>
        <p:spPr>
          <a:xfrm>
            <a:off x="14885289" y="7178612"/>
            <a:ext cx="98489" cy="152210"/>
          </a:xfrm>
          <a:prstGeom prst="rect">
            <a:avLst/>
          </a:prstGeom>
          <a:solidFill>
            <a:srgbClr val="805431"/>
          </a:solidFill>
          <a:ln w="3581">
            <a:solidFill>
              <a:srgbClr val="FFFFFF"/>
            </a:solidFill>
            <a:prstDash val="solid"/>
          </a:ln>
        </p:spPr>
      </p:sp>
      <p:sp>
        <p:nvSpPr>
          <p:cNvPr id="465" name="shape-218"/>
          <p:cNvSpPr>
            <a:spLocks noGrp="1"/>
          </p:cNvSpPr>
          <p:nvPr/>
        </p:nvSpPr>
        <p:spPr>
          <a:xfrm>
            <a:off x="14992731" y="6856285"/>
            <a:ext cx="98489" cy="152210"/>
          </a:xfrm>
          <a:prstGeom prst="rect">
            <a:avLst/>
          </a:prstGeom>
          <a:solidFill>
            <a:srgbClr val="BE936F"/>
          </a:solidFill>
          <a:ln w="3581">
            <a:solidFill>
              <a:srgbClr val="FFFFFF"/>
            </a:solidFill>
            <a:prstDash val="solid"/>
          </a:ln>
        </p:spPr>
      </p:sp>
      <p:sp>
        <p:nvSpPr>
          <p:cNvPr id="466" name="shape-219"/>
          <p:cNvSpPr>
            <a:spLocks noGrp="1"/>
          </p:cNvSpPr>
          <p:nvPr/>
        </p:nvSpPr>
        <p:spPr>
          <a:xfrm>
            <a:off x="14992731" y="7178612"/>
            <a:ext cx="98489" cy="152210"/>
          </a:xfrm>
          <a:prstGeom prst="rect">
            <a:avLst/>
          </a:prstGeom>
          <a:solidFill>
            <a:srgbClr val="805431"/>
          </a:solidFill>
          <a:ln w="3581">
            <a:solidFill>
              <a:srgbClr val="FFFFFF"/>
            </a:solidFill>
            <a:prstDash val="solid"/>
          </a:ln>
        </p:spPr>
      </p:sp>
      <p:sp>
        <p:nvSpPr>
          <p:cNvPr id="467" name="shape-220"/>
          <p:cNvSpPr>
            <a:spLocks noGrp="1"/>
          </p:cNvSpPr>
          <p:nvPr/>
        </p:nvSpPr>
        <p:spPr>
          <a:xfrm>
            <a:off x="15100173" y="6856285"/>
            <a:ext cx="98489" cy="152210"/>
          </a:xfrm>
          <a:prstGeom prst="rect">
            <a:avLst/>
          </a:prstGeom>
          <a:solidFill>
            <a:srgbClr val="F1E6DB"/>
          </a:solidFill>
          <a:ln w="3581">
            <a:solidFill>
              <a:srgbClr val="FFFFFF"/>
            </a:solidFill>
            <a:prstDash val="solid"/>
          </a:ln>
        </p:spPr>
      </p:sp>
      <p:sp>
        <p:nvSpPr>
          <p:cNvPr id="468" name="shape-221"/>
          <p:cNvSpPr>
            <a:spLocks noGrp="1"/>
          </p:cNvSpPr>
          <p:nvPr/>
        </p:nvSpPr>
        <p:spPr>
          <a:xfrm>
            <a:off x="15100173" y="7178612"/>
            <a:ext cx="98489" cy="152210"/>
          </a:xfrm>
          <a:prstGeom prst="rect">
            <a:avLst/>
          </a:prstGeom>
          <a:solidFill>
            <a:srgbClr val="F1E6DB"/>
          </a:solidFill>
          <a:ln w="3581">
            <a:solidFill>
              <a:srgbClr val="FFFFFF"/>
            </a:solidFill>
            <a:prstDash val="solid"/>
          </a:ln>
        </p:spPr>
      </p:sp>
      <p:sp>
        <p:nvSpPr>
          <p:cNvPr id="469" name="shape-222"/>
          <p:cNvSpPr>
            <a:spLocks noGrp="1"/>
          </p:cNvSpPr>
          <p:nvPr/>
        </p:nvSpPr>
        <p:spPr>
          <a:xfrm>
            <a:off x="15207615" y="6856285"/>
            <a:ext cx="98489" cy="152210"/>
          </a:xfrm>
          <a:prstGeom prst="rect">
            <a:avLst/>
          </a:prstGeom>
          <a:solidFill>
            <a:srgbClr val="F1E6DB"/>
          </a:solidFill>
          <a:ln w="3581">
            <a:solidFill>
              <a:srgbClr val="FFFFFF"/>
            </a:solidFill>
            <a:prstDash val="solid"/>
          </a:ln>
        </p:spPr>
      </p:sp>
      <p:sp>
        <p:nvSpPr>
          <p:cNvPr id="470" name="shape-223"/>
          <p:cNvSpPr>
            <a:spLocks noGrp="1"/>
          </p:cNvSpPr>
          <p:nvPr/>
        </p:nvSpPr>
        <p:spPr>
          <a:xfrm>
            <a:off x="15207615" y="7178612"/>
            <a:ext cx="98489" cy="152210"/>
          </a:xfrm>
          <a:prstGeom prst="rect">
            <a:avLst/>
          </a:prstGeom>
          <a:solidFill>
            <a:srgbClr val="F1E6DB"/>
          </a:solidFill>
          <a:ln w="3581">
            <a:solidFill>
              <a:srgbClr val="FFFFFF"/>
            </a:solidFill>
            <a:prstDash val="solid"/>
          </a:ln>
        </p:spPr>
      </p:sp>
      <p:sp>
        <p:nvSpPr>
          <p:cNvPr id="471" name="shape-224"/>
          <p:cNvSpPr>
            <a:spLocks noGrp="1"/>
          </p:cNvSpPr>
          <p:nvPr/>
        </p:nvSpPr>
        <p:spPr>
          <a:xfrm>
            <a:off x="15315057" y="6856285"/>
            <a:ext cx="98489" cy="152210"/>
          </a:xfrm>
          <a:prstGeom prst="rect">
            <a:avLst/>
          </a:prstGeom>
          <a:solidFill>
            <a:srgbClr val="F1E6DB"/>
          </a:solidFill>
          <a:ln w="3581">
            <a:solidFill>
              <a:srgbClr val="FFFFFF"/>
            </a:solidFill>
            <a:prstDash val="solid"/>
          </a:ln>
        </p:spPr>
      </p:sp>
      <p:sp>
        <p:nvSpPr>
          <p:cNvPr id="472" name="shape-225"/>
          <p:cNvSpPr>
            <a:spLocks noGrp="1"/>
          </p:cNvSpPr>
          <p:nvPr/>
        </p:nvSpPr>
        <p:spPr>
          <a:xfrm>
            <a:off x="15315057" y="7178612"/>
            <a:ext cx="98489" cy="152210"/>
          </a:xfrm>
          <a:prstGeom prst="rect">
            <a:avLst/>
          </a:prstGeom>
          <a:solidFill>
            <a:srgbClr val="F1E6DB"/>
          </a:solidFill>
          <a:ln w="3581">
            <a:solidFill>
              <a:srgbClr val="FFFFFF"/>
            </a:solidFill>
            <a:prstDash val="solid"/>
          </a:ln>
        </p:spPr>
      </p:sp>
      <p:sp>
        <p:nvSpPr>
          <p:cNvPr id="473" name="shape-226"/>
          <p:cNvSpPr>
            <a:spLocks noGrp="1"/>
          </p:cNvSpPr>
          <p:nvPr/>
        </p:nvSpPr>
        <p:spPr>
          <a:xfrm>
            <a:off x="15422499" y="6856285"/>
            <a:ext cx="98489" cy="152210"/>
          </a:xfrm>
          <a:prstGeom prst="rect">
            <a:avLst/>
          </a:prstGeom>
          <a:solidFill>
            <a:srgbClr val="F1E6DB"/>
          </a:solidFill>
          <a:ln w="3581">
            <a:solidFill>
              <a:srgbClr val="FFFFFF"/>
            </a:solidFill>
            <a:prstDash val="solid"/>
          </a:ln>
        </p:spPr>
      </p:sp>
      <p:sp>
        <p:nvSpPr>
          <p:cNvPr id="474" name="shape-227"/>
          <p:cNvSpPr>
            <a:spLocks noGrp="1"/>
          </p:cNvSpPr>
          <p:nvPr/>
        </p:nvSpPr>
        <p:spPr>
          <a:xfrm>
            <a:off x="15422499" y="7178612"/>
            <a:ext cx="98489" cy="152210"/>
          </a:xfrm>
          <a:prstGeom prst="rect">
            <a:avLst/>
          </a:prstGeom>
          <a:solidFill>
            <a:srgbClr val="F1E6DB"/>
          </a:solidFill>
          <a:ln w="3581">
            <a:solidFill>
              <a:srgbClr val="FFFFFF"/>
            </a:solidFill>
            <a:prstDash val="solid"/>
          </a:ln>
        </p:spPr>
      </p:sp>
      <p:sp>
        <p:nvSpPr>
          <p:cNvPr id="475" name="Raw"/>
          <p:cNvSpPr>
            <a:spLocks noGrp="1"/>
          </p:cNvSpPr>
          <p:nvPr/>
        </p:nvSpPr>
        <p:spPr>
          <a:xfrm>
            <a:off x="11599355" y="6829425"/>
            <a:ext cx="716280" cy="214884"/>
          </a:xfrm>
          <a:prstGeom prst="rect">
            <a:avLst/>
          </a:prstGeom>
          <a:noFill/>
          <a:ln w="0">
            <a:noFill/>
          </a:ln>
        </p:spPr>
        <p:txBody>
          <a:bodyPr wrap="none" lIns="0" tIns="0" rIns="0" bIns="0" anchor="ctr">
            <a:noAutofit/>
          </a:bodyPr>
          <a:lstStyle>
            <a:defPPr algn="r">
              <a:defRPr sz="1587" b="0" i="0">
                <a:solidFill>
                  <a:srgbClr val="1B1B1B"/>
                </a:solidFill>
                <a:latin typeface="Times New Roman" panose="02020503050405090304"/>
                <a:ea typeface="Times New Roman" panose="02020503050405090304"/>
                <a:cs typeface="Times New Roman" panose="02020503050405090304"/>
              </a:defRPr>
            </a:defPPr>
          </a:lstStyle>
          <a:p>
            <a:pPr algn="r">
              <a:defRPr sz="1587" b="0" i="0">
                <a:solidFill>
                  <a:srgbClr val="1B1B1B"/>
                </a:solidFill>
                <a:latin typeface="Times New Roman" panose="02020503050405090304"/>
                <a:ea typeface="Times New Roman" panose="02020503050405090304"/>
                <a:cs typeface="Times New Roman" panose="02020503050405090304"/>
              </a:defRPr>
            </a:pPr>
            <a:r>
              <a:rPr sz="1587" b="0" i="0">
                <a:solidFill>
                  <a:srgbClr val="1B1B1B"/>
                </a:solidFill>
                <a:latin typeface="Times New Roman" panose="02020503050405090304"/>
                <a:ea typeface="Times New Roman" panose="02020503050405090304"/>
                <a:cs typeface="Times New Roman" panose="02020503050405090304"/>
              </a:rPr>
              <a:t>Raw</a:t>
            </a:r>
            <a:endParaRPr sz="1587" b="0" i="0">
              <a:solidFill>
                <a:srgbClr val="1B1B1B"/>
              </a:solidFill>
              <a:latin typeface="Times New Roman" panose="02020503050405090304"/>
              <a:ea typeface="Times New Roman" panose="02020503050405090304"/>
              <a:cs typeface="Times New Roman" panose="02020503050405090304"/>
            </a:endParaRPr>
          </a:p>
        </p:txBody>
      </p:sp>
      <p:sp>
        <p:nvSpPr>
          <p:cNvPr id="476" name="Sustained"/>
          <p:cNvSpPr>
            <a:spLocks noGrp="1"/>
          </p:cNvSpPr>
          <p:nvPr/>
        </p:nvSpPr>
        <p:spPr>
          <a:xfrm>
            <a:off x="11384471" y="7151751"/>
            <a:ext cx="931164" cy="214884"/>
          </a:xfrm>
          <a:prstGeom prst="rect">
            <a:avLst/>
          </a:prstGeom>
          <a:noFill/>
          <a:ln w="0">
            <a:noFill/>
          </a:ln>
        </p:spPr>
        <p:txBody>
          <a:bodyPr wrap="none" lIns="0" tIns="0" rIns="0" bIns="0" anchor="ctr">
            <a:noAutofit/>
          </a:bodyPr>
          <a:lstStyle>
            <a:defPPr algn="r">
              <a:defRPr sz="1587" b="0" i="0">
                <a:solidFill>
                  <a:srgbClr val="1B1B1B"/>
                </a:solidFill>
                <a:latin typeface="Times New Roman" panose="02020503050405090304"/>
                <a:ea typeface="Times New Roman" panose="02020503050405090304"/>
                <a:cs typeface="Times New Roman" panose="02020503050405090304"/>
              </a:defRPr>
            </a:defPPr>
          </a:lstStyle>
          <a:p>
            <a:pPr algn="r">
              <a:defRPr sz="1587" b="0" i="0">
                <a:solidFill>
                  <a:srgbClr val="1B1B1B"/>
                </a:solidFill>
                <a:latin typeface="Times New Roman" panose="02020503050405090304"/>
                <a:ea typeface="Times New Roman" panose="02020503050405090304"/>
                <a:cs typeface="Times New Roman" panose="02020503050405090304"/>
              </a:defRPr>
            </a:pPr>
            <a:r>
              <a:rPr sz="1587" b="0" i="0">
                <a:solidFill>
                  <a:srgbClr val="1B1B1B"/>
                </a:solidFill>
                <a:latin typeface="Times New Roman" panose="02020503050405090304"/>
                <a:ea typeface="Times New Roman" panose="02020503050405090304"/>
                <a:cs typeface="Times New Roman" panose="02020503050405090304"/>
              </a:rPr>
              <a:t>Sustained</a:t>
            </a:r>
            <a:endParaRPr sz="1587" b="0" i="0">
              <a:solidFill>
                <a:srgbClr val="1B1B1B"/>
              </a:solidFill>
              <a:latin typeface="Times New Roman" panose="02020503050405090304"/>
              <a:ea typeface="Times New Roman" panose="02020503050405090304"/>
              <a:cs typeface="Times New Roman" panose="02020503050405090304"/>
            </a:endParaRPr>
          </a:p>
        </p:txBody>
      </p:sp>
      <p:sp>
        <p:nvSpPr>
          <p:cNvPr id="477" name="Remove short runs, then fill gaps"/>
          <p:cNvSpPr>
            <a:spLocks noGrp="1"/>
          </p:cNvSpPr>
          <p:nvPr/>
        </p:nvSpPr>
        <p:spPr>
          <a:xfrm>
            <a:off x="12091797" y="7456170"/>
            <a:ext cx="3500818" cy="223838"/>
          </a:xfrm>
          <a:prstGeom prst="rect">
            <a:avLst/>
          </a:prstGeom>
          <a:noFill/>
          <a:ln w="0">
            <a:noFill/>
          </a:ln>
        </p:spPr>
        <p:txBody>
          <a:bodyPr wrap="none" lIns="0" tIns="0" rIns="0" bIns="0" anchor="ctr">
            <a:noAutofit/>
          </a:bodyPr>
          <a:lstStyle>
            <a:defPPr algn="ctr">
              <a:defRPr sz="1587" b="0" i="1">
                <a:solidFill>
                  <a:srgbClr val="805431"/>
                </a:solidFill>
                <a:latin typeface="Times New Roman" panose="02020503050405090304"/>
                <a:ea typeface="Times New Roman" panose="02020503050405090304"/>
                <a:cs typeface="Times New Roman" panose="02020503050405090304"/>
              </a:defRPr>
            </a:defPPr>
          </a:lstStyle>
          <a:p>
            <a:pPr algn="ctr">
              <a:defRPr sz="1587" b="0" i="1">
                <a:solidFill>
                  <a:srgbClr val="805431"/>
                </a:solidFill>
                <a:latin typeface="Times New Roman" panose="02020503050405090304"/>
                <a:ea typeface="Times New Roman" panose="02020503050405090304"/>
                <a:cs typeface="Times New Roman" panose="02020503050405090304"/>
              </a:defRPr>
            </a:pPr>
            <a:r>
              <a:rPr sz="1587" b="0" i="1">
                <a:solidFill>
                  <a:srgbClr val="805431"/>
                </a:solidFill>
                <a:latin typeface="Times New Roman" panose="02020503050405090304"/>
                <a:ea typeface="Times New Roman" panose="02020503050405090304"/>
                <a:cs typeface="Times New Roman" panose="02020503050405090304"/>
              </a:rPr>
              <a:t>Remove short runs, then fill gaps</a:t>
            </a:r>
            <a:endParaRPr sz="1587" b="0" i="1">
              <a:solidFill>
                <a:srgbClr val="805431"/>
              </a:solidFill>
              <a:latin typeface="Times New Roman" panose="02020503050405090304"/>
              <a:ea typeface="Times New Roman" panose="02020503050405090304"/>
              <a:cs typeface="Times New Roman" panose="02020503050405090304"/>
            </a:endParaRPr>
          </a:p>
        </p:txBody>
      </p:sp>
      <p:sp>
        <p:nvSpPr>
          <p:cNvPr id="478" name="line-228"/>
          <p:cNvSpPr>
            <a:spLocks noGrp="1"/>
          </p:cNvSpPr>
          <p:nvPr/>
        </p:nvSpPr>
        <p:spPr>
          <a:xfrm>
            <a:off x="13587032" y="7330821"/>
            <a:ext cx="89" cy="62675"/>
          </a:xfrm>
          <a:custGeom>
            <a:avLst/>
            <a:gdLst/>
            <a:ahLst/>
            <a:cxnLst/>
            <a:pathLst>
              <a:path w="95" h="66675">
                <a:moveTo>
                  <a:pt x="0" y="0"/>
                </a:moveTo>
                <a:lnTo>
                  <a:pt x="0" y="66675"/>
                </a:lnTo>
              </a:path>
            </a:pathLst>
          </a:custGeom>
          <a:noFill/>
          <a:ln w="13323">
            <a:solidFill>
              <a:srgbClr val="805431"/>
            </a:solidFill>
            <a:prstDash val="solid"/>
          </a:ln>
        </p:spPr>
      </p:sp>
      <p:sp>
        <p:nvSpPr>
          <p:cNvPr id="479" name="line-229"/>
          <p:cNvSpPr>
            <a:spLocks noGrp="1"/>
          </p:cNvSpPr>
          <p:nvPr/>
        </p:nvSpPr>
        <p:spPr>
          <a:xfrm>
            <a:off x="12378309" y="7393496"/>
            <a:ext cx="1208723" cy="89"/>
          </a:xfrm>
          <a:custGeom>
            <a:avLst/>
            <a:gdLst/>
            <a:ahLst/>
            <a:cxnLst/>
            <a:pathLst>
              <a:path w="1285875" h="95">
                <a:moveTo>
                  <a:pt x="1285875" y="0"/>
                </a:moveTo>
                <a:lnTo>
                  <a:pt x="0" y="0"/>
                </a:lnTo>
              </a:path>
            </a:pathLst>
          </a:custGeom>
          <a:noFill/>
          <a:ln w="13323">
            <a:solidFill>
              <a:srgbClr val="805431"/>
            </a:solidFill>
            <a:prstDash val="solid"/>
          </a:ln>
        </p:spPr>
      </p:sp>
      <p:sp>
        <p:nvSpPr>
          <p:cNvPr id="480" name="line-230"/>
          <p:cNvSpPr>
            <a:spLocks noGrp="1"/>
          </p:cNvSpPr>
          <p:nvPr/>
        </p:nvSpPr>
        <p:spPr>
          <a:xfrm>
            <a:off x="12378309" y="7393496"/>
            <a:ext cx="89" cy="402908"/>
          </a:xfrm>
          <a:custGeom>
            <a:avLst/>
            <a:gdLst/>
            <a:ahLst/>
            <a:cxnLst/>
            <a:pathLst>
              <a:path w="95" h="428625">
                <a:moveTo>
                  <a:pt x="0" y="0"/>
                </a:moveTo>
                <a:lnTo>
                  <a:pt x="0" y="428625"/>
                </a:lnTo>
              </a:path>
            </a:pathLst>
          </a:custGeom>
          <a:noFill/>
          <a:ln w="13323">
            <a:solidFill>
              <a:srgbClr val="805431"/>
            </a:solidFill>
            <a:prstDash val="solid"/>
          </a:ln>
        </p:spPr>
      </p:sp>
      <p:sp>
        <p:nvSpPr>
          <p:cNvPr id="481" name="line-231"/>
          <p:cNvSpPr>
            <a:spLocks noGrp="1"/>
          </p:cNvSpPr>
          <p:nvPr/>
        </p:nvSpPr>
        <p:spPr>
          <a:xfrm>
            <a:off x="12349367" y="7740811"/>
            <a:ext cx="28942" cy="55592"/>
          </a:xfrm>
          <a:custGeom>
            <a:avLst/>
            <a:gdLst/>
            <a:ahLst/>
            <a:cxnLst/>
            <a:pathLst>
              <a:path w="30789" h="59140">
                <a:moveTo>
                  <a:pt x="30789" y="59140"/>
                </a:moveTo>
                <a:lnTo>
                  <a:pt x="0" y="0"/>
                </a:lnTo>
              </a:path>
            </a:pathLst>
          </a:custGeom>
          <a:noFill/>
          <a:ln w="13323">
            <a:solidFill>
              <a:srgbClr val="805431"/>
            </a:solidFill>
            <a:prstDash val="solid"/>
          </a:ln>
        </p:spPr>
      </p:sp>
      <p:sp>
        <p:nvSpPr>
          <p:cNvPr id="482" name="line-232"/>
          <p:cNvSpPr>
            <a:spLocks noGrp="1"/>
          </p:cNvSpPr>
          <p:nvPr/>
        </p:nvSpPr>
        <p:spPr>
          <a:xfrm>
            <a:off x="12378309" y="7740811"/>
            <a:ext cx="28942" cy="55592"/>
          </a:xfrm>
          <a:custGeom>
            <a:avLst/>
            <a:gdLst/>
            <a:ahLst/>
            <a:cxnLst/>
            <a:pathLst>
              <a:path w="30789" h="59140">
                <a:moveTo>
                  <a:pt x="0" y="59140"/>
                </a:moveTo>
                <a:lnTo>
                  <a:pt x="30789" y="0"/>
                </a:lnTo>
              </a:path>
            </a:pathLst>
          </a:custGeom>
          <a:noFill/>
          <a:ln w="13323">
            <a:solidFill>
              <a:srgbClr val="805431"/>
            </a:solidFill>
            <a:prstDash val="solid"/>
          </a:ln>
        </p:spPr>
      </p:sp>
      <p:sp>
        <p:nvSpPr>
          <p:cNvPr id="483" name="vector-0-0"/>
          <p:cNvSpPr>
            <a:spLocks noGrp="1"/>
          </p:cNvSpPr>
          <p:nvPr/>
        </p:nvSpPr>
        <p:spPr>
          <a:xfrm>
            <a:off x="11966448" y="7814310"/>
            <a:ext cx="116395" cy="116395"/>
          </a:xfrm>
          <a:prstGeom prst="rect">
            <a:avLst/>
          </a:prstGeom>
          <a:solidFill>
            <a:srgbClr val="F5ECE2"/>
          </a:solidFill>
          <a:ln w="5820">
            <a:solidFill>
              <a:srgbClr val="FFFFFF"/>
            </a:solidFill>
            <a:prstDash val="solid"/>
          </a:ln>
        </p:spPr>
      </p:sp>
      <p:sp>
        <p:nvSpPr>
          <p:cNvPr id="484" name="vector-0-1"/>
          <p:cNvSpPr>
            <a:spLocks noGrp="1"/>
          </p:cNvSpPr>
          <p:nvPr/>
        </p:nvSpPr>
        <p:spPr>
          <a:xfrm>
            <a:off x="12082844" y="7814310"/>
            <a:ext cx="116395" cy="116395"/>
          </a:xfrm>
          <a:prstGeom prst="rect">
            <a:avLst/>
          </a:prstGeom>
          <a:solidFill>
            <a:srgbClr val="BE936F"/>
          </a:solidFill>
          <a:ln w="5820">
            <a:solidFill>
              <a:srgbClr val="FFFFFF"/>
            </a:solidFill>
            <a:prstDash val="solid"/>
          </a:ln>
        </p:spPr>
      </p:sp>
      <p:sp>
        <p:nvSpPr>
          <p:cNvPr id="485" name="vector-0-2"/>
          <p:cNvSpPr>
            <a:spLocks noGrp="1"/>
          </p:cNvSpPr>
          <p:nvPr/>
        </p:nvSpPr>
        <p:spPr>
          <a:xfrm>
            <a:off x="12199239" y="7814310"/>
            <a:ext cx="116395" cy="116395"/>
          </a:xfrm>
          <a:prstGeom prst="rect">
            <a:avLst/>
          </a:prstGeom>
          <a:solidFill>
            <a:srgbClr val="734624"/>
          </a:solidFill>
          <a:ln w="5820">
            <a:solidFill>
              <a:srgbClr val="FFFFFF"/>
            </a:solidFill>
            <a:prstDash val="solid"/>
          </a:ln>
        </p:spPr>
      </p:sp>
      <p:sp>
        <p:nvSpPr>
          <p:cNvPr id="486" name="vector-0-3"/>
          <p:cNvSpPr>
            <a:spLocks noGrp="1"/>
          </p:cNvSpPr>
          <p:nvPr/>
        </p:nvSpPr>
        <p:spPr>
          <a:xfrm>
            <a:off x="12315635" y="7814310"/>
            <a:ext cx="116395" cy="116395"/>
          </a:xfrm>
          <a:prstGeom prst="rect">
            <a:avLst/>
          </a:prstGeom>
          <a:solidFill>
            <a:srgbClr val="DFC8B3"/>
          </a:solidFill>
          <a:ln w="5820">
            <a:solidFill>
              <a:srgbClr val="FFFFFF"/>
            </a:solidFill>
            <a:prstDash val="solid"/>
          </a:ln>
        </p:spPr>
      </p:sp>
      <p:sp>
        <p:nvSpPr>
          <p:cNvPr id="487" name="vector-0-4"/>
          <p:cNvSpPr>
            <a:spLocks noGrp="1"/>
          </p:cNvSpPr>
          <p:nvPr/>
        </p:nvSpPr>
        <p:spPr>
          <a:xfrm>
            <a:off x="12432030" y="7814310"/>
            <a:ext cx="116395" cy="116395"/>
          </a:xfrm>
          <a:prstGeom prst="rect">
            <a:avLst/>
          </a:prstGeom>
          <a:solidFill>
            <a:srgbClr val="9B6840"/>
          </a:solidFill>
          <a:ln w="5820">
            <a:solidFill>
              <a:srgbClr val="FFFFFF"/>
            </a:solidFill>
            <a:prstDash val="solid"/>
          </a:ln>
        </p:spPr>
      </p:sp>
      <p:sp>
        <p:nvSpPr>
          <p:cNvPr id="488" name="vector-0-5"/>
          <p:cNvSpPr>
            <a:spLocks noGrp="1"/>
          </p:cNvSpPr>
          <p:nvPr/>
        </p:nvSpPr>
        <p:spPr>
          <a:xfrm>
            <a:off x="12548426" y="7814310"/>
            <a:ext cx="116395" cy="116395"/>
          </a:xfrm>
          <a:prstGeom prst="rect">
            <a:avLst/>
          </a:prstGeom>
          <a:solidFill>
            <a:srgbClr val="F5ECE2"/>
          </a:solidFill>
          <a:ln w="5820">
            <a:solidFill>
              <a:srgbClr val="FFFFFF"/>
            </a:solidFill>
            <a:prstDash val="solid"/>
          </a:ln>
        </p:spPr>
      </p:sp>
      <p:sp>
        <p:nvSpPr>
          <p:cNvPr id="489" name="vector-0-6"/>
          <p:cNvSpPr>
            <a:spLocks noGrp="1"/>
          </p:cNvSpPr>
          <p:nvPr/>
        </p:nvSpPr>
        <p:spPr>
          <a:xfrm>
            <a:off x="12664821" y="7814310"/>
            <a:ext cx="116395" cy="116395"/>
          </a:xfrm>
          <a:prstGeom prst="rect">
            <a:avLst/>
          </a:prstGeom>
          <a:solidFill>
            <a:srgbClr val="BE936F"/>
          </a:solidFill>
          <a:ln w="5820">
            <a:solidFill>
              <a:srgbClr val="FFFFFF"/>
            </a:solidFill>
            <a:prstDash val="solid"/>
          </a:ln>
        </p:spPr>
      </p:sp>
      <p:sp>
        <p:nvSpPr>
          <p:cNvPr id="490" name="vector-0-7"/>
          <p:cNvSpPr>
            <a:spLocks noGrp="1"/>
          </p:cNvSpPr>
          <p:nvPr/>
        </p:nvSpPr>
        <p:spPr>
          <a:xfrm>
            <a:off x="12781216" y="7814310"/>
            <a:ext cx="116395" cy="116395"/>
          </a:xfrm>
          <a:prstGeom prst="rect">
            <a:avLst/>
          </a:prstGeom>
          <a:solidFill>
            <a:srgbClr val="734624"/>
          </a:solidFill>
          <a:ln w="5820">
            <a:solidFill>
              <a:srgbClr val="FFFFFF"/>
            </a:solidFill>
            <a:prstDash val="solid"/>
          </a:ln>
        </p:spPr>
      </p:sp>
      <p:sp>
        <p:nvSpPr>
          <p:cNvPr id="491" name="vector-0-8"/>
          <p:cNvSpPr>
            <a:spLocks noGrp="1"/>
          </p:cNvSpPr>
          <p:nvPr/>
        </p:nvSpPr>
        <p:spPr>
          <a:xfrm>
            <a:off x="12897612" y="7814310"/>
            <a:ext cx="116395" cy="116395"/>
          </a:xfrm>
          <a:prstGeom prst="rect">
            <a:avLst/>
          </a:prstGeom>
          <a:solidFill>
            <a:srgbClr val="DFC8B3"/>
          </a:solidFill>
          <a:ln w="5820">
            <a:solidFill>
              <a:srgbClr val="FFFFFF"/>
            </a:solidFill>
            <a:prstDash val="solid"/>
          </a:ln>
        </p:spPr>
      </p:sp>
      <p:sp>
        <p:nvSpPr>
          <p:cNvPr id="492" name="shape-233"/>
          <p:cNvSpPr>
            <a:spLocks noGrp="1"/>
          </p:cNvSpPr>
          <p:nvPr/>
        </p:nvSpPr>
        <p:spPr>
          <a:xfrm>
            <a:off x="11966448" y="7814310"/>
            <a:ext cx="1047559" cy="116395"/>
          </a:xfrm>
          <a:prstGeom prst="rect">
            <a:avLst/>
          </a:prstGeom>
          <a:noFill/>
          <a:ln w="5372">
            <a:solidFill>
              <a:srgbClr val="536779"/>
            </a:solidFill>
            <a:prstDash val="solid"/>
          </a:ln>
        </p:spPr>
      </p:sp>
      <p:sp>
        <p:nvSpPr>
          <p:cNvPr id="493" name="Event / state targets"/>
          <p:cNvSpPr>
            <a:spLocks noGrp="1"/>
          </p:cNvSpPr>
          <p:nvPr/>
        </p:nvSpPr>
        <p:spPr>
          <a:xfrm>
            <a:off x="11456099" y="8073962"/>
            <a:ext cx="2265236" cy="241745"/>
          </a:xfrm>
          <a:prstGeom prst="rect">
            <a:avLst/>
          </a:prstGeom>
          <a:noFill/>
          <a:ln w="0">
            <a:noFill/>
          </a:ln>
        </p:spPr>
        <p:txBody>
          <a:bodyPr wrap="none" lIns="0" tIns="0" rIns="0" bIns="0" anchor="ctr">
            <a:noAutofit/>
          </a:bodyPr>
          <a:lstStyle>
            <a:defPPr algn="ctr">
              <a:defRPr sz="1692" b="0" i="0">
                <a:solidFill>
                  <a:srgbClr val="1B1B1B"/>
                </a:solidFill>
                <a:latin typeface="Times New Roman" panose="02020503050405090304"/>
                <a:ea typeface="Times New Roman" panose="02020503050405090304"/>
                <a:cs typeface="Times New Roman" panose="02020503050405090304"/>
              </a:defRPr>
            </a:defPPr>
          </a:lstStyle>
          <a:p>
            <a:pPr algn="ctr">
              <a:defRPr sz="1692" b="0" i="0">
                <a:solidFill>
                  <a:srgbClr val="1B1B1B"/>
                </a:solidFill>
                <a:latin typeface="Times New Roman" panose="02020503050405090304"/>
                <a:ea typeface="Times New Roman" panose="02020503050405090304"/>
                <a:cs typeface="Times New Roman" panose="02020503050405090304"/>
              </a:defRPr>
            </a:pPr>
            <a:r>
              <a:rPr sz="1692" b="0" i="0">
                <a:solidFill>
                  <a:srgbClr val="1B1B1B"/>
                </a:solidFill>
                <a:latin typeface="Times New Roman" panose="02020503050405090304"/>
                <a:ea typeface="Times New Roman" panose="02020503050405090304"/>
                <a:cs typeface="Times New Roman" panose="02020503050405090304"/>
              </a:rPr>
              <a:t>Event / state targets</a:t>
            </a:r>
            <a:endParaRPr sz="1692" b="0" i="0">
              <a:solidFill>
                <a:srgbClr val="1B1B1B"/>
              </a:solidFill>
              <a:latin typeface="Times New Roman" panose="02020503050405090304"/>
              <a:ea typeface="Times New Roman" panose="02020503050405090304"/>
              <a:cs typeface="Times New Roman" panose="02020503050405090304"/>
            </a:endParaRPr>
          </a:p>
        </p:txBody>
      </p:sp>
      <p:sp>
        <p:nvSpPr>
          <p:cNvPr id="494" name="line-234"/>
          <p:cNvSpPr>
            <a:spLocks noGrp="1"/>
          </p:cNvSpPr>
          <p:nvPr/>
        </p:nvSpPr>
        <p:spPr>
          <a:xfrm>
            <a:off x="15744825" y="5898261"/>
            <a:ext cx="134303" cy="89"/>
          </a:xfrm>
          <a:custGeom>
            <a:avLst/>
            <a:gdLst/>
            <a:ahLst/>
            <a:cxnLst/>
            <a:pathLst>
              <a:path w="142875" h="95">
                <a:moveTo>
                  <a:pt x="0" y="0"/>
                </a:moveTo>
                <a:lnTo>
                  <a:pt x="142875" y="0"/>
                </a:lnTo>
              </a:path>
            </a:pathLst>
          </a:custGeom>
          <a:noFill/>
          <a:ln w="12213">
            <a:solidFill>
              <a:srgbClr val="805431"/>
            </a:solidFill>
            <a:prstDash val="solid"/>
          </a:ln>
        </p:spPr>
      </p:sp>
      <p:sp>
        <p:nvSpPr>
          <p:cNvPr id="495" name="line-235"/>
          <p:cNvSpPr>
            <a:spLocks noGrp="1"/>
          </p:cNvSpPr>
          <p:nvPr/>
        </p:nvSpPr>
        <p:spPr>
          <a:xfrm>
            <a:off x="15879128" y="5898261"/>
            <a:ext cx="89" cy="1969770"/>
          </a:xfrm>
          <a:custGeom>
            <a:avLst/>
            <a:gdLst/>
            <a:ahLst/>
            <a:cxnLst/>
            <a:pathLst>
              <a:path w="95" h="2095500">
                <a:moveTo>
                  <a:pt x="0" y="0"/>
                </a:moveTo>
                <a:lnTo>
                  <a:pt x="0" y="2095500"/>
                </a:lnTo>
              </a:path>
            </a:pathLst>
          </a:custGeom>
          <a:noFill/>
          <a:ln w="12213">
            <a:solidFill>
              <a:srgbClr val="805431"/>
            </a:solidFill>
            <a:prstDash val="solid"/>
          </a:ln>
        </p:spPr>
      </p:sp>
      <p:sp>
        <p:nvSpPr>
          <p:cNvPr id="496" name="line-236"/>
          <p:cNvSpPr>
            <a:spLocks noGrp="1"/>
          </p:cNvSpPr>
          <p:nvPr/>
        </p:nvSpPr>
        <p:spPr>
          <a:xfrm>
            <a:off x="15485174" y="7868031"/>
            <a:ext cx="393954" cy="89"/>
          </a:xfrm>
          <a:custGeom>
            <a:avLst/>
            <a:gdLst/>
            <a:ahLst/>
            <a:cxnLst/>
            <a:pathLst>
              <a:path w="419100" h="95">
                <a:moveTo>
                  <a:pt x="419100" y="0"/>
                </a:moveTo>
                <a:lnTo>
                  <a:pt x="0" y="0"/>
                </a:lnTo>
              </a:path>
            </a:pathLst>
          </a:custGeom>
          <a:noFill/>
          <a:ln w="12213">
            <a:solidFill>
              <a:srgbClr val="805431"/>
            </a:solidFill>
            <a:prstDash val="solid"/>
          </a:ln>
        </p:spPr>
      </p:sp>
      <p:sp>
        <p:nvSpPr>
          <p:cNvPr id="497" name="line-237"/>
          <p:cNvSpPr>
            <a:spLocks noGrp="1"/>
          </p:cNvSpPr>
          <p:nvPr/>
        </p:nvSpPr>
        <p:spPr>
          <a:xfrm>
            <a:off x="15485174" y="7839089"/>
            <a:ext cx="55592" cy="28942"/>
          </a:xfrm>
          <a:custGeom>
            <a:avLst/>
            <a:gdLst/>
            <a:ahLst/>
            <a:cxnLst/>
            <a:pathLst>
              <a:path w="59140" h="30789">
                <a:moveTo>
                  <a:pt x="0" y="30789"/>
                </a:moveTo>
                <a:lnTo>
                  <a:pt x="59140" y="0"/>
                </a:lnTo>
              </a:path>
            </a:pathLst>
          </a:custGeom>
          <a:noFill/>
          <a:ln w="12213">
            <a:solidFill>
              <a:srgbClr val="805431"/>
            </a:solidFill>
            <a:prstDash val="solid"/>
          </a:ln>
        </p:spPr>
      </p:sp>
      <p:sp>
        <p:nvSpPr>
          <p:cNvPr id="498" name="line-238"/>
          <p:cNvSpPr>
            <a:spLocks noGrp="1"/>
          </p:cNvSpPr>
          <p:nvPr/>
        </p:nvSpPr>
        <p:spPr>
          <a:xfrm>
            <a:off x="15485174" y="7868031"/>
            <a:ext cx="55592" cy="28942"/>
          </a:xfrm>
          <a:custGeom>
            <a:avLst/>
            <a:gdLst/>
            <a:ahLst/>
            <a:cxnLst/>
            <a:pathLst>
              <a:path w="59140" h="30789">
                <a:moveTo>
                  <a:pt x="0" y="0"/>
                </a:moveTo>
                <a:lnTo>
                  <a:pt x="59140" y="30789"/>
                </a:lnTo>
              </a:path>
            </a:pathLst>
          </a:custGeom>
          <a:noFill/>
          <a:ln w="12213">
            <a:solidFill>
              <a:srgbClr val="805431"/>
            </a:solidFill>
            <a:prstDash val="solid"/>
          </a:ln>
        </p:spPr>
      </p:sp>
      <p:sp>
        <p:nvSpPr>
          <p:cNvPr id="499" name="vector-0-0"/>
          <p:cNvSpPr>
            <a:spLocks noGrp="1"/>
          </p:cNvSpPr>
          <p:nvPr/>
        </p:nvSpPr>
        <p:spPr>
          <a:xfrm>
            <a:off x="14786801" y="7814310"/>
            <a:ext cx="116395" cy="116395"/>
          </a:xfrm>
          <a:prstGeom prst="rect">
            <a:avLst/>
          </a:prstGeom>
          <a:solidFill>
            <a:srgbClr val="F5ECE2"/>
          </a:solidFill>
          <a:ln w="5820">
            <a:solidFill>
              <a:srgbClr val="FFFFFF"/>
            </a:solidFill>
            <a:prstDash val="solid"/>
          </a:ln>
        </p:spPr>
      </p:sp>
      <p:sp>
        <p:nvSpPr>
          <p:cNvPr id="500" name="vector-0-1"/>
          <p:cNvSpPr>
            <a:spLocks noGrp="1"/>
          </p:cNvSpPr>
          <p:nvPr/>
        </p:nvSpPr>
        <p:spPr>
          <a:xfrm>
            <a:off x="14903196" y="7814310"/>
            <a:ext cx="116395" cy="116395"/>
          </a:xfrm>
          <a:prstGeom prst="rect">
            <a:avLst/>
          </a:prstGeom>
          <a:solidFill>
            <a:srgbClr val="BE936F"/>
          </a:solidFill>
          <a:ln w="5820">
            <a:solidFill>
              <a:srgbClr val="FFFFFF"/>
            </a:solidFill>
            <a:prstDash val="solid"/>
          </a:ln>
        </p:spPr>
      </p:sp>
      <p:sp>
        <p:nvSpPr>
          <p:cNvPr id="501" name="vector-0-2"/>
          <p:cNvSpPr>
            <a:spLocks noGrp="1"/>
          </p:cNvSpPr>
          <p:nvPr/>
        </p:nvSpPr>
        <p:spPr>
          <a:xfrm>
            <a:off x="15019591" y="7814310"/>
            <a:ext cx="116395" cy="116395"/>
          </a:xfrm>
          <a:prstGeom prst="rect">
            <a:avLst/>
          </a:prstGeom>
          <a:solidFill>
            <a:srgbClr val="734624"/>
          </a:solidFill>
          <a:ln w="5820">
            <a:solidFill>
              <a:srgbClr val="FFFFFF"/>
            </a:solidFill>
            <a:prstDash val="solid"/>
          </a:ln>
        </p:spPr>
      </p:sp>
      <p:sp>
        <p:nvSpPr>
          <p:cNvPr id="502" name="vector-0-3"/>
          <p:cNvSpPr>
            <a:spLocks noGrp="1"/>
          </p:cNvSpPr>
          <p:nvPr/>
        </p:nvSpPr>
        <p:spPr>
          <a:xfrm>
            <a:off x="15135987" y="7814310"/>
            <a:ext cx="116395" cy="116395"/>
          </a:xfrm>
          <a:prstGeom prst="rect">
            <a:avLst/>
          </a:prstGeom>
          <a:solidFill>
            <a:srgbClr val="DFC8B3"/>
          </a:solidFill>
          <a:ln w="5820">
            <a:solidFill>
              <a:srgbClr val="FFFFFF"/>
            </a:solidFill>
            <a:prstDash val="solid"/>
          </a:ln>
        </p:spPr>
      </p:sp>
      <p:sp>
        <p:nvSpPr>
          <p:cNvPr id="503" name="vector-0-4"/>
          <p:cNvSpPr>
            <a:spLocks noGrp="1"/>
          </p:cNvSpPr>
          <p:nvPr/>
        </p:nvSpPr>
        <p:spPr>
          <a:xfrm>
            <a:off x="15252383" y="7814310"/>
            <a:ext cx="116395" cy="116395"/>
          </a:xfrm>
          <a:prstGeom prst="rect">
            <a:avLst/>
          </a:prstGeom>
          <a:solidFill>
            <a:srgbClr val="9B6840"/>
          </a:solidFill>
          <a:ln w="5820">
            <a:solidFill>
              <a:srgbClr val="FFFFFF"/>
            </a:solidFill>
            <a:prstDash val="solid"/>
          </a:ln>
        </p:spPr>
      </p:sp>
      <p:sp>
        <p:nvSpPr>
          <p:cNvPr id="504" name="vector-0-5"/>
          <p:cNvSpPr>
            <a:spLocks noGrp="1"/>
          </p:cNvSpPr>
          <p:nvPr/>
        </p:nvSpPr>
        <p:spPr>
          <a:xfrm>
            <a:off x="15368778" y="7814310"/>
            <a:ext cx="116395" cy="116395"/>
          </a:xfrm>
          <a:prstGeom prst="rect">
            <a:avLst/>
          </a:prstGeom>
          <a:solidFill>
            <a:srgbClr val="F5ECE2"/>
          </a:solidFill>
          <a:ln w="5820">
            <a:solidFill>
              <a:srgbClr val="FFFFFF"/>
            </a:solidFill>
            <a:prstDash val="solid"/>
          </a:ln>
        </p:spPr>
      </p:sp>
      <p:sp>
        <p:nvSpPr>
          <p:cNvPr id="505" name="shape-239"/>
          <p:cNvSpPr>
            <a:spLocks noGrp="1"/>
          </p:cNvSpPr>
          <p:nvPr/>
        </p:nvSpPr>
        <p:spPr>
          <a:xfrm>
            <a:off x="14786801" y="7814310"/>
            <a:ext cx="698373" cy="116395"/>
          </a:xfrm>
          <a:prstGeom prst="rect">
            <a:avLst/>
          </a:prstGeom>
          <a:noFill/>
          <a:ln w="5372">
            <a:solidFill>
              <a:srgbClr val="536779"/>
            </a:solidFill>
            <a:prstDash val="solid"/>
          </a:ln>
        </p:spPr>
      </p:sp>
      <p:sp>
        <p:nvSpPr>
          <p:cNvPr id="506" name="Cause targets"/>
          <p:cNvSpPr>
            <a:spLocks noGrp="1"/>
          </p:cNvSpPr>
          <p:nvPr/>
        </p:nvSpPr>
        <p:spPr>
          <a:xfrm>
            <a:off x="14231683" y="8073962"/>
            <a:ext cx="1557909" cy="241745"/>
          </a:xfrm>
          <a:prstGeom prst="rect">
            <a:avLst/>
          </a:prstGeom>
          <a:noFill/>
          <a:ln w="0">
            <a:noFill/>
          </a:ln>
        </p:spPr>
        <p:txBody>
          <a:bodyPr wrap="none" lIns="0" tIns="0" rIns="0" bIns="0" anchor="ctr">
            <a:noAutofit/>
          </a:bodyPr>
          <a:lstStyle>
            <a:defPPr algn="ctr">
              <a:defRPr sz="1692" b="0" i="0">
                <a:solidFill>
                  <a:srgbClr val="1B1B1B"/>
                </a:solidFill>
                <a:latin typeface="Times New Roman" panose="02020503050405090304"/>
                <a:ea typeface="Times New Roman" panose="02020503050405090304"/>
                <a:cs typeface="Times New Roman" panose="02020503050405090304"/>
              </a:defRPr>
            </a:defPPr>
          </a:lstStyle>
          <a:p>
            <a:pPr algn="ctr">
              <a:defRPr sz="1692" b="0" i="0">
                <a:solidFill>
                  <a:srgbClr val="1B1B1B"/>
                </a:solidFill>
                <a:latin typeface="Times New Roman" panose="02020503050405090304"/>
                <a:ea typeface="Times New Roman" panose="02020503050405090304"/>
                <a:cs typeface="Times New Roman" panose="02020503050405090304"/>
              </a:defRPr>
            </a:pPr>
            <a:r>
              <a:rPr sz="1692" b="0" i="0">
                <a:solidFill>
                  <a:srgbClr val="1B1B1B"/>
                </a:solidFill>
                <a:latin typeface="Times New Roman" panose="02020503050405090304"/>
                <a:ea typeface="Times New Roman" panose="02020503050405090304"/>
                <a:cs typeface="Times New Roman" panose="02020503050405090304"/>
              </a:rPr>
              <a:t>Cause targets</a:t>
            </a:r>
            <a:endParaRPr sz="1692" b="0" i="0">
              <a:solidFill>
                <a:srgbClr val="1B1B1B"/>
              </a:solidFill>
              <a:latin typeface="Times New Roman" panose="02020503050405090304"/>
              <a:ea typeface="Times New Roman" panose="02020503050405090304"/>
              <a:cs typeface="Times New Roman" panose="02020503050405090304"/>
            </a:endParaRPr>
          </a:p>
        </p:txBody>
      </p:sp>
      <p:sp>
        <p:nvSpPr>
          <p:cNvPr id="507" name="line-240"/>
          <p:cNvSpPr>
            <a:spLocks noGrp="1"/>
          </p:cNvSpPr>
          <p:nvPr/>
        </p:nvSpPr>
        <p:spPr>
          <a:xfrm>
            <a:off x="11662029" y="7876985"/>
            <a:ext cx="304419" cy="89"/>
          </a:xfrm>
          <a:custGeom>
            <a:avLst/>
            <a:gdLst/>
            <a:ahLst/>
            <a:cxnLst/>
            <a:pathLst>
              <a:path w="323850" h="95">
                <a:moveTo>
                  <a:pt x="323850" y="0"/>
                </a:moveTo>
                <a:lnTo>
                  <a:pt x="0" y="0"/>
                </a:lnTo>
              </a:path>
            </a:pathLst>
          </a:custGeom>
          <a:noFill/>
          <a:ln w="12768">
            <a:solidFill>
              <a:srgbClr val="805431"/>
            </a:solidFill>
            <a:prstDash val="dash"/>
          </a:ln>
        </p:spPr>
      </p:sp>
      <p:sp>
        <p:nvSpPr>
          <p:cNvPr id="508" name="line-241"/>
          <p:cNvSpPr>
            <a:spLocks noGrp="1"/>
          </p:cNvSpPr>
          <p:nvPr/>
        </p:nvSpPr>
        <p:spPr>
          <a:xfrm>
            <a:off x="11662029" y="7876985"/>
            <a:ext cx="89" cy="555117"/>
          </a:xfrm>
          <a:custGeom>
            <a:avLst/>
            <a:gdLst/>
            <a:ahLst/>
            <a:cxnLst/>
            <a:pathLst>
              <a:path w="95" h="590550">
                <a:moveTo>
                  <a:pt x="0" y="0"/>
                </a:moveTo>
                <a:lnTo>
                  <a:pt x="0" y="590550"/>
                </a:lnTo>
              </a:path>
            </a:pathLst>
          </a:custGeom>
          <a:noFill/>
          <a:ln w="12768">
            <a:solidFill>
              <a:srgbClr val="805431"/>
            </a:solidFill>
            <a:prstDash val="dash"/>
          </a:ln>
        </p:spPr>
      </p:sp>
      <p:sp>
        <p:nvSpPr>
          <p:cNvPr id="509" name="line-242"/>
          <p:cNvSpPr>
            <a:spLocks noGrp="1"/>
          </p:cNvSpPr>
          <p:nvPr/>
        </p:nvSpPr>
        <p:spPr>
          <a:xfrm>
            <a:off x="11662029" y="8432102"/>
            <a:ext cx="4082796" cy="89"/>
          </a:xfrm>
          <a:custGeom>
            <a:avLst/>
            <a:gdLst/>
            <a:ahLst/>
            <a:cxnLst/>
            <a:pathLst>
              <a:path w="4343400" h="95">
                <a:moveTo>
                  <a:pt x="0" y="0"/>
                </a:moveTo>
                <a:lnTo>
                  <a:pt x="4343400" y="0"/>
                </a:lnTo>
              </a:path>
            </a:pathLst>
          </a:custGeom>
          <a:noFill/>
          <a:ln w="12768">
            <a:solidFill>
              <a:srgbClr val="805431"/>
            </a:solidFill>
            <a:prstDash val="dash"/>
          </a:ln>
        </p:spPr>
      </p:sp>
      <p:sp>
        <p:nvSpPr>
          <p:cNvPr id="510" name="line-243"/>
          <p:cNvSpPr>
            <a:spLocks noGrp="1"/>
          </p:cNvSpPr>
          <p:nvPr/>
        </p:nvSpPr>
        <p:spPr>
          <a:xfrm>
            <a:off x="15485174" y="7876985"/>
            <a:ext cx="259651" cy="89"/>
          </a:xfrm>
          <a:custGeom>
            <a:avLst/>
            <a:gdLst/>
            <a:ahLst/>
            <a:cxnLst/>
            <a:pathLst>
              <a:path w="276225" h="95">
                <a:moveTo>
                  <a:pt x="0" y="0"/>
                </a:moveTo>
                <a:lnTo>
                  <a:pt x="276225" y="0"/>
                </a:lnTo>
              </a:path>
            </a:pathLst>
          </a:custGeom>
          <a:noFill/>
          <a:ln w="12768">
            <a:solidFill>
              <a:srgbClr val="805431"/>
            </a:solidFill>
            <a:prstDash val="dash"/>
          </a:ln>
        </p:spPr>
      </p:sp>
      <p:sp>
        <p:nvSpPr>
          <p:cNvPr id="511" name="line-244"/>
          <p:cNvSpPr>
            <a:spLocks noGrp="1"/>
          </p:cNvSpPr>
          <p:nvPr/>
        </p:nvSpPr>
        <p:spPr>
          <a:xfrm flipH="1">
            <a:off x="15745422" y="7876985"/>
            <a:ext cx="133706" cy="555117"/>
          </a:xfrm>
          <a:custGeom>
            <a:avLst/>
            <a:gdLst/>
            <a:ahLst/>
            <a:cxnLst/>
            <a:pathLst>
              <a:path w="95" h="590550">
                <a:moveTo>
                  <a:pt x="0" y="0"/>
                </a:moveTo>
                <a:lnTo>
                  <a:pt x="0" y="590550"/>
                </a:lnTo>
              </a:path>
            </a:pathLst>
          </a:custGeom>
          <a:noFill/>
          <a:ln w="10297">
            <a:solidFill>
              <a:srgbClr val="805431"/>
            </a:solidFill>
            <a:prstDash val="dash"/>
          </a:ln>
        </p:spPr>
        <p:txBody>
          <a:bodyPr/>
          <a:p>
            <a:endParaRPr lang="zh-CN" altLang="en-US"/>
          </a:p>
        </p:txBody>
      </p:sp>
      <p:sp>
        <p:nvSpPr>
          <p:cNvPr id="517" name="training supervision"/>
          <p:cNvSpPr>
            <a:spLocks noGrp="1"/>
          </p:cNvSpPr>
          <p:nvPr/>
        </p:nvSpPr>
        <p:spPr>
          <a:xfrm>
            <a:off x="13309473" y="8494776"/>
            <a:ext cx="2399538" cy="223838"/>
          </a:xfrm>
          <a:prstGeom prst="rect">
            <a:avLst/>
          </a:prstGeom>
          <a:noFill/>
          <a:ln w="0">
            <a:noFill/>
          </a:ln>
        </p:spPr>
        <p:txBody>
          <a:bodyPr wrap="none" lIns="0" tIns="0" rIns="0" bIns="0" anchor="ctr">
            <a:noAutofit/>
          </a:bodyPr>
          <a:lstStyle>
            <a:defPPr algn="ctr">
              <a:defRPr sz="1587" b="0" i="1">
                <a:solidFill>
                  <a:srgbClr val="805431"/>
                </a:solidFill>
                <a:latin typeface="Times New Roman" panose="02020503050405090304"/>
                <a:ea typeface="Times New Roman" panose="02020503050405090304"/>
                <a:cs typeface="Times New Roman" panose="02020503050405090304"/>
              </a:defRPr>
            </a:defPPr>
          </a:lstStyle>
          <a:p>
            <a:pPr algn="ctr">
              <a:defRPr sz="1587" b="0" i="1">
                <a:solidFill>
                  <a:srgbClr val="805431"/>
                </a:solidFill>
                <a:latin typeface="Times New Roman" panose="02020503050405090304"/>
                <a:ea typeface="Times New Roman" panose="02020503050405090304"/>
                <a:cs typeface="Times New Roman" panose="02020503050405090304"/>
              </a:defRPr>
            </a:pPr>
            <a:r>
              <a:rPr sz="1587" b="0" i="1">
                <a:solidFill>
                  <a:srgbClr val="805431"/>
                </a:solidFill>
                <a:latin typeface="Times New Roman" panose="02020503050405090304"/>
                <a:ea typeface="Times New Roman" panose="02020503050405090304"/>
                <a:cs typeface="Times New Roman" panose="02020503050405090304"/>
              </a:rPr>
              <a:t>training supervision</a:t>
            </a:r>
            <a:endParaRPr sz="1587" b="0" i="1">
              <a:solidFill>
                <a:srgbClr val="805431"/>
              </a:solidFill>
              <a:latin typeface="Times New Roman" panose="02020503050405090304"/>
              <a:ea typeface="Times New Roman" panose="02020503050405090304"/>
              <a:cs typeface="Times New Roman" panose="02020503050405090304"/>
            </a:endParaRPr>
          </a:p>
        </p:txBody>
      </p:sp>
      <p:sp>
        <p:nvSpPr>
          <p:cNvPr id="518" name="line-250"/>
          <p:cNvSpPr>
            <a:spLocks noGrp="1"/>
          </p:cNvSpPr>
          <p:nvPr/>
        </p:nvSpPr>
        <p:spPr>
          <a:xfrm>
            <a:off x="11456099" y="8879777"/>
            <a:ext cx="4440936" cy="89"/>
          </a:xfrm>
          <a:custGeom>
            <a:avLst/>
            <a:gdLst/>
            <a:ahLst/>
            <a:cxnLst/>
            <a:pathLst>
              <a:path w="4724400" h="95">
                <a:moveTo>
                  <a:pt x="0" y="0"/>
                </a:moveTo>
                <a:lnTo>
                  <a:pt x="4724400" y="0"/>
                </a:lnTo>
              </a:path>
            </a:pathLst>
          </a:custGeom>
          <a:noFill/>
          <a:ln w="7163">
            <a:solidFill>
              <a:srgbClr val="DCCABB"/>
            </a:solidFill>
            <a:prstDash val="solid"/>
          </a:ln>
        </p:spPr>
      </p:sp>
      <p:sp>
        <p:nvSpPr>
          <p:cNvPr id="519" name="History-derived conditioning"/>
          <p:cNvSpPr>
            <a:spLocks noGrp="1"/>
          </p:cNvSpPr>
          <p:nvPr/>
        </p:nvSpPr>
        <p:spPr>
          <a:xfrm>
            <a:off x="11438191" y="9023033"/>
            <a:ext cx="4485704" cy="259651"/>
          </a:xfrm>
          <a:prstGeom prst="rect">
            <a:avLst/>
          </a:prstGeom>
          <a:noFill/>
          <a:ln w="0">
            <a:noFill/>
          </a:ln>
        </p:spPr>
        <p:txBody>
          <a:bodyPr wrap="none" lIns="0" tIns="0" rIns="0" bIns="0" anchor="ctr">
            <a:noAutofit/>
          </a:bodyPr>
          <a:lstStyle>
            <a:defPPr algn="ctr">
              <a:defRPr sz="1861" b="1" i="0">
                <a:solidFill>
                  <a:srgbClr val="805431"/>
                </a:solidFill>
                <a:latin typeface="Times New Roman" panose="02020503050405090304"/>
                <a:ea typeface="Times New Roman" panose="02020503050405090304"/>
                <a:cs typeface="Times New Roman" panose="02020503050405090304"/>
              </a:defRPr>
            </a:defPPr>
          </a:lstStyle>
          <a:p>
            <a:pPr algn="ctr">
              <a:defRPr sz="1861" b="1" i="0">
                <a:solidFill>
                  <a:srgbClr val="805431"/>
                </a:solidFill>
                <a:latin typeface="Times New Roman" panose="02020503050405090304"/>
                <a:ea typeface="Times New Roman" panose="02020503050405090304"/>
                <a:cs typeface="Times New Roman" panose="02020503050405090304"/>
              </a:defRPr>
            </a:pPr>
            <a:r>
              <a:rPr sz="1861" b="1" i="0">
                <a:solidFill>
                  <a:srgbClr val="805431"/>
                </a:solidFill>
                <a:latin typeface="Times New Roman" panose="02020503050405090304"/>
                <a:ea typeface="Times New Roman" panose="02020503050405090304"/>
                <a:cs typeface="Times New Roman" panose="02020503050405090304"/>
              </a:rPr>
              <a:t>History-derived conditioning</a:t>
            </a:r>
            <a:endParaRPr sz="1861" b="1" i="0">
              <a:solidFill>
                <a:srgbClr val="805431"/>
              </a:solidFill>
              <a:latin typeface="Times New Roman" panose="02020503050405090304"/>
              <a:ea typeface="Times New Roman" panose="02020503050405090304"/>
              <a:cs typeface="Times New Roman" panose="02020503050405090304"/>
            </a:endParaRPr>
          </a:p>
        </p:txBody>
      </p:sp>
      <p:sp>
        <p:nvSpPr>
          <p:cNvPr id="520" name="Rule-based regime IDs"/>
          <p:cNvSpPr>
            <a:spLocks noGrp="1"/>
          </p:cNvSpPr>
          <p:nvPr/>
        </p:nvSpPr>
        <p:spPr>
          <a:xfrm>
            <a:off x="11447145" y="9381173"/>
            <a:ext cx="1987677" cy="214884"/>
          </a:xfrm>
          <a:prstGeom prst="rect">
            <a:avLst/>
          </a:prstGeom>
          <a:noFill/>
          <a:ln w="0">
            <a:noFill/>
          </a:ln>
        </p:spPr>
        <p:txBody>
          <a:bodyPr wrap="none" lIns="0" tIns="0" rIns="0" bIns="0" anchor="ctr">
            <a:noAutofit/>
          </a:bodyPr>
          <a:lstStyle>
            <a:defPPr algn="ctr">
              <a:defRPr sz="1587" b="0" i="0">
                <a:solidFill>
                  <a:srgbClr val="1B1B1B"/>
                </a:solidFill>
                <a:latin typeface="Times New Roman" panose="02020503050405090304"/>
                <a:ea typeface="Times New Roman" panose="02020503050405090304"/>
                <a:cs typeface="Times New Roman" panose="02020503050405090304"/>
              </a:defRPr>
            </a:defPPr>
          </a:lstStyle>
          <a:p>
            <a:pPr algn="ctr">
              <a:defRPr sz="1587" b="0" i="0">
                <a:solidFill>
                  <a:srgbClr val="1B1B1B"/>
                </a:solidFill>
                <a:latin typeface="Times New Roman" panose="02020503050405090304"/>
                <a:ea typeface="Times New Roman" panose="02020503050405090304"/>
                <a:cs typeface="Times New Roman" panose="02020503050405090304"/>
              </a:defRPr>
            </a:pPr>
            <a:r>
              <a:rPr sz="1587" b="0" i="0">
                <a:solidFill>
                  <a:srgbClr val="1B1B1B"/>
                </a:solidFill>
                <a:latin typeface="Times New Roman" panose="02020503050405090304"/>
                <a:ea typeface="Times New Roman" panose="02020503050405090304"/>
                <a:cs typeface="Times New Roman" panose="02020503050405090304"/>
              </a:rPr>
              <a:t>Rule-based regime IDs</a:t>
            </a:r>
            <a:endParaRPr sz="1587" b="0" i="0">
              <a:solidFill>
                <a:srgbClr val="1B1B1B"/>
              </a:solidFill>
              <a:latin typeface="Times New Roman" panose="02020503050405090304"/>
              <a:ea typeface="Times New Roman" panose="02020503050405090304"/>
              <a:cs typeface="Times New Roman" panose="02020503050405090304"/>
            </a:endParaRPr>
          </a:p>
        </p:txBody>
      </p:sp>
      <p:sp>
        <p:nvSpPr>
          <p:cNvPr id="521" name="resource node"/>
          <p:cNvSpPr>
            <a:spLocks noGrp="1"/>
          </p:cNvSpPr>
          <p:nvPr/>
        </p:nvSpPr>
        <p:spPr>
          <a:xfrm>
            <a:off x="11724704" y="9685592"/>
            <a:ext cx="107442" cy="107442"/>
          </a:xfrm>
          <a:prstGeom prst="ellipse">
            <a:avLst/>
          </a:prstGeom>
          <a:solidFill>
            <a:srgbClr val="FFFFFF"/>
          </a:solidFill>
          <a:ln w="15543">
            <a:solidFill>
              <a:srgbClr val="805431"/>
            </a:solidFill>
          </a:ln>
        </p:spPr>
      </p:sp>
      <p:sp>
        <p:nvSpPr>
          <p:cNvPr id="522" name="resource node"/>
          <p:cNvSpPr>
            <a:spLocks noGrp="1"/>
          </p:cNvSpPr>
          <p:nvPr/>
        </p:nvSpPr>
        <p:spPr>
          <a:xfrm>
            <a:off x="11921680" y="9685592"/>
            <a:ext cx="107442" cy="107442"/>
          </a:xfrm>
          <a:prstGeom prst="ellipse">
            <a:avLst/>
          </a:prstGeom>
          <a:solidFill>
            <a:srgbClr val="FFFFFF"/>
          </a:solidFill>
          <a:ln w="15543">
            <a:solidFill>
              <a:srgbClr val="805431"/>
            </a:solidFill>
          </a:ln>
        </p:spPr>
      </p:sp>
      <p:sp>
        <p:nvSpPr>
          <p:cNvPr id="523" name="resource node"/>
          <p:cNvSpPr>
            <a:spLocks noGrp="1"/>
          </p:cNvSpPr>
          <p:nvPr/>
        </p:nvSpPr>
        <p:spPr>
          <a:xfrm>
            <a:off x="12118658" y="9685592"/>
            <a:ext cx="107442" cy="107442"/>
          </a:xfrm>
          <a:prstGeom prst="ellipse">
            <a:avLst/>
          </a:prstGeom>
          <a:solidFill>
            <a:srgbClr val="FFFFFF"/>
          </a:solidFill>
          <a:ln w="15543">
            <a:solidFill>
              <a:srgbClr val="805431"/>
            </a:solidFill>
          </a:ln>
        </p:spPr>
      </p:sp>
      <p:sp>
        <p:nvSpPr>
          <p:cNvPr id="524" name="resource node"/>
          <p:cNvSpPr>
            <a:spLocks noGrp="1"/>
          </p:cNvSpPr>
          <p:nvPr/>
        </p:nvSpPr>
        <p:spPr>
          <a:xfrm>
            <a:off x="12315635" y="9685592"/>
            <a:ext cx="107442" cy="107442"/>
          </a:xfrm>
          <a:prstGeom prst="ellipse">
            <a:avLst/>
          </a:prstGeom>
          <a:solidFill>
            <a:srgbClr val="805431"/>
          </a:solidFill>
          <a:ln w="15543">
            <a:solidFill>
              <a:srgbClr val="805431"/>
            </a:solidFill>
          </a:ln>
        </p:spPr>
      </p:sp>
      <p:sp>
        <p:nvSpPr>
          <p:cNvPr id="525" name="resource node"/>
          <p:cNvSpPr>
            <a:spLocks noGrp="1"/>
          </p:cNvSpPr>
          <p:nvPr/>
        </p:nvSpPr>
        <p:spPr>
          <a:xfrm>
            <a:off x="12512612" y="9685592"/>
            <a:ext cx="107442" cy="107442"/>
          </a:xfrm>
          <a:prstGeom prst="ellipse">
            <a:avLst/>
          </a:prstGeom>
          <a:solidFill>
            <a:srgbClr val="FFFFFF"/>
          </a:solidFill>
          <a:ln w="15543">
            <a:solidFill>
              <a:srgbClr val="805431"/>
            </a:solidFill>
          </a:ln>
        </p:spPr>
      </p:sp>
      <p:sp>
        <p:nvSpPr>
          <p:cNvPr id="526" name="resource node"/>
          <p:cNvSpPr>
            <a:spLocks noGrp="1"/>
          </p:cNvSpPr>
          <p:nvPr/>
        </p:nvSpPr>
        <p:spPr>
          <a:xfrm>
            <a:off x="12709589" y="9685592"/>
            <a:ext cx="107442" cy="107442"/>
          </a:xfrm>
          <a:prstGeom prst="ellipse">
            <a:avLst/>
          </a:prstGeom>
          <a:solidFill>
            <a:srgbClr val="FFFFFF"/>
          </a:solidFill>
          <a:ln w="15543">
            <a:solidFill>
              <a:srgbClr val="805431"/>
            </a:solidFill>
          </a:ln>
        </p:spPr>
      </p:sp>
      <p:sp>
        <p:nvSpPr>
          <p:cNvPr id="527" name="line-251"/>
          <p:cNvSpPr>
            <a:spLocks noGrp="1"/>
          </p:cNvSpPr>
          <p:nvPr/>
        </p:nvSpPr>
        <p:spPr>
          <a:xfrm>
            <a:off x="13014008" y="9739313"/>
            <a:ext cx="832676" cy="89"/>
          </a:xfrm>
          <a:custGeom>
            <a:avLst/>
            <a:gdLst/>
            <a:ahLst/>
            <a:cxnLst/>
            <a:pathLst>
              <a:path w="885825" h="95">
                <a:moveTo>
                  <a:pt x="0" y="0"/>
                </a:moveTo>
                <a:lnTo>
                  <a:pt x="885825" y="0"/>
                </a:lnTo>
              </a:path>
            </a:pathLst>
          </a:custGeom>
          <a:noFill/>
          <a:ln w="14434">
            <a:solidFill>
              <a:srgbClr val="805431"/>
            </a:solidFill>
            <a:prstDash val="solid"/>
          </a:ln>
        </p:spPr>
      </p:sp>
      <p:sp>
        <p:nvSpPr>
          <p:cNvPr id="528" name="line-252"/>
          <p:cNvSpPr>
            <a:spLocks noGrp="1"/>
          </p:cNvSpPr>
          <p:nvPr/>
        </p:nvSpPr>
        <p:spPr>
          <a:xfrm>
            <a:off x="13791091" y="9739313"/>
            <a:ext cx="55592" cy="28942"/>
          </a:xfrm>
          <a:custGeom>
            <a:avLst/>
            <a:gdLst/>
            <a:ahLst/>
            <a:cxnLst/>
            <a:pathLst>
              <a:path w="59140" h="30789">
                <a:moveTo>
                  <a:pt x="59140" y="0"/>
                </a:moveTo>
                <a:lnTo>
                  <a:pt x="0" y="30789"/>
                </a:lnTo>
              </a:path>
            </a:pathLst>
          </a:custGeom>
          <a:noFill/>
          <a:ln w="14434">
            <a:solidFill>
              <a:srgbClr val="805431"/>
            </a:solidFill>
            <a:prstDash val="solid"/>
          </a:ln>
        </p:spPr>
      </p:sp>
      <p:sp>
        <p:nvSpPr>
          <p:cNvPr id="529" name="line-253"/>
          <p:cNvSpPr>
            <a:spLocks noGrp="1"/>
          </p:cNvSpPr>
          <p:nvPr/>
        </p:nvSpPr>
        <p:spPr>
          <a:xfrm>
            <a:off x="13791091" y="9710371"/>
            <a:ext cx="55592" cy="28942"/>
          </a:xfrm>
          <a:custGeom>
            <a:avLst/>
            <a:gdLst/>
            <a:ahLst/>
            <a:cxnLst/>
            <a:pathLst>
              <a:path w="59140" h="30789">
                <a:moveTo>
                  <a:pt x="59140" y="30789"/>
                </a:moveTo>
                <a:lnTo>
                  <a:pt x="0" y="0"/>
                </a:lnTo>
              </a:path>
            </a:pathLst>
          </a:custGeom>
          <a:noFill/>
          <a:ln w="14434">
            <a:solidFill>
              <a:srgbClr val="805431"/>
            </a:solidFill>
            <a:prstDash val="solid"/>
          </a:ln>
        </p:spPr>
      </p:sp>
      <p:sp>
        <p:nvSpPr>
          <p:cNvPr id="530" name="vector-0-0"/>
          <p:cNvSpPr>
            <a:spLocks noGrp="1"/>
          </p:cNvSpPr>
          <p:nvPr/>
        </p:nvSpPr>
        <p:spPr>
          <a:xfrm>
            <a:off x="13873544" y="9676638"/>
            <a:ext cx="116395" cy="116395"/>
          </a:xfrm>
          <a:prstGeom prst="rect">
            <a:avLst/>
          </a:prstGeom>
          <a:solidFill>
            <a:srgbClr val="F5ECE2"/>
          </a:solidFill>
          <a:ln w="5820">
            <a:solidFill>
              <a:srgbClr val="FFFFFF"/>
            </a:solidFill>
            <a:prstDash val="solid"/>
          </a:ln>
        </p:spPr>
      </p:sp>
      <p:sp>
        <p:nvSpPr>
          <p:cNvPr id="531" name="vector-0-1"/>
          <p:cNvSpPr>
            <a:spLocks noGrp="1"/>
          </p:cNvSpPr>
          <p:nvPr/>
        </p:nvSpPr>
        <p:spPr>
          <a:xfrm>
            <a:off x="13989939" y="9676638"/>
            <a:ext cx="116395" cy="116395"/>
          </a:xfrm>
          <a:prstGeom prst="rect">
            <a:avLst/>
          </a:prstGeom>
          <a:solidFill>
            <a:srgbClr val="BE936F"/>
          </a:solidFill>
          <a:ln w="5820">
            <a:solidFill>
              <a:srgbClr val="FFFFFF"/>
            </a:solidFill>
            <a:prstDash val="solid"/>
          </a:ln>
        </p:spPr>
      </p:sp>
      <p:sp>
        <p:nvSpPr>
          <p:cNvPr id="532" name="vector-0-2"/>
          <p:cNvSpPr>
            <a:spLocks noGrp="1"/>
          </p:cNvSpPr>
          <p:nvPr/>
        </p:nvSpPr>
        <p:spPr>
          <a:xfrm>
            <a:off x="14106335" y="9676638"/>
            <a:ext cx="116395" cy="116395"/>
          </a:xfrm>
          <a:prstGeom prst="rect">
            <a:avLst/>
          </a:prstGeom>
          <a:solidFill>
            <a:srgbClr val="734624"/>
          </a:solidFill>
          <a:ln w="5820">
            <a:solidFill>
              <a:srgbClr val="FFFFFF"/>
            </a:solidFill>
            <a:prstDash val="solid"/>
          </a:ln>
        </p:spPr>
      </p:sp>
      <p:sp>
        <p:nvSpPr>
          <p:cNvPr id="533" name="vector-0-3"/>
          <p:cNvSpPr>
            <a:spLocks noGrp="1"/>
          </p:cNvSpPr>
          <p:nvPr/>
        </p:nvSpPr>
        <p:spPr>
          <a:xfrm>
            <a:off x="14222730" y="9676638"/>
            <a:ext cx="116395" cy="116395"/>
          </a:xfrm>
          <a:prstGeom prst="rect">
            <a:avLst/>
          </a:prstGeom>
          <a:solidFill>
            <a:srgbClr val="DFC8B3"/>
          </a:solidFill>
          <a:ln w="5820">
            <a:solidFill>
              <a:srgbClr val="FFFFFF"/>
            </a:solidFill>
            <a:prstDash val="solid"/>
          </a:ln>
        </p:spPr>
      </p:sp>
      <p:sp>
        <p:nvSpPr>
          <p:cNvPr id="534" name="vector-0-4"/>
          <p:cNvSpPr>
            <a:spLocks noGrp="1"/>
          </p:cNvSpPr>
          <p:nvPr/>
        </p:nvSpPr>
        <p:spPr>
          <a:xfrm>
            <a:off x="14339126" y="9676638"/>
            <a:ext cx="116395" cy="116395"/>
          </a:xfrm>
          <a:prstGeom prst="rect">
            <a:avLst/>
          </a:prstGeom>
          <a:solidFill>
            <a:srgbClr val="9B6840"/>
          </a:solidFill>
          <a:ln w="5820">
            <a:solidFill>
              <a:srgbClr val="FFFFFF"/>
            </a:solidFill>
            <a:prstDash val="solid"/>
          </a:ln>
        </p:spPr>
      </p:sp>
      <p:sp>
        <p:nvSpPr>
          <p:cNvPr id="535" name="vector-0-5"/>
          <p:cNvSpPr>
            <a:spLocks noGrp="1"/>
          </p:cNvSpPr>
          <p:nvPr/>
        </p:nvSpPr>
        <p:spPr>
          <a:xfrm>
            <a:off x="14455521" y="9676638"/>
            <a:ext cx="116395" cy="116395"/>
          </a:xfrm>
          <a:prstGeom prst="rect">
            <a:avLst/>
          </a:prstGeom>
          <a:solidFill>
            <a:srgbClr val="F5ECE2"/>
          </a:solidFill>
          <a:ln w="5820">
            <a:solidFill>
              <a:srgbClr val="FFFFFF"/>
            </a:solidFill>
            <a:prstDash val="solid"/>
          </a:ln>
        </p:spPr>
      </p:sp>
      <p:sp>
        <p:nvSpPr>
          <p:cNvPr id="536" name="vector-0-6"/>
          <p:cNvSpPr>
            <a:spLocks noGrp="1"/>
          </p:cNvSpPr>
          <p:nvPr/>
        </p:nvSpPr>
        <p:spPr>
          <a:xfrm>
            <a:off x="14571916" y="9676638"/>
            <a:ext cx="116395" cy="116395"/>
          </a:xfrm>
          <a:prstGeom prst="rect">
            <a:avLst/>
          </a:prstGeom>
          <a:solidFill>
            <a:srgbClr val="BE936F"/>
          </a:solidFill>
          <a:ln w="5820">
            <a:solidFill>
              <a:srgbClr val="FFFFFF"/>
            </a:solidFill>
            <a:prstDash val="solid"/>
          </a:ln>
        </p:spPr>
      </p:sp>
      <p:sp>
        <p:nvSpPr>
          <p:cNvPr id="537" name="vector-0-7"/>
          <p:cNvSpPr>
            <a:spLocks noGrp="1"/>
          </p:cNvSpPr>
          <p:nvPr/>
        </p:nvSpPr>
        <p:spPr>
          <a:xfrm>
            <a:off x="14688312" y="9676638"/>
            <a:ext cx="116395" cy="116395"/>
          </a:xfrm>
          <a:prstGeom prst="rect">
            <a:avLst/>
          </a:prstGeom>
          <a:solidFill>
            <a:srgbClr val="734624"/>
          </a:solidFill>
          <a:ln w="5820">
            <a:solidFill>
              <a:srgbClr val="FFFFFF"/>
            </a:solidFill>
            <a:prstDash val="solid"/>
          </a:ln>
        </p:spPr>
      </p:sp>
      <p:sp>
        <p:nvSpPr>
          <p:cNvPr id="538" name="shape-254"/>
          <p:cNvSpPr>
            <a:spLocks noGrp="1"/>
          </p:cNvSpPr>
          <p:nvPr/>
        </p:nvSpPr>
        <p:spPr>
          <a:xfrm>
            <a:off x="13873544" y="9676638"/>
            <a:ext cx="931164" cy="116395"/>
          </a:xfrm>
          <a:prstGeom prst="rect">
            <a:avLst/>
          </a:prstGeom>
          <a:noFill/>
          <a:ln w="5372">
            <a:solidFill>
              <a:srgbClr val="536779"/>
            </a:solidFill>
            <a:prstDash val="solid"/>
          </a:ln>
        </p:spPr>
      </p:sp>
      <p:sp>
        <p:nvSpPr>
          <p:cNvPr id="539" name="Regime embedding"/>
          <p:cNvSpPr>
            <a:spLocks noGrp="1"/>
          </p:cNvSpPr>
          <p:nvPr/>
        </p:nvSpPr>
        <p:spPr>
          <a:xfrm>
            <a:off x="13667613" y="9381173"/>
            <a:ext cx="1951863" cy="223838"/>
          </a:xfrm>
          <a:prstGeom prst="rect">
            <a:avLst/>
          </a:prstGeom>
          <a:noFill/>
          <a:ln w="0">
            <a:noFill/>
          </a:ln>
        </p:spPr>
        <p:txBody>
          <a:bodyPr wrap="none" lIns="0" tIns="0" rIns="0" bIns="0" anchor="ctr">
            <a:noAutofit/>
          </a:bodyPr>
          <a:lstStyle>
            <a:defPPr algn="ctr">
              <a:defRPr sz="1674" b="0" i="0">
                <a:solidFill>
                  <a:srgbClr val="1B1B1B"/>
                </a:solidFill>
                <a:latin typeface="Times New Roman" panose="02020503050405090304"/>
                <a:ea typeface="Times New Roman" panose="02020503050405090304"/>
                <a:cs typeface="Times New Roman" panose="02020503050405090304"/>
              </a:defRPr>
            </a:defPPr>
          </a:lstStyle>
          <a:p>
            <a:pPr algn="ctr">
              <a:defRPr sz="1674" b="0" i="0">
                <a:solidFill>
                  <a:srgbClr val="1B1B1B"/>
                </a:solidFill>
                <a:latin typeface="Times New Roman" panose="02020503050405090304"/>
                <a:ea typeface="Times New Roman" panose="02020503050405090304"/>
                <a:cs typeface="Times New Roman" panose="02020503050405090304"/>
              </a:defRPr>
            </a:pPr>
            <a:r>
              <a:rPr sz="1674" b="0" i="0">
                <a:solidFill>
                  <a:srgbClr val="1B1B1B"/>
                </a:solidFill>
                <a:latin typeface="Times New Roman" panose="02020503050405090304"/>
                <a:ea typeface="Times New Roman" panose="02020503050405090304"/>
                <a:cs typeface="Times New Roman" panose="02020503050405090304"/>
              </a:rPr>
              <a:t>Regime embedding</a:t>
            </a:r>
            <a:endParaRPr sz="1674" b="0" i="0">
              <a:solidFill>
                <a:srgbClr val="1B1B1B"/>
              </a:solidFill>
              <a:latin typeface="Times New Roman" panose="02020503050405090304"/>
              <a:ea typeface="Times New Roman" panose="02020503050405090304"/>
              <a:cs typeface="Times New Roman" panose="02020503050405090304"/>
            </a:endParaRPr>
          </a:p>
        </p:txBody>
      </p:sp>
      <p:sp>
        <p:nvSpPr>
          <p:cNvPr id="545" name="Local + neighbour cues"/>
          <p:cNvSpPr>
            <a:spLocks noGrp="1"/>
          </p:cNvSpPr>
          <p:nvPr/>
        </p:nvSpPr>
        <p:spPr>
          <a:xfrm>
            <a:off x="11438191" y="10133267"/>
            <a:ext cx="2104073" cy="232791"/>
          </a:xfrm>
          <a:prstGeom prst="rect">
            <a:avLst/>
          </a:prstGeom>
          <a:noFill/>
          <a:ln w="0">
            <a:noFill/>
          </a:ln>
        </p:spPr>
        <p:txBody>
          <a:bodyPr wrap="none" lIns="0" tIns="0" rIns="0" bIns="0" anchor="ctr">
            <a:noAutofit/>
          </a:bodyPr>
          <a:lstStyle>
            <a:defPPr algn="ctr">
              <a:defRPr sz="1587" b="0" i="0">
                <a:solidFill>
                  <a:srgbClr val="1B1B1B"/>
                </a:solidFill>
                <a:latin typeface="Times New Roman" panose="02020503050405090304"/>
                <a:ea typeface="Times New Roman" panose="02020503050405090304"/>
                <a:cs typeface="Times New Roman" panose="02020503050405090304"/>
              </a:defRPr>
            </a:defPPr>
          </a:lstStyle>
          <a:p>
            <a:pPr algn="ctr">
              <a:defRPr sz="1587" b="0" i="0">
                <a:solidFill>
                  <a:srgbClr val="1B1B1B"/>
                </a:solidFill>
                <a:latin typeface="Times New Roman" panose="02020503050405090304"/>
                <a:ea typeface="Times New Roman" panose="02020503050405090304"/>
                <a:cs typeface="Times New Roman" panose="02020503050405090304"/>
              </a:defRPr>
            </a:pPr>
            <a:r>
              <a:rPr sz="1587" b="0" i="0">
                <a:solidFill>
                  <a:srgbClr val="1B1B1B"/>
                </a:solidFill>
                <a:latin typeface="Times New Roman" panose="02020503050405090304"/>
                <a:ea typeface="Times New Roman" panose="02020503050405090304"/>
                <a:cs typeface="Times New Roman" panose="02020503050405090304"/>
              </a:rPr>
              <a:t>Local + neighbour cues</a:t>
            </a:r>
            <a:endParaRPr sz="1587" b="0" i="0">
              <a:solidFill>
                <a:srgbClr val="1B1B1B"/>
              </a:solidFill>
              <a:latin typeface="Times New Roman" panose="02020503050405090304"/>
              <a:ea typeface="Times New Roman" panose="02020503050405090304"/>
              <a:cs typeface="Times New Roman" panose="02020503050405090304"/>
            </a:endParaRPr>
          </a:p>
        </p:txBody>
      </p:sp>
      <p:sp>
        <p:nvSpPr>
          <p:cNvPr id="546" name="Precursor MLP"/>
          <p:cNvSpPr>
            <a:spLocks noGrp="1"/>
          </p:cNvSpPr>
          <p:nvPr/>
        </p:nvSpPr>
        <p:spPr>
          <a:xfrm>
            <a:off x="13945172" y="10079545"/>
            <a:ext cx="1566863" cy="322326"/>
          </a:xfrm>
          <a:prstGeom prst="rect">
            <a:avLst/>
          </a:prstGeom>
          <a:solidFill>
            <a:srgbClr val="E6D2BE"/>
          </a:solidFill>
          <a:ln w="14434">
            <a:solidFill>
              <a:srgbClr val="805431"/>
            </a:solidFill>
            <a:prstDash val="solid"/>
          </a:ln>
        </p:spPr>
      </p:sp>
      <p:sp>
        <p:nvSpPr>
          <p:cNvPr id="547" name="Precursor MLP"/>
          <p:cNvSpPr>
            <a:spLocks noGrp="1"/>
          </p:cNvSpPr>
          <p:nvPr/>
        </p:nvSpPr>
        <p:spPr>
          <a:xfrm>
            <a:off x="13980986" y="10097453"/>
            <a:ext cx="1495235" cy="286512"/>
          </a:xfrm>
          <a:prstGeom prst="rect">
            <a:avLst/>
          </a:prstGeom>
          <a:noFill/>
          <a:ln w="0">
            <a:noFill/>
          </a:ln>
        </p:spPr>
        <p:txBody>
          <a:bodyPr wrap="none" lIns="0" tIns="0" rIns="0" bIns="0" anchor="ctr">
            <a:noAutofit/>
          </a:bodyPr>
          <a:lstStyle>
            <a:defPPr algn="ctr">
              <a:defRPr sz="1674" b="0" i="0">
                <a:solidFill>
                  <a:srgbClr val="1B1B1B"/>
                </a:solidFill>
                <a:latin typeface="Times New Roman" panose="02020503050405090304"/>
                <a:ea typeface="Times New Roman" panose="02020503050405090304"/>
                <a:cs typeface="Times New Roman" panose="02020503050405090304"/>
              </a:defRPr>
            </a:defPPr>
          </a:lstStyle>
          <a:p>
            <a:pPr algn="ctr">
              <a:defRPr sz="1674" b="0" i="0">
                <a:solidFill>
                  <a:srgbClr val="1B1B1B"/>
                </a:solidFill>
                <a:latin typeface="Times New Roman" panose="02020503050405090304"/>
                <a:ea typeface="Times New Roman" panose="02020503050405090304"/>
                <a:cs typeface="Times New Roman" panose="02020503050405090304"/>
              </a:defRPr>
            </a:pPr>
            <a:r>
              <a:rPr sz="1674" b="0" i="0">
                <a:solidFill>
                  <a:srgbClr val="1B1B1B"/>
                </a:solidFill>
                <a:latin typeface="Times New Roman" panose="02020503050405090304"/>
                <a:ea typeface="Times New Roman" panose="02020503050405090304"/>
                <a:cs typeface="Times New Roman" panose="02020503050405090304"/>
              </a:rPr>
              <a:t>Precursor MLP</a:t>
            </a:r>
            <a:endParaRPr sz="1674" b="0" i="0">
              <a:solidFill>
                <a:srgbClr val="1B1B1B"/>
              </a:solidFill>
              <a:latin typeface="Times New Roman" panose="02020503050405090304"/>
              <a:ea typeface="Times New Roman" panose="02020503050405090304"/>
              <a:cs typeface="Times New Roman" panose="02020503050405090304"/>
            </a:endParaRPr>
          </a:p>
        </p:txBody>
      </p:sp>
      <p:sp>
        <p:nvSpPr>
          <p:cNvPr id="548" name="line-260"/>
          <p:cNvSpPr>
            <a:spLocks noGrp="1"/>
          </p:cNvSpPr>
          <p:nvPr/>
        </p:nvSpPr>
        <p:spPr>
          <a:xfrm>
            <a:off x="13542264" y="10240708"/>
            <a:ext cx="402908" cy="89"/>
          </a:xfrm>
          <a:custGeom>
            <a:avLst/>
            <a:gdLst/>
            <a:ahLst/>
            <a:cxnLst/>
            <a:pathLst>
              <a:path w="428625" h="95">
                <a:moveTo>
                  <a:pt x="0" y="0"/>
                </a:moveTo>
                <a:lnTo>
                  <a:pt x="428625" y="0"/>
                </a:lnTo>
              </a:path>
            </a:pathLst>
          </a:custGeom>
          <a:noFill/>
          <a:ln w="13323">
            <a:solidFill>
              <a:srgbClr val="805431"/>
            </a:solidFill>
            <a:prstDash val="solid"/>
          </a:ln>
        </p:spPr>
      </p:sp>
      <p:sp>
        <p:nvSpPr>
          <p:cNvPr id="549" name="line-261"/>
          <p:cNvSpPr>
            <a:spLocks noGrp="1"/>
          </p:cNvSpPr>
          <p:nvPr/>
        </p:nvSpPr>
        <p:spPr>
          <a:xfrm>
            <a:off x="13889580" y="10240708"/>
            <a:ext cx="55592" cy="28942"/>
          </a:xfrm>
          <a:custGeom>
            <a:avLst/>
            <a:gdLst/>
            <a:ahLst/>
            <a:cxnLst/>
            <a:pathLst>
              <a:path w="59140" h="30789">
                <a:moveTo>
                  <a:pt x="59140" y="0"/>
                </a:moveTo>
                <a:lnTo>
                  <a:pt x="0" y="30789"/>
                </a:lnTo>
              </a:path>
            </a:pathLst>
          </a:custGeom>
          <a:noFill/>
          <a:ln w="13323">
            <a:solidFill>
              <a:srgbClr val="805431"/>
            </a:solidFill>
            <a:prstDash val="solid"/>
          </a:ln>
        </p:spPr>
      </p:sp>
      <p:sp>
        <p:nvSpPr>
          <p:cNvPr id="550" name="line-262"/>
          <p:cNvSpPr>
            <a:spLocks noGrp="1"/>
          </p:cNvSpPr>
          <p:nvPr/>
        </p:nvSpPr>
        <p:spPr>
          <a:xfrm>
            <a:off x="13889580" y="10211767"/>
            <a:ext cx="55592" cy="28942"/>
          </a:xfrm>
          <a:custGeom>
            <a:avLst/>
            <a:gdLst/>
            <a:ahLst/>
            <a:cxnLst/>
            <a:pathLst>
              <a:path w="59140" h="30789">
                <a:moveTo>
                  <a:pt x="59140" y="30789"/>
                </a:moveTo>
                <a:lnTo>
                  <a:pt x="0" y="0"/>
                </a:lnTo>
              </a:path>
            </a:pathLst>
          </a:custGeom>
          <a:noFill/>
          <a:ln w="13323">
            <a:solidFill>
              <a:srgbClr val="805431"/>
            </a:solidFill>
            <a:prstDash val="solid"/>
          </a:ln>
        </p:spPr>
      </p:sp>
      <p:sp>
        <p:nvSpPr>
          <p:cNvPr id="551" name="line-263"/>
          <p:cNvSpPr>
            <a:spLocks noGrp="1"/>
          </p:cNvSpPr>
          <p:nvPr/>
        </p:nvSpPr>
        <p:spPr>
          <a:xfrm>
            <a:off x="15512034" y="10240708"/>
            <a:ext cx="196977" cy="89"/>
          </a:xfrm>
          <a:custGeom>
            <a:avLst/>
            <a:gdLst/>
            <a:ahLst/>
            <a:cxnLst/>
            <a:pathLst>
              <a:path w="209550" h="95">
                <a:moveTo>
                  <a:pt x="0" y="0"/>
                </a:moveTo>
                <a:lnTo>
                  <a:pt x="209550" y="0"/>
                </a:lnTo>
              </a:path>
            </a:pathLst>
          </a:custGeom>
          <a:noFill/>
          <a:ln w="13323">
            <a:solidFill>
              <a:srgbClr val="805431"/>
            </a:solidFill>
            <a:prstDash val="solid"/>
          </a:ln>
        </p:spPr>
      </p:sp>
      <p:sp>
        <p:nvSpPr>
          <p:cNvPr id="552" name="line-264"/>
          <p:cNvSpPr>
            <a:spLocks noGrp="1"/>
          </p:cNvSpPr>
          <p:nvPr/>
        </p:nvSpPr>
        <p:spPr>
          <a:xfrm>
            <a:off x="15709011" y="9739313"/>
            <a:ext cx="89" cy="501396"/>
          </a:xfrm>
          <a:custGeom>
            <a:avLst/>
            <a:gdLst/>
            <a:ahLst/>
            <a:cxnLst/>
            <a:pathLst>
              <a:path w="95" h="533400">
                <a:moveTo>
                  <a:pt x="0" y="533400"/>
                </a:moveTo>
                <a:lnTo>
                  <a:pt x="0" y="0"/>
                </a:lnTo>
              </a:path>
            </a:pathLst>
          </a:custGeom>
          <a:noFill/>
          <a:ln w="13323">
            <a:solidFill>
              <a:srgbClr val="805431"/>
            </a:solidFill>
            <a:prstDash val="solid"/>
          </a:ln>
        </p:spPr>
      </p:sp>
      <p:sp>
        <p:nvSpPr>
          <p:cNvPr id="553" name="line-265"/>
          <p:cNvSpPr>
            <a:spLocks noGrp="1"/>
          </p:cNvSpPr>
          <p:nvPr/>
        </p:nvSpPr>
        <p:spPr>
          <a:xfrm>
            <a:off x="15709011" y="9739313"/>
            <a:ext cx="28942" cy="55592"/>
          </a:xfrm>
          <a:custGeom>
            <a:avLst/>
            <a:gdLst/>
            <a:ahLst/>
            <a:cxnLst/>
            <a:pathLst>
              <a:path w="30789" h="59140">
                <a:moveTo>
                  <a:pt x="0" y="0"/>
                </a:moveTo>
                <a:lnTo>
                  <a:pt x="30789" y="59140"/>
                </a:lnTo>
              </a:path>
            </a:pathLst>
          </a:custGeom>
          <a:noFill/>
          <a:ln w="13323">
            <a:solidFill>
              <a:srgbClr val="805431"/>
            </a:solidFill>
            <a:prstDash val="solid"/>
          </a:ln>
        </p:spPr>
      </p:sp>
      <p:sp>
        <p:nvSpPr>
          <p:cNvPr id="554" name="line-266"/>
          <p:cNvSpPr>
            <a:spLocks noGrp="1"/>
          </p:cNvSpPr>
          <p:nvPr/>
        </p:nvSpPr>
        <p:spPr>
          <a:xfrm>
            <a:off x="15680069" y="9739313"/>
            <a:ext cx="28942" cy="55592"/>
          </a:xfrm>
          <a:custGeom>
            <a:avLst/>
            <a:gdLst/>
            <a:ahLst/>
            <a:cxnLst/>
            <a:pathLst>
              <a:path w="30789" h="59140">
                <a:moveTo>
                  <a:pt x="30789" y="0"/>
                </a:moveTo>
                <a:lnTo>
                  <a:pt x="0" y="59140"/>
                </a:lnTo>
              </a:path>
            </a:pathLst>
          </a:custGeom>
          <a:noFill/>
          <a:ln w="13323">
            <a:solidFill>
              <a:srgbClr val="805431"/>
            </a:solidFill>
            <a:prstDash val="solid"/>
          </a:ln>
        </p:spPr>
      </p:sp>
      <p:sp>
        <p:nvSpPr>
          <p:cNvPr id="555" name="line-267"/>
          <p:cNvSpPr>
            <a:spLocks noGrp="1"/>
          </p:cNvSpPr>
          <p:nvPr/>
        </p:nvSpPr>
        <p:spPr>
          <a:xfrm>
            <a:off x="11456099" y="10661523"/>
            <a:ext cx="4440936" cy="89"/>
          </a:xfrm>
          <a:custGeom>
            <a:avLst/>
            <a:gdLst/>
            <a:ahLst/>
            <a:cxnLst/>
            <a:pathLst>
              <a:path w="4724400" h="95">
                <a:moveTo>
                  <a:pt x="0" y="0"/>
                </a:moveTo>
                <a:lnTo>
                  <a:pt x="4724400" y="0"/>
                </a:lnTo>
              </a:path>
            </a:pathLst>
          </a:custGeom>
          <a:noFill/>
          <a:ln w="7163">
            <a:solidFill>
              <a:srgbClr val="DCCABB"/>
            </a:solidFill>
            <a:prstDash val="solid"/>
          </a:ln>
        </p:spPr>
      </p:sp>
      <p:sp>
        <p:nvSpPr>
          <p:cNvPr id="556" name="Short-pattern clustering"/>
          <p:cNvSpPr>
            <a:spLocks noGrp="1"/>
          </p:cNvSpPr>
          <p:nvPr/>
        </p:nvSpPr>
        <p:spPr>
          <a:xfrm>
            <a:off x="11438191" y="10786872"/>
            <a:ext cx="4485704" cy="259651"/>
          </a:xfrm>
          <a:prstGeom prst="rect">
            <a:avLst/>
          </a:prstGeom>
          <a:noFill/>
          <a:ln w="0">
            <a:noFill/>
          </a:ln>
        </p:spPr>
        <p:txBody>
          <a:bodyPr wrap="none" lIns="0" tIns="0" rIns="0" bIns="0" anchor="ctr">
            <a:noAutofit/>
          </a:bodyPr>
          <a:lstStyle>
            <a:defPPr algn="ctr">
              <a:defRPr sz="1861" b="1" i="0">
                <a:solidFill>
                  <a:srgbClr val="805431"/>
                </a:solidFill>
                <a:latin typeface="Times New Roman" panose="02020503050405090304"/>
                <a:ea typeface="Times New Roman" panose="02020503050405090304"/>
                <a:cs typeface="Times New Roman" panose="02020503050405090304"/>
              </a:defRPr>
            </a:defPPr>
          </a:lstStyle>
          <a:p>
            <a:pPr algn="ctr">
              <a:defRPr sz="1861" b="1" i="0">
                <a:solidFill>
                  <a:srgbClr val="805431"/>
                </a:solidFill>
                <a:latin typeface="Times New Roman" panose="02020503050405090304"/>
                <a:ea typeface="Times New Roman" panose="02020503050405090304"/>
                <a:cs typeface="Times New Roman" panose="02020503050405090304"/>
              </a:defRPr>
            </a:pPr>
            <a:r>
              <a:rPr sz="1861" b="1" i="0">
                <a:solidFill>
                  <a:srgbClr val="805431"/>
                </a:solidFill>
                <a:latin typeface="Times New Roman" panose="02020503050405090304"/>
                <a:ea typeface="Times New Roman" panose="02020503050405090304"/>
                <a:cs typeface="Times New Roman" panose="02020503050405090304"/>
              </a:rPr>
              <a:t>Short-pattern clustering</a:t>
            </a:r>
            <a:endParaRPr sz="1861" b="1" i="0">
              <a:solidFill>
                <a:srgbClr val="805431"/>
              </a:solidFill>
              <a:latin typeface="Times New Roman" panose="02020503050405090304"/>
              <a:ea typeface="Times New Roman" panose="02020503050405090304"/>
              <a:cs typeface="Times New Roman" panose="02020503050405090304"/>
            </a:endParaRPr>
          </a:p>
        </p:txBody>
      </p:sp>
      <p:sp>
        <p:nvSpPr>
          <p:cNvPr id="557" name="Activity patches&#10;(length 3)"/>
          <p:cNvSpPr>
            <a:spLocks noGrp="1"/>
          </p:cNvSpPr>
          <p:nvPr/>
        </p:nvSpPr>
        <p:spPr>
          <a:xfrm>
            <a:off x="11491913" y="11207686"/>
            <a:ext cx="1423606" cy="393954"/>
          </a:xfrm>
          <a:prstGeom prst="rect">
            <a:avLst/>
          </a:prstGeom>
          <a:noFill/>
          <a:ln w="0">
            <a:noFill/>
          </a:ln>
        </p:spPr>
        <p:txBody>
          <a:bodyPr wrap="none" lIns="0" tIns="0" rIns="0" bIns="0" anchor="ctr">
            <a:noAutofit/>
          </a:bodyPr>
          <a:lstStyle>
            <a:defPPr algn="ctr">
              <a:defRPr sz="1587" b="0" i="0">
                <a:solidFill>
                  <a:srgbClr val="1B1B1B"/>
                </a:solidFill>
                <a:latin typeface="Times New Roman" panose="02020503050405090304"/>
                <a:ea typeface="Times New Roman" panose="02020503050405090304"/>
                <a:cs typeface="Times New Roman" panose="02020503050405090304"/>
              </a:defRPr>
            </a:defPPr>
          </a:lstStyle>
          <a:p>
            <a:pPr algn="ctr">
              <a:lnSpc>
                <a:spcPct val="95000"/>
              </a:lnSpc>
              <a:defRPr sz="1587" b="0" i="0">
                <a:solidFill>
                  <a:srgbClr val="1B1B1B"/>
                </a:solidFill>
                <a:latin typeface="Times New Roman" panose="02020503050405090304"/>
                <a:ea typeface="Times New Roman" panose="02020503050405090304"/>
                <a:cs typeface="Times New Roman" panose="02020503050405090304"/>
              </a:defRPr>
            </a:pPr>
            <a:r>
              <a:rPr sz="1587" b="0" i="0">
                <a:solidFill>
                  <a:srgbClr val="1B1B1B"/>
                </a:solidFill>
                <a:latin typeface="Times New Roman" panose="02020503050405090304"/>
                <a:ea typeface="Times New Roman" panose="02020503050405090304"/>
                <a:cs typeface="Times New Roman" panose="02020503050405090304"/>
              </a:rPr>
              <a:t>Activity patches</a:t>
            </a:r>
            <a:endParaRPr sz="1587" b="0" i="0">
              <a:solidFill>
                <a:srgbClr val="1B1B1B"/>
              </a:solidFill>
              <a:latin typeface="Times New Roman" panose="02020503050405090304"/>
              <a:ea typeface="Times New Roman" panose="02020503050405090304"/>
              <a:cs typeface="Times New Roman" panose="02020503050405090304"/>
            </a:endParaRPr>
          </a:p>
          <a:p>
            <a:pPr algn="ctr">
              <a:lnSpc>
                <a:spcPct val="95000"/>
              </a:lnSpc>
              <a:defRPr sz="1587" b="0" i="0">
                <a:solidFill>
                  <a:srgbClr val="1B1B1B"/>
                </a:solidFill>
                <a:latin typeface="Times New Roman" panose="02020503050405090304"/>
                <a:ea typeface="Times New Roman" panose="02020503050405090304"/>
                <a:cs typeface="Times New Roman" panose="02020503050405090304"/>
              </a:defRPr>
            </a:pPr>
            <a:r>
              <a:rPr sz="1587" b="0" i="0">
                <a:solidFill>
                  <a:srgbClr val="1B1B1B"/>
                </a:solidFill>
                <a:latin typeface="Times New Roman" panose="02020503050405090304"/>
                <a:ea typeface="Times New Roman" panose="02020503050405090304"/>
                <a:cs typeface="Times New Roman" panose="02020503050405090304"/>
              </a:rPr>
              <a:t>(length 3)</a:t>
            </a:r>
            <a:endParaRPr sz="1587" b="0" i="0">
              <a:solidFill>
                <a:srgbClr val="1B1B1B"/>
              </a:solidFill>
              <a:latin typeface="Times New Roman" panose="02020503050405090304"/>
              <a:ea typeface="Times New Roman" panose="02020503050405090304"/>
              <a:cs typeface="Times New Roman" panose="02020503050405090304"/>
            </a:endParaRPr>
          </a:p>
        </p:txBody>
      </p:sp>
      <p:sp>
        <p:nvSpPr>
          <p:cNvPr id="558" name="line-268"/>
          <p:cNvSpPr>
            <a:spLocks noGrp="1"/>
          </p:cNvSpPr>
          <p:nvPr/>
        </p:nvSpPr>
        <p:spPr>
          <a:xfrm>
            <a:off x="11670983" y="11879199"/>
            <a:ext cx="1047559" cy="89"/>
          </a:xfrm>
          <a:custGeom>
            <a:avLst/>
            <a:gdLst/>
            <a:ahLst/>
            <a:cxnLst/>
            <a:pathLst>
              <a:path w="1114425" h="95">
                <a:moveTo>
                  <a:pt x="0" y="0"/>
                </a:moveTo>
                <a:lnTo>
                  <a:pt x="1114425" y="0"/>
                </a:lnTo>
              </a:path>
            </a:pathLst>
          </a:custGeom>
          <a:noFill/>
          <a:ln w="5820">
            <a:solidFill>
              <a:srgbClr val="B8C4CD"/>
            </a:solidFill>
            <a:prstDash val="solid"/>
          </a:ln>
        </p:spPr>
      </p:sp>
      <p:sp>
        <p:nvSpPr>
          <p:cNvPr id="559" name="line-269"/>
          <p:cNvSpPr>
            <a:spLocks noGrp="1"/>
          </p:cNvSpPr>
          <p:nvPr/>
        </p:nvSpPr>
        <p:spPr>
          <a:xfrm>
            <a:off x="11670983" y="11750269"/>
            <a:ext cx="523780" cy="112814"/>
          </a:xfrm>
          <a:custGeom>
            <a:avLst/>
            <a:gdLst/>
            <a:ahLst/>
            <a:cxnLst/>
            <a:pathLst>
              <a:path w="557213" h="120015">
                <a:moveTo>
                  <a:pt x="0" y="120015"/>
                </a:moveTo>
                <a:lnTo>
                  <a:pt x="557213" y="0"/>
                </a:lnTo>
              </a:path>
            </a:pathLst>
          </a:custGeom>
          <a:noFill/>
          <a:ln w="19984">
            <a:solidFill>
              <a:srgbClr val="805431"/>
            </a:solidFill>
            <a:prstDash val="solid"/>
          </a:ln>
        </p:spPr>
      </p:sp>
      <p:sp>
        <p:nvSpPr>
          <p:cNvPr id="560" name="line-270"/>
          <p:cNvSpPr>
            <a:spLocks noGrp="1"/>
          </p:cNvSpPr>
          <p:nvPr/>
        </p:nvSpPr>
        <p:spPr>
          <a:xfrm>
            <a:off x="12194763" y="11750269"/>
            <a:ext cx="523780" cy="64465"/>
          </a:xfrm>
          <a:custGeom>
            <a:avLst/>
            <a:gdLst/>
            <a:ahLst/>
            <a:cxnLst/>
            <a:pathLst>
              <a:path w="557213" h="68580">
                <a:moveTo>
                  <a:pt x="0" y="0"/>
                </a:moveTo>
                <a:lnTo>
                  <a:pt x="557213" y="68580"/>
                </a:lnTo>
              </a:path>
            </a:pathLst>
          </a:custGeom>
          <a:noFill/>
          <a:ln w="19984">
            <a:solidFill>
              <a:srgbClr val="805431"/>
            </a:solidFill>
            <a:prstDash val="solid"/>
          </a:ln>
        </p:spPr>
      </p:sp>
      <p:sp>
        <p:nvSpPr>
          <p:cNvPr id="561" name="resource node"/>
          <p:cNvSpPr>
            <a:spLocks noGrp="1"/>
          </p:cNvSpPr>
          <p:nvPr/>
        </p:nvSpPr>
        <p:spPr>
          <a:xfrm>
            <a:off x="11650390" y="11842490"/>
            <a:ext cx="41186" cy="41186"/>
          </a:xfrm>
          <a:prstGeom prst="ellipse">
            <a:avLst/>
          </a:prstGeom>
          <a:solidFill>
            <a:srgbClr val="805431"/>
          </a:solidFill>
          <a:ln w="15543">
            <a:solidFill>
              <a:srgbClr val="805431"/>
            </a:solidFill>
          </a:ln>
        </p:spPr>
      </p:sp>
      <p:sp>
        <p:nvSpPr>
          <p:cNvPr id="562" name="resource node"/>
          <p:cNvSpPr>
            <a:spLocks noGrp="1"/>
          </p:cNvSpPr>
          <p:nvPr/>
        </p:nvSpPr>
        <p:spPr>
          <a:xfrm>
            <a:off x="12174169" y="11729676"/>
            <a:ext cx="41186" cy="41186"/>
          </a:xfrm>
          <a:prstGeom prst="ellipse">
            <a:avLst/>
          </a:prstGeom>
          <a:solidFill>
            <a:srgbClr val="805431"/>
          </a:solidFill>
          <a:ln w="15543">
            <a:solidFill>
              <a:srgbClr val="805431"/>
            </a:solidFill>
          </a:ln>
        </p:spPr>
      </p:sp>
      <p:sp>
        <p:nvSpPr>
          <p:cNvPr id="563" name="resource node"/>
          <p:cNvSpPr>
            <a:spLocks noGrp="1"/>
          </p:cNvSpPr>
          <p:nvPr/>
        </p:nvSpPr>
        <p:spPr>
          <a:xfrm>
            <a:off x="12697949" y="11794141"/>
            <a:ext cx="41186" cy="41186"/>
          </a:xfrm>
          <a:prstGeom prst="ellipse">
            <a:avLst/>
          </a:prstGeom>
          <a:solidFill>
            <a:srgbClr val="805431"/>
          </a:solidFill>
          <a:ln w="15543">
            <a:solidFill>
              <a:srgbClr val="805431"/>
            </a:solidFill>
          </a:ln>
        </p:spPr>
      </p:sp>
      <p:sp>
        <p:nvSpPr>
          <p:cNvPr id="564" name="line-271"/>
          <p:cNvSpPr>
            <a:spLocks noGrp="1"/>
          </p:cNvSpPr>
          <p:nvPr/>
        </p:nvSpPr>
        <p:spPr>
          <a:xfrm>
            <a:off x="11670983" y="12120944"/>
            <a:ext cx="1047559" cy="89"/>
          </a:xfrm>
          <a:custGeom>
            <a:avLst/>
            <a:gdLst/>
            <a:ahLst/>
            <a:cxnLst/>
            <a:pathLst>
              <a:path w="1114425" h="95">
                <a:moveTo>
                  <a:pt x="0" y="0"/>
                </a:moveTo>
                <a:lnTo>
                  <a:pt x="1114425" y="0"/>
                </a:lnTo>
              </a:path>
            </a:pathLst>
          </a:custGeom>
          <a:noFill/>
          <a:ln w="5820">
            <a:solidFill>
              <a:srgbClr val="B8C4CD"/>
            </a:solidFill>
            <a:prstDash val="solid"/>
          </a:ln>
        </p:spPr>
      </p:sp>
      <p:sp>
        <p:nvSpPr>
          <p:cNvPr id="565" name="line-272"/>
          <p:cNvSpPr>
            <a:spLocks noGrp="1"/>
          </p:cNvSpPr>
          <p:nvPr/>
        </p:nvSpPr>
        <p:spPr>
          <a:xfrm>
            <a:off x="11670983" y="11992013"/>
            <a:ext cx="523780" cy="56408"/>
          </a:xfrm>
          <a:custGeom>
            <a:avLst/>
            <a:gdLst/>
            <a:ahLst/>
            <a:cxnLst/>
            <a:pathLst>
              <a:path w="557213" h="60008">
                <a:moveTo>
                  <a:pt x="0" y="0"/>
                </a:moveTo>
                <a:lnTo>
                  <a:pt x="557213" y="60008"/>
                </a:lnTo>
              </a:path>
            </a:pathLst>
          </a:custGeom>
          <a:noFill/>
          <a:ln w="19984">
            <a:solidFill>
              <a:srgbClr val="805431"/>
            </a:solidFill>
            <a:prstDash val="solid"/>
          </a:ln>
        </p:spPr>
      </p:sp>
      <p:sp>
        <p:nvSpPr>
          <p:cNvPr id="566" name="line-273"/>
          <p:cNvSpPr>
            <a:spLocks noGrp="1"/>
          </p:cNvSpPr>
          <p:nvPr/>
        </p:nvSpPr>
        <p:spPr>
          <a:xfrm>
            <a:off x="12194763" y="12048421"/>
            <a:ext cx="523780" cy="56407"/>
          </a:xfrm>
          <a:custGeom>
            <a:avLst/>
            <a:gdLst/>
            <a:ahLst/>
            <a:cxnLst/>
            <a:pathLst>
              <a:path w="557213" h="60007">
                <a:moveTo>
                  <a:pt x="0" y="0"/>
                </a:moveTo>
                <a:lnTo>
                  <a:pt x="557213" y="60007"/>
                </a:lnTo>
              </a:path>
            </a:pathLst>
          </a:custGeom>
          <a:noFill/>
          <a:ln w="19984">
            <a:solidFill>
              <a:srgbClr val="805431"/>
            </a:solidFill>
            <a:prstDash val="solid"/>
          </a:ln>
        </p:spPr>
      </p:sp>
      <p:sp>
        <p:nvSpPr>
          <p:cNvPr id="567" name="resource node"/>
          <p:cNvSpPr>
            <a:spLocks noGrp="1"/>
          </p:cNvSpPr>
          <p:nvPr/>
        </p:nvSpPr>
        <p:spPr>
          <a:xfrm>
            <a:off x="11650390" y="11971421"/>
            <a:ext cx="41186" cy="41186"/>
          </a:xfrm>
          <a:prstGeom prst="ellipse">
            <a:avLst/>
          </a:prstGeom>
          <a:solidFill>
            <a:srgbClr val="805431"/>
          </a:solidFill>
          <a:ln w="15543">
            <a:solidFill>
              <a:srgbClr val="805431"/>
            </a:solidFill>
          </a:ln>
        </p:spPr>
      </p:sp>
      <p:sp>
        <p:nvSpPr>
          <p:cNvPr id="568" name="resource node"/>
          <p:cNvSpPr>
            <a:spLocks noGrp="1"/>
          </p:cNvSpPr>
          <p:nvPr/>
        </p:nvSpPr>
        <p:spPr>
          <a:xfrm>
            <a:off x="12174169" y="12027827"/>
            <a:ext cx="41186" cy="41186"/>
          </a:xfrm>
          <a:prstGeom prst="ellipse">
            <a:avLst/>
          </a:prstGeom>
          <a:solidFill>
            <a:srgbClr val="805431"/>
          </a:solidFill>
          <a:ln w="15543">
            <a:solidFill>
              <a:srgbClr val="805431"/>
            </a:solidFill>
          </a:ln>
        </p:spPr>
      </p:sp>
      <p:sp>
        <p:nvSpPr>
          <p:cNvPr id="569" name="resource node"/>
          <p:cNvSpPr>
            <a:spLocks noGrp="1"/>
          </p:cNvSpPr>
          <p:nvPr/>
        </p:nvSpPr>
        <p:spPr>
          <a:xfrm>
            <a:off x="12697949" y="12084235"/>
            <a:ext cx="41186" cy="41186"/>
          </a:xfrm>
          <a:prstGeom prst="ellipse">
            <a:avLst/>
          </a:prstGeom>
          <a:solidFill>
            <a:srgbClr val="805431"/>
          </a:solidFill>
          <a:ln w="15543">
            <a:solidFill>
              <a:srgbClr val="805431"/>
            </a:solidFill>
          </a:ln>
        </p:spPr>
      </p:sp>
      <p:sp>
        <p:nvSpPr>
          <p:cNvPr id="570" name="line-274"/>
          <p:cNvSpPr>
            <a:spLocks noGrp="1"/>
          </p:cNvSpPr>
          <p:nvPr/>
        </p:nvSpPr>
        <p:spPr>
          <a:xfrm>
            <a:off x="11670983" y="12362688"/>
            <a:ext cx="1047559" cy="89"/>
          </a:xfrm>
          <a:custGeom>
            <a:avLst/>
            <a:gdLst/>
            <a:ahLst/>
            <a:cxnLst/>
            <a:pathLst>
              <a:path w="1114425" h="95">
                <a:moveTo>
                  <a:pt x="0" y="0"/>
                </a:moveTo>
                <a:lnTo>
                  <a:pt x="1114425" y="0"/>
                </a:lnTo>
              </a:path>
            </a:pathLst>
          </a:custGeom>
          <a:noFill/>
          <a:ln w="5820">
            <a:solidFill>
              <a:srgbClr val="B8C4CD"/>
            </a:solidFill>
            <a:prstDash val="solid"/>
          </a:ln>
        </p:spPr>
      </p:sp>
      <p:sp>
        <p:nvSpPr>
          <p:cNvPr id="571" name="line-275"/>
          <p:cNvSpPr>
            <a:spLocks noGrp="1"/>
          </p:cNvSpPr>
          <p:nvPr/>
        </p:nvSpPr>
        <p:spPr>
          <a:xfrm>
            <a:off x="11670983" y="12330455"/>
            <a:ext cx="523780" cy="16116"/>
          </a:xfrm>
          <a:custGeom>
            <a:avLst/>
            <a:gdLst/>
            <a:ahLst/>
            <a:cxnLst/>
            <a:pathLst>
              <a:path w="557213" h="17145">
                <a:moveTo>
                  <a:pt x="0" y="17145"/>
                </a:moveTo>
                <a:lnTo>
                  <a:pt x="557213" y="0"/>
                </a:lnTo>
              </a:path>
            </a:pathLst>
          </a:custGeom>
          <a:noFill/>
          <a:ln w="19984">
            <a:solidFill>
              <a:srgbClr val="805431"/>
            </a:solidFill>
            <a:prstDash val="solid"/>
          </a:ln>
        </p:spPr>
      </p:sp>
      <p:sp>
        <p:nvSpPr>
          <p:cNvPr id="572" name="line-276"/>
          <p:cNvSpPr>
            <a:spLocks noGrp="1"/>
          </p:cNvSpPr>
          <p:nvPr/>
        </p:nvSpPr>
        <p:spPr>
          <a:xfrm>
            <a:off x="12194763" y="12217641"/>
            <a:ext cx="523780" cy="112814"/>
          </a:xfrm>
          <a:custGeom>
            <a:avLst/>
            <a:gdLst/>
            <a:ahLst/>
            <a:cxnLst/>
            <a:pathLst>
              <a:path w="557213" h="120015">
                <a:moveTo>
                  <a:pt x="0" y="120015"/>
                </a:moveTo>
                <a:lnTo>
                  <a:pt x="557213" y="0"/>
                </a:lnTo>
              </a:path>
            </a:pathLst>
          </a:custGeom>
          <a:noFill/>
          <a:ln w="19984">
            <a:solidFill>
              <a:srgbClr val="805431"/>
            </a:solidFill>
            <a:prstDash val="solid"/>
          </a:ln>
        </p:spPr>
      </p:sp>
      <p:sp>
        <p:nvSpPr>
          <p:cNvPr id="573" name="resource node"/>
          <p:cNvSpPr>
            <a:spLocks noGrp="1"/>
          </p:cNvSpPr>
          <p:nvPr/>
        </p:nvSpPr>
        <p:spPr>
          <a:xfrm>
            <a:off x="11650390" y="12325979"/>
            <a:ext cx="41186" cy="41186"/>
          </a:xfrm>
          <a:prstGeom prst="ellipse">
            <a:avLst/>
          </a:prstGeom>
          <a:solidFill>
            <a:srgbClr val="805431"/>
          </a:solidFill>
          <a:ln w="15543">
            <a:solidFill>
              <a:srgbClr val="805431"/>
            </a:solidFill>
          </a:ln>
        </p:spPr>
      </p:sp>
      <p:sp>
        <p:nvSpPr>
          <p:cNvPr id="574" name="resource node"/>
          <p:cNvSpPr>
            <a:spLocks noGrp="1"/>
          </p:cNvSpPr>
          <p:nvPr/>
        </p:nvSpPr>
        <p:spPr>
          <a:xfrm>
            <a:off x="12174169" y="12309863"/>
            <a:ext cx="41186" cy="41186"/>
          </a:xfrm>
          <a:prstGeom prst="ellipse">
            <a:avLst/>
          </a:prstGeom>
          <a:solidFill>
            <a:srgbClr val="805431"/>
          </a:solidFill>
          <a:ln w="15543">
            <a:solidFill>
              <a:srgbClr val="805431"/>
            </a:solidFill>
          </a:ln>
        </p:spPr>
      </p:sp>
      <p:sp>
        <p:nvSpPr>
          <p:cNvPr id="575" name="resource node"/>
          <p:cNvSpPr>
            <a:spLocks noGrp="1"/>
          </p:cNvSpPr>
          <p:nvPr/>
        </p:nvSpPr>
        <p:spPr>
          <a:xfrm>
            <a:off x="12697949" y="12197049"/>
            <a:ext cx="41186" cy="41186"/>
          </a:xfrm>
          <a:prstGeom prst="ellipse">
            <a:avLst/>
          </a:prstGeom>
          <a:solidFill>
            <a:srgbClr val="805431"/>
          </a:solidFill>
          <a:ln w="15543">
            <a:solidFill>
              <a:srgbClr val="805431"/>
            </a:solidFill>
          </a:ln>
        </p:spPr>
      </p:sp>
      <p:sp>
        <p:nvSpPr>
          <p:cNvPr id="576" name="line-277"/>
          <p:cNvSpPr>
            <a:spLocks noGrp="1"/>
          </p:cNvSpPr>
          <p:nvPr/>
        </p:nvSpPr>
        <p:spPr>
          <a:xfrm>
            <a:off x="12834938" y="12067223"/>
            <a:ext cx="376047" cy="89"/>
          </a:xfrm>
          <a:custGeom>
            <a:avLst/>
            <a:gdLst/>
            <a:ahLst/>
            <a:cxnLst/>
            <a:pathLst>
              <a:path w="400050" h="95">
                <a:moveTo>
                  <a:pt x="0" y="0"/>
                </a:moveTo>
                <a:lnTo>
                  <a:pt x="400050" y="0"/>
                </a:lnTo>
              </a:path>
            </a:pathLst>
          </a:custGeom>
          <a:noFill/>
          <a:ln w="13323">
            <a:solidFill>
              <a:srgbClr val="805431"/>
            </a:solidFill>
            <a:prstDash val="solid"/>
          </a:ln>
        </p:spPr>
      </p:sp>
      <p:sp>
        <p:nvSpPr>
          <p:cNvPr id="577" name="line-278"/>
          <p:cNvSpPr>
            <a:spLocks noGrp="1"/>
          </p:cNvSpPr>
          <p:nvPr/>
        </p:nvSpPr>
        <p:spPr>
          <a:xfrm>
            <a:off x="13155393" y="12067223"/>
            <a:ext cx="55592" cy="28942"/>
          </a:xfrm>
          <a:custGeom>
            <a:avLst/>
            <a:gdLst/>
            <a:ahLst/>
            <a:cxnLst/>
            <a:pathLst>
              <a:path w="59140" h="30789">
                <a:moveTo>
                  <a:pt x="59140" y="0"/>
                </a:moveTo>
                <a:lnTo>
                  <a:pt x="0" y="30789"/>
                </a:lnTo>
              </a:path>
            </a:pathLst>
          </a:custGeom>
          <a:noFill/>
          <a:ln w="13323">
            <a:solidFill>
              <a:srgbClr val="805431"/>
            </a:solidFill>
            <a:prstDash val="solid"/>
          </a:ln>
        </p:spPr>
      </p:sp>
      <p:sp>
        <p:nvSpPr>
          <p:cNvPr id="578" name="line-279"/>
          <p:cNvSpPr>
            <a:spLocks noGrp="1"/>
          </p:cNvSpPr>
          <p:nvPr/>
        </p:nvSpPr>
        <p:spPr>
          <a:xfrm>
            <a:off x="13155393" y="12038281"/>
            <a:ext cx="55592" cy="28942"/>
          </a:xfrm>
          <a:custGeom>
            <a:avLst/>
            <a:gdLst/>
            <a:ahLst/>
            <a:cxnLst/>
            <a:pathLst>
              <a:path w="59140" h="30789">
                <a:moveTo>
                  <a:pt x="59140" y="30789"/>
                </a:moveTo>
                <a:lnTo>
                  <a:pt x="0" y="0"/>
                </a:lnTo>
              </a:path>
            </a:pathLst>
          </a:custGeom>
          <a:noFill/>
          <a:ln w="13323">
            <a:solidFill>
              <a:srgbClr val="805431"/>
            </a:solidFill>
            <a:prstDash val="solid"/>
          </a:ln>
        </p:spPr>
      </p:sp>
      <p:sp>
        <p:nvSpPr>
          <p:cNvPr id="579" name="resource node"/>
          <p:cNvSpPr>
            <a:spLocks noGrp="1"/>
          </p:cNvSpPr>
          <p:nvPr/>
        </p:nvSpPr>
        <p:spPr>
          <a:xfrm>
            <a:off x="13336333" y="11762804"/>
            <a:ext cx="53721" cy="53721"/>
          </a:xfrm>
          <a:prstGeom prst="ellipse">
            <a:avLst/>
          </a:prstGeom>
          <a:solidFill>
            <a:srgbClr val="BE936F"/>
          </a:solidFill>
          <a:ln w="15543">
            <a:solidFill>
              <a:srgbClr val="BE936F"/>
            </a:solidFill>
          </a:ln>
        </p:spPr>
      </p:sp>
      <p:sp>
        <p:nvSpPr>
          <p:cNvPr id="580" name="resource node"/>
          <p:cNvSpPr>
            <a:spLocks noGrp="1"/>
          </p:cNvSpPr>
          <p:nvPr/>
        </p:nvSpPr>
        <p:spPr>
          <a:xfrm>
            <a:off x="13488543" y="11718036"/>
            <a:ext cx="53721" cy="53721"/>
          </a:xfrm>
          <a:prstGeom prst="ellipse">
            <a:avLst/>
          </a:prstGeom>
          <a:solidFill>
            <a:srgbClr val="BE936F"/>
          </a:solidFill>
          <a:ln w="15543">
            <a:solidFill>
              <a:srgbClr val="BE936F"/>
            </a:solidFill>
          </a:ln>
        </p:spPr>
      </p:sp>
      <p:sp>
        <p:nvSpPr>
          <p:cNvPr id="581" name="resource node"/>
          <p:cNvSpPr>
            <a:spLocks noGrp="1"/>
          </p:cNvSpPr>
          <p:nvPr/>
        </p:nvSpPr>
        <p:spPr>
          <a:xfrm>
            <a:off x="13524357" y="11870245"/>
            <a:ext cx="53721" cy="53721"/>
          </a:xfrm>
          <a:prstGeom prst="ellipse">
            <a:avLst/>
          </a:prstGeom>
          <a:solidFill>
            <a:srgbClr val="BE936F"/>
          </a:solidFill>
          <a:ln w="15543">
            <a:solidFill>
              <a:srgbClr val="BE936F"/>
            </a:solidFill>
          </a:ln>
        </p:spPr>
      </p:sp>
      <p:sp>
        <p:nvSpPr>
          <p:cNvPr id="582" name="resource node"/>
          <p:cNvSpPr>
            <a:spLocks noGrp="1"/>
          </p:cNvSpPr>
          <p:nvPr/>
        </p:nvSpPr>
        <p:spPr>
          <a:xfrm>
            <a:off x="13354241" y="11915013"/>
            <a:ext cx="53721" cy="53721"/>
          </a:xfrm>
          <a:prstGeom prst="ellipse">
            <a:avLst/>
          </a:prstGeom>
          <a:solidFill>
            <a:srgbClr val="BE936F"/>
          </a:solidFill>
          <a:ln w="15543">
            <a:solidFill>
              <a:srgbClr val="BE936F"/>
            </a:solidFill>
          </a:ln>
        </p:spPr>
      </p:sp>
      <p:sp>
        <p:nvSpPr>
          <p:cNvPr id="583" name="resource node"/>
          <p:cNvSpPr>
            <a:spLocks noGrp="1"/>
          </p:cNvSpPr>
          <p:nvPr/>
        </p:nvSpPr>
        <p:spPr>
          <a:xfrm>
            <a:off x="13416915" y="11807571"/>
            <a:ext cx="53721" cy="53721"/>
          </a:xfrm>
          <a:prstGeom prst="ellipse">
            <a:avLst/>
          </a:prstGeom>
          <a:solidFill>
            <a:srgbClr val="BE936F"/>
          </a:solidFill>
          <a:ln w="15543">
            <a:solidFill>
              <a:srgbClr val="BE936F"/>
            </a:solidFill>
          </a:ln>
        </p:spPr>
      </p:sp>
      <p:sp>
        <p:nvSpPr>
          <p:cNvPr id="584" name="resource node"/>
          <p:cNvSpPr>
            <a:spLocks noGrp="1"/>
          </p:cNvSpPr>
          <p:nvPr/>
        </p:nvSpPr>
        <p:spPr>
          <a:xfrm>
            <a:off x="13401695" y="11792351"/>
            <a:ext cx="84163" cy="84163"/>
          </a:xfrm>
          <a:prstGeom prst="ellipse">
            <a:avLst/>
          </a:prstGeom>
          <a:solidFill>
            <a:srgbClr val="FFFFFF"/>
          </a:solidFill>
          <a:ln w="15543">
            <a:solidFill>
              <a:srgbClr val="805431"/>
            </a:solidFill>
          </a:ln>
        </p:spPr>
      </p:sp>
      <p:sp>
        <p:nvSpPr>
          <p:cNvPr id="585" name="resource node"/>
          <p:cNvSpPr>
            <a:spLocks noGrp="1"/>
          </p:cNvSpPr>
          <p:nvPr/>
        </p:nvSpPr>
        <p:spPr>
          <a:xfrm>
            <a:off x="13792962" y="11950827"/>
            <a:ext cx="53721" cy="53721"/>
          </a:xfrm>
          <a:prstGeom prst="ellipse">
            <a:avLst/>
          </a:prstGeom>
          <a:solidFill>
            <a:srgbClr val="9B6840"/>
          </a:solidFill>
          <a:ln w="15543">
            <a:solidFill>
              <a:srgbClr val="9B6840"/>
            </a:solidFill>
          </a:ln>
        </p:spPr>
      </p:sp>
      <p:sp>
        <p:nvSpPr>
          <p:cNvPr id="586" name="resource node"/>
          <p:cNvSpPr>
            <a:spLocks noGrp="1"/>
          </p:cNvSpPr>
          <p:nvPr/>
        </p:nvSpPr>
        <p:spPr>
          <a:xfrm>
            <a:off x="13945172" y="11906060"/>
            <a:ext cx="53721" cy="53721"/>
          </a:xfrm>
          <a:prstGeom prst="ellipse">
            <a:avLst/>
          </a:prstGeom>
          <a:solidFill>
            <a:srgbClr val="9B6840"/>
          </a:solidFill>
          <a:ln w="15543">
            <a:solidFill>
              <a:srgbClr val="9B6840"/>
            </a:solidFill>
          </a:ln>
        </p:spPr>
      </p:sp>
      <p:sp>
        <p:nvSpPr>
          <p:cNvPr id="587" name="resource node"/>
          <p:cNvSpPr>
            <a:spLocks noGrp="1"/>
          </p:cNvSpPr>
          <p:nvPr/>
        </p:nvSpPr>
        <p:spPr>
          <a:xfrm>
            <a:off x="13980986" y="12058269"/>
            <a:ext cx="53721" cy="53721"/>
          </a:xfrm>
          <a:prstGeom prst="ellipse">
            <a:avLst/>
          </a:prstGeom>
          <a:solidFill>
            <a:srgbClr val="9B6840"/>
          </a:solidFill>
          <a:ln w="15543">
            <a:solidFill>
              <a:srgbClr val="9B6840"/>
            </a:solidFill>
          </a:ln>
        </p:spPr>
      </p:sp>
      <p:sp>
        <p:nvSpPr>
          <p:cNvPr id="588" name="resource node"/>
          <p:cNvSpPr>
            <a:spLocks noGrp="1"/>
          </p:cNvSpPr>
          <p:nvPr/>
        </p:nvSpPr>
        <p:spPr>
          <a:xfrm>
            <a:off x="13810869" y="12103036"/>
            <a:ext cx="53721" cy="53721"/>
          </a:xfrm>
          <a:prstGeom prst="ellipse">
            <a:avLst/>
          </a:prstGeom>
          <a:solidFill>
            <a:srgbClr val="9B6840"/>
          </a:solidFill>
          <a:ln w="15543">
            <a:solidFill>
              <a:srgbClr val="9B6840"/>
            </a:solidFill>
          </a:ln>
        </p:spPr>
      </p:sp>
      <p:sp>
        <p:nvSpPr>
          <p:cNvPr id="589" name="resource node"/>
          <p:cNvSpPr>
            <a:spLocks noGrp="1"/>
          </p:cNvSpPr>
          <p:nvPr/>
        </p:nvSpPr>
        <p:spPr>
          <a:xfrm>
            <a:off x="13873544" y="11995595"/>
            <a:ext cx="53721" cy="53721"/>
          </a:xfrm>
          <a:prstGeom prst="ellipse">
            <a:avLst/>
          </a:prstGeom>
          <a:solidFill>
            <a:srgbClr val="9B6840"/>
          </a:solidFill>
          <a:ln w="15543">
            <a:solidFill>
              <a:srgbClr val="9B6840"/>
            </a:solidFill>
          </a:ln>
        </p:spPr>
      </p:sp>
      <p:sp>
        <p:nvSpPr>
          <p:cNvPr id="590" name="resource node"/>
          <p:cNvSpPr>
            <a:spLocks noGrp="1"/>
          </p:cNvSpPr>
          <p:nvPr/>
        </p:nvSpPr>
        <p:spPr>
          <a:xfrm>
            <a:off x="13858323" y="11980374"/>
            <a:ext cx="84163" cy="84163"/>
          </a:xfrm>
          <a:prstGeom prst="ellipse">
            <a:avLst/>
          </a:prstGeom>
          <a:solidFill>
            <a:srgbClr val="FFFFFF"/>
          </a:solidFill>
          <a:ln w="15543">
            <a:solidFill>
              <a:srgbClr val="805431"/>
            </a:solidFill>
          </a:ln>
        </p:spPr>
      </p:sp>
      <p:sp>
        <p:nvSpPr>
          <p:cNvPr id="591" name="resource node"/>
          <p:cNvSpPr>
            <a:spLocks noGrp="1"/>
          </p:cNvSpPr>
          <p:nvPr/>
        </p:nvSpPr>
        <p:spPr>
          <a:xfrm>
            <a:off x="13416915" y="12282107"/>
            <a:ext cx="53721" cy="53721"/>
          </a:xfrm>
          <a:prstGeom prst="ellipse">
            <a:avLst/>
          </a:prstGeom>
          <a:solidFill>
            <a:srgbClr val="734624"/>
          </a:solidFill>
          <a:ln w="15543">
            <a:solidFill>
              <a:srgbClr val="734624"/>
            </a:solidFill>
          </a:ln>
        </p:spPr>
      </p:sp>
      <p:sp>
        <p:nvSpPr>
          <p:cNvPr id="592" name="resource node"/>
          <p:cNvSpPr>
            <a:spLocks noGrp="1"/>
          </p:cNvSpPr>
          <p:nvPr/>
        </p:nvSpPr>
        <p:spPr>
          <a:xfrm>
            <a:off x="13569125" y="12237339"/>
            <a:ext cx="53721" cy="53721"/>
          </a:xfrm>
          <a:prstGeom prst="ellipse">
            <a:avLst/>
          </a:prstGeom>
          <a:solidFill>
            <a:srgbClr val="734624"/>
          </a:solidFill>
          <a:ln w="15543">
            <a:solidFill>
              <a:srgbClr val="734624"/>
            </a:solidFill>
          </a:ln>
        </p:spPr>
      </p:sp>
      <p:sp>
        <p:nvSpPr>
          <p:cNvPr id="593" name="resource node"/>
          <p:cNvSpPr>
            <a:spLocks noGrp="1"/>
          </p:cNvSpPr>
          <p:nvPr/>
        </p:nvSpPr>
        <p:spPr>
          <a:xfrm>
            <a:off x="13604939" y="12389548"/>
            <a:ext cx="53721" cy="53721"/>
          </a:xfrm>
          <a:prstGeom prst="ellipse">
            <a:avLst/>
          </a:prstGeom>
          <a:solidFill>
            <a:srgbClr val="734624"/>
          </a:solidFill>
          <a:ln w="15543">
            <a:solidFill>
              <a:srgbClr val="734624"/>
            </a:solidFill>
          </a:ln>
        </p:spPr>
      </p:sp>
      <p:sp>
        <p:nvSpPr>
          <p:cNvPr id="594" name="resource node"/>
          <p:cNvSpPr>
            <a:spLocks noGrp="1"/>
          </p:cNvSpPr>
          <p:nvPr/>
        </p:nvSpPr>
        <p:spPr>
          <a:xfrm>
            <a:off x="13434822" y="12434316"/>
            <a:ext cx="53721" cy="53721"/>
          </a:xfrm>
          <a:prstGeom prst="ellipse">
            <a:avLst/>
          </a:prstGeom>
          <a:solidFill>
            <a:srgbClr val="734624"/>
          </a:solidFill>
          <a:ln w="15543">
            <a:solidFill>
              <a:srgbClr val="734624"/>
            </a:solidFill>
          </a:ln>
        </p:spPr>
      </p:sp>
      <p:sp>
        <p:nvSpPr>
          <p:cNvPr id="595" name="resource node"/>
          <p:cNvSpPr>
            <a:spLocks noGrp="1"/>
          </p:cNvSpPr>
          <p:nvPr/>
        </p:nvSpPr>
        <p:spPr>
          <a:xfrm>
            <a:off x="13497497" y="12326874"/>
            <a:ext cx="53721" cy="53721"/>
          </a:xfrm>
          <a:prstGeom prst="ellipse">
            <a:avLst/>
          </a:prstGeom>
          <a:solidFill>
            <a:srgbClr val="734624"/>
          </a:solidFill>
          <a:ln w="15543">
            <a:solidFill>
              <a:srgbClr val="734624"/>
            </a:solidFill>
          </a:ln>
        </p:spPr>
      </p:sp>
      <p:sp>
        <p:nvSpPr>
          <p:cNvPr id="596" name="resource node"/>
          <p:cNvSpPr>
            <a:spLocks noGrp="1"/>
          </p:cNvSpPr>
          <p:nvPr/>
        </p:nvSpPr>
        <p:spPr>
          <a:xfrm>
            <a:off x="13482276" y="12311654"/>
            <a:ext cx="84163" cy="84163"/>
          </a:xfrm>
          <a:prstGeom prst="ellipse">
            <a:avLst/>
          </a:prstGeom>
          <a:solidFill>
            <a:srgbClr val="FFFFFF"/>
          </a:solidFill>
          <a:ln w="15543">
            <a:solidFill>
              <a:srgbClr val="805431"/>
            </a:solidFill>
          </a:ln>
        </p:spPr>
      </p:sp>
      <p:sp>
        <p:nvSpPr>
          <p:cNvPr id="597" name="k-means"/>
          <p:cNvSpPr>
            <a:spLocks noGrp="1"/>
          </p:cNvSpPr>
          <p:nvPr/>
        </p:nvSpPr>
        <p:spPr>
          <a:xfrm>
            <a:off x="13193078" y="11333036"/>
            <a:ext cx="1002792" cy="250698"/>
          </a:xfrm>
          <a:prstGeom prst="rect">
            <a:avLst/>
          </a:prstGeom>
          <a:noFill/>
          <a:ln w="0">
            <a:noFill/>
          </a:ln>
        </p:spPr>
        <p:txBody>
          <a:bodyPr wrap="none" lIns="0" tIns="0" rIns="0" bIns="0" anchor="ctr">
            <a:noAutofit/>
          </a:bodyPr>
          <a:lstStyle>
            <a:defPPr algn="ctr">
              <a:defRPr sz="1777" b="0" i="1">
                <a:solidFill>
                  <a:srgbClr val="805431"/>
                </a:solidFill>
                <a:latin typeface="Times New Roman" panose="02020503050405090304"/>
                <a:ea typeface="Times New Roman" panose="02020503050405090304"/>
                <a:cs typeface="Times New Roman" panose="02020503050405090304"/>
              </a:defRPr>
            </a:defPPr>
          </a:lstStyle>
          <a:p>
            <a:pPr algn="ctr">
              <a:defRPr sz="1777" b="0" i="1">
                <a:solidFill>
                  <a:srgbClr val="805431"/>
                </a:solidFill>
                <a:latin typeface="Times New Roman" panose="02020503050405090304"/>
                <a:ea typeface="Times New Roman" panose="02020503050405090304"/>
                <a:cs typeface="Times New Roman" panose="02020503050405090304"/>
              </a:defRPr>
            </a:pPr>
            <a:r>
              <a:rPr sz="1777" b="0" i="1">
                <a:solidFill>
                  <a:srgbClr val="805431"/>
                </a:solidFill>
                <a:latin typeface="Times New Roman" panose="02020503050405090304"/>
                <a:ea typeface="Times New Roman" panose="02020503050405090304"/>
                <a:cs typeface="Times New Roman" panose="02020503050405090304"/>
              </a:rPr>
              <a:t>k-means</a:t>
            </a:r>
            <a:endParaRPr sz="1777" b="0" i="1">
              <a:solidFill>
                <a:srgbClr val="805431"/>
              </a:solidFill>
              <a:latin typeface="Times New Roman" panose="02020503050405090304"/>
              <a:ea typeface="Times New Roman" panose="02020503050405090304"/>
              <a:cs typeface="Times New Roman" panose="02020503050405090304"/>
            </a:endParaRPr>
          </a:p>
        </p:txBody>
      </p:sp>
      <p:sp>
        <p:nvSpPr>
          <p:cNvPr id="598" name="line-280"/>
          <p:cNvSpPr>
            <a:spLocks noGrp="1"/>
          </p:cNvSpPr>
          <p:nvPr/>
        </p:nvSpPr>
        <p:spPr>
          <a:xfrm>
            <a:off x="14142149" y="12067223"/>
            <a:ext cx="393954" cy="89"/>
          </a:xfrm>
          <a:custGeom>
            <a:avLst/>
            <a:gdLst/>
            <a:ahLst/>
            <a:cxnLst/>
            <a:pathLst>
              <a:path w="419100" h="95">
                <a:moveTo>
                  <a:pt x="0" y="0"/>
                </a:moveTo>
                <a:lnTo>
                  <a:pt x="419100" y="0"/>
                </a:lnTo>
              </a:path>
            </a:pathLst>
          </a:custGeom>
          <a:noFill/>
          <a:ln w="13323">
            <a:solidFill>
              <a:srgbClr val="805431"/>
            </a:solidFill>
            <a:prstDash val="solid"/>
          </a:ln>
        </p:spPr>
      </p:sp>
      <p:sp>
        <p:nvSpPr>
          <p:cNvPr id="599" name="line-281"/>
          <p:cNvSpPr>
            <a:spLocks noGrp="1"/>
          </p:cNvSpPr>
          <p:nvPr/>
        </p:nvSpPr>
        <p:spPr>
          <a:xfrm>
            <a:off x="14480511" y="12067223"/>
            <a:ext cx="55592" cy="28942"/>
          </a:xfrm>
          <a:custGeom>
            <a:avLst/>
            <a:gdLst/>
            <a:ahLst/>
            <a:cxnLst/>
            <a:pathLst>
              <a:path w="59140" h="30789">
                <a:moveTo>
                  <a:pt x="59140" y="0"/>
                </a:moveTo>
                <a:lnTo>
                  <a:pt x="0" y="30789"/>
                </a:lnTo>
              </a:path>
            </a:pathLst>
          </a:custGeom>
          <a:noFill/>
          <a:ln w="13323">
            <a:solidFill>
              <a:srgbClr val="805431"/>
            </a:solidFill>
            <a:prstDash val="solid"/>
          </a:ln>
        </p:spPr>
      </p:sp>
      <p:sp>
        <p:nvSpPr>
          <p:cNvPr id="600" name="line-282"/>
          <p:cNvSpPr>
            <a:spLocks noGrp="1"/>
          </p:cNvSpPr>
          <p:nvPr/>
        </p:nvSpPr>
        <p:spPr>
          <a:xfrm>
            <a:off x="14480511" y="12038281"/>
            <a:ext cx="55592" cy="28942"/>
          </a:xfrm>
          <a:custGeom>
            <a:avLst/>
            <a:gdLst/>
            <a:ahLst/>
            <a:cxnLst/>
            <a:pathLst>
              <a:path w="59140" h="30789">
                <a:moveTo>
                  <a:pt x="59140" y="30789"/>
                </a:moveTo>
                <a:lnTo>
                  <a:pt x="0" y="0"/>
                </a:lnTo>
              </a:path>
            </a:pathLst>
          </a:custGeom>
          <a:noFill/>
          <a:ln w="13323">
            <a:solidFill>
              <a:srgbClr val="805431"/>
            </a:solidFill>
            <a:prstDash val="solid"/>
          </a:ln>
        </p:spPr>
      </p:sp>
      <p:sp>
        <p:nvSpPr>
          <p:cNvPr id="601" name="line-283"/>
          <p:cNvSpPr>
            <a:spLocks noGrp="1"/>
          </p:cNvSpPr>
          <p:nvPr/>
        </p:nvSpPr>
        <p:spPr>
          <a:xfrm>
            <a:off x="14724126" y="11879199"/>
            <a:ext cx="832676" cy="89"/>
          </a:xfrm>
          <a:custGeom>
            <a:avLst/>
            <a:gdLst/>
            <a:ahLst/>
            <a:cxnLst/>
            <a:pathLst>
              <a:path w="885825" h="95">
                <a:moveTo>
                  <a:pt x="0" y="0"/>
                </a:moveTo>
                <a:lnTo>
                  <a:pt x="885825" y="0"/>
                </a:lnTo>
              </a:path>
            </a:pathLst>
          </a:custGeom>
          <a:noFill/>
          <a:ln w="5820">
            <a:solidFill>
              <a:srgbClr val="B8C4CD"/>
            </a:solidFill>
            <a:prstDash val="solid"/>
          </a:ln>
        </p:spPr>
      </p:sp>
      <p:sp>
        <p:nvSpPr>
          <p:cNvPr id="602" name="line-284"/>
          <p:cNvSpPr>
            <a:spLocks noGrp="1"/>
          </p:cNvSpPr>
          <p:nvPr/>
        </p:nvSpPr>
        <p:spPr>
          <a:xfrm>
            <a:off x="14724126" y="11750269"/>
            <a:ext cx="416338" cy="112814"/>
          </a:xfrm>
          <a:custGeom>
            <a:avLst/>
            <a:gdLst/>
            <a:ahLst/>
            <a:cxnLst/>
            <a:pathLst>
              <a:path w="442913" h="120015">
                <a:moveTo>
                  <a:pt x="0" y="120015"/>
                </a:moveTo>
                <a:lnTo>
                  <a:pt x="442913" y="0"/>
                </a:lnTo>
              </a:path>
            </a:pathLst>
          </a:custGeom>
          <a:noFill/>
          <a:ln w="19984">
            <a:solidFill>
              <a:srgbClr val="805431"/>
            </a:solidFill>
            <a:prstDash val="solid"/>
          </a:ln>
        </p:spPr>
      </p:sp>
      <p:sp>
        <p:nvSpPr>
          <p:cNvPr id="603" name="line-285"/>
          <p:cNvSpPr>
            <a:spLocks noGrp="1"/>
          </p:cNvSpPr>
          <p:nvPr/>
        </p:nvSpPr>
        <p:spPr>
          <a:xfrm>
            <a:off x="15140464" y="11750269"/>
            <a:ext cx="416338" cy="64465"/>
          </a:xfrm>
          <a:custGeom>
            <a:avLst/>
            <a:gdLst/>
            <a:ahLst/>
            <a:cxnLst/>
            <a:pathLst>
              <a:path w="442913" h="68580">
                <a:moveTo>
                  <a:pt x="0" y="0"/>
                </a:moveTo>
                <a:lnTo>
                  <a:pt x="442913" y="68580"/>
                </a:lnTo>
              </a:path>
            </a:pathLst>
          </a:custGeom>
          <a:noFill/>
          <a:ln w="19984">
            <a:solidFill>
              <a:srgbClr val="805431"/>
            </a:solidFill>
            <a:prstDash val="solid"/>
          </a:ln>
        </p:spPr>
      </p:sp>
      <p:sp>
        <p:nvSpPr>
          <p:cNvPr id="604" name="resource node"/>
          <p:cNvSpPr>
            <a:spLocks noGrp="1"/>
          </p:cNvSpPr>
          <p:nvPr/>
        </p:nvSpPr>
        <p:spPr>
          <a:xfrm>
            <a:off x="14703533" y="11842490"/>
            <a:ext cx="41186" cy="41186"/>
          </a:xfrm>
          <a:prstGeom prst="ellipse">
            <a:avLst/>
          </a:prstGeom>
          <a:solidFill>
            <a:srgbClr val="805431"/>
          </a:solidFill>
          <a:ln w="15543">
            <a:solidFill>
              <a:srgbClr val="805431"/>
            </a:solidFill>
          </a:ln>
        </p:spPr>
      </p:sp>
      <p:sp>
        <p:nvSpPr>
          <p:cNvPr id="605" name="resource node"/>
          <p:cNvSpPr>
            <a:spLocks noGrp="1"/>
          </p:cNvSpPr>
          <p:nvPr/>
        </p:nvSpPr>
        <p:spPr>
          <a:xfrm>
            <a:off x="15119871" y="11729676"/>
            <a:ext cx="41186" cy="41186"/>
          </a:xfrm>
          <a:prstGeom prst="ellipse">
            <a:avLst/>
          </a:prstGeom>
          <a:solidFill>
            <a:srgbClr val="805431"/>
          </a:solidFill>
          <a:ln w="15543">
            <a:solidFill>
              <a:srgbClr val="805431"/>
            </a:solidFill>
          </a:ln>
        </p:spPr>
      </p:sp>
      <p:sp>
        <p:nvSpPr>
          <p:cNvPr id="606" name="resource node"/>
          <p:cNvSpPr>
            <a:spLocks noGrp="1"/>
          </p:cNvSpPr>
          <p:nvPr/>
        </p:nvSpPr>
        <p:spPr>
          <a:xfrm>
            <a:off x="15536209" y="11794141"/>
            <a:ext cx="41186" cy="41186"/>
          </a:xfrm>
          <a:prstGeom prst="ellipse">
            <a:avLst/>
          </a:prstGeom>
          <a:solidFill>
            <a:srgbClr val="805431"/>
          </a:solidFill>
          <a:ln w="15543">
            <a:solidFill>
              <a:srgbClr val="805431"/>
            </a:solidFill>
          </a:ln>
        </p:spPr>
      </p:sp>
      <p:sp>
        <p:nvSpPr>
          <p:cNvPr id="607" name="line-286"/>
          <p:cNvSpPr>
            <a:spLocks noGrp="1"/>
          </p:cNvSpPr>
          <p:nvPr/>
        </p:nvSpPr>
        <p:spPr>
          <a:xfrm>
            <a:off x="14724126" y="12120944"/>
            <a:ext cx="832676" cy="89"/>
          </a:xfrm>
          <a:custGeom>
            <a:avLst/>
            <a:gdLst/>
            <a:ahLst/>
            <a:cxnLst/>
            <a:pathLst>
              <a:path w="885825" h="95">
                <a:moveTo>
                  <a:pt x="0" y="0"/>
                </a:moveTo>
                <a:lnTo>
                  <a:pt x="885825" y="0"/>
                </a:lnTo>
              </a:path>
            </a:pathLst>
          </a:custGeom>
          <a:noFill/>
          <a:ln w="5820">
            <a:solidFill>
              <a:srgbClr val="B8C4CD"/>
            </a:solidFill>
            <a:prstDash val="solid"/>
          </a:ln>
        </p:spPr>
      </p:sp>
      <p:sp>
        <p:nvSpPr>
          <p:cNvPr id="608" name="line-287"/>
          <p:cNvSpPr>
            <a:spLocks noGrp="1"/>
          </p:cNvSpPr>
          <p:nvPr/>
        </p:nvSpPr>
        <p:spPr>
          <a:xfrm>
            <a:off x="14724126" y="11992013"/>
            <a:ext cx="416338" cy="56408"/>
          </a:xfrm>
          <a:custGeom>
            <a:avLst/>
            <a:gdLst/>
            <a:ahLst/>
            <a:cxnLst/>
            <a:pathLst>
              <a:path w="442913" h="60008">
                <a:moveTo>
                  <a:pt x="0" y="0"/>
                </a:moveTo>
                <a:lnTo>
                  <a:pt x="442913" y="60008"/>
                </a:lnTo>
              </a:path>
            </a:pathLst>
          </a:custGeom>
          <a:noFill/>
          <a:ln w="19984">
            <a:solidFill>
              <a:srgbClr val="805431"/>
            </a:solidFill>
            <a:prstDash val="solid"/>
          </a:ln>
        </p:spPr>
      </p:sp>
      <p:sp>
        <p:nvSpPr>
          <p:cNvPr id="609" name="line-288"/>
          <p:cNvSpPr>
            <a:spLocks noGrp="1"/>
          </p:cNvSpPr>
          <p:nvPr/>
        </p:nvSpPr>
        <p:spPr>
          <a:xfrm>
            <a:off x="15140464" y="12048421"/>
            <a:ext cx="416338" cy="56407"/>
          </a:xfrm>
          <a:custGeom>
            <a:avLst/>
            <a:gdLst/>
            <a:ahLst/>
            <a:cxnLst/>
            <a:pathLst>
              <a:path w="442913" h="60007">
                <a:moveTo>
                  <a:pt x="0" y="0"/>
                </a:moveTo>
                <a:lnTo>
                  <a:pt x="442913" y="60007"/>
                </a:lnTo>
              </a:path>
            </a:pathLst>
          </a:custGeom>
          <a:noFill/>
          <a:ln w="19984">
            <a:solidFill>
              <a:srgbClr val="805431"/>
            </a:solidFill>
            <a:prstDash val="solid"/>
          </a:ln>
        </p:spPr>
      </p:sp>
      <p:sp>
        <p:nvSpPr>
          <p:cNvPr id="610" name="resource node"/>
          <p:cNvSpPr>
            <a:spLocks noGrp="1"/>
          </p:cNvSpPr>
          <p:nvPr/>
        </p:nvSpPr>
        <p:spPr>
          <a:xfrm>
            <a:off x="14703533" y="11971421"/>
            <a:ext cx="41186" cy="41186"/>
          </a:xfrm>
          <a:prstGeom prst="ellipse">
            <a:avLst/>
          </a:prstGeom>
          <a:solidFill>
            <a:srgbClr val="805431"/>
          </a:solidFill>
          <a:ln w="15543">
            <a:solidFill>
              <a:srgbClr val="805431"/>
            </a:solidFill>
          </a:ln>
        </p:spPr>
      </p:sp>
      <p:sp>
        <p:nvSpPr>
          <p:cNvPr id="611" name="resource node"/>
          <p:cNvSpPr>
            <a:spLocks noGrp="1"/>
          </p:cNvSpPr>
          <p:nvPr/>
        </p:nvSpPr>
        <p:spPr>
          <a:xfrm>
            <a:off x="15119871" y="12027827"/>
            <a:ext cx="41186" cy="41186"/>
          </a:xfrm>
          <a:prstGeom prst="ellipse">
            <a:avLst/>
          </a:prstGeom>
          <a:solidFill>
            <a:srgbClr val="805431"/>
          </a:solidFill>
          <a:ln w="15543">
            <a:solidFill>
              <a:srgbClr val="805431"/>
            </a:solidFill>
          </a:ln>
        </p:spPr>
      </p:sp>
      <p:sp>
        <p:nvSpPr>
          <p:cNvPr id="612" name="resource node"/>
          <p:cNvSpPr>
            <a:spLocks noGrp="1"/>
          </p:cNvSpPr>
          <p:nvPr/>
        </p:nvSpPr>
        <p:spPr>
          <a:xfrm>
            <a:off x="15536209" y="12084235"/>
            <a:ext cx="41186" cy="41186"/>
          </a:xfrm>
          <a:prstGeom prst="ellipse">
            <a:avLst/>
          </a:prstGeom>
          <a:solidFill>
            <a:srgbClr val="805431"/>
          </a:solidFill>
          <a:ln w="15543">
            <a:solidFill>
              <a:srgbClr val="805431"/>
            </a:solidFill>
          </a:ln>
        </p:spPr>
      </p:sp>
      <p:sp>
        <p:nvSpPr>
          <p:cNvPr id="613" name="line-289"/>
          <p:cNvSpPr>
            <a:spLocks noGrp="1"/>
          </p:cNvSpPr>
          <p:nvPr/>
        </p:nvSpPr>
        <p:spPr>
          <a:xfrm>
            <a:off x="14724126" y="12362688"/>
            <a:ext cx="832676" cy="89"/>
          </a:xfrm>
          <a:custGeom>
            <a:avLst/>
            <a:gdLst/>
            <a:ahLst/>
            <a:cxnLst/>
            <a:pathLst>
              <a:path w="885825" h="95">
                <a:moveTo>
                  <a:pt x="0" y="0"/>
                </a:moveTo>
                <a:lnTo>
                  <a:pt x="885825" y="0"/>
                </a:lnTo>
              </a:path>
            </a:pathLst>
          </a:custGeom>
          <a:noFill/>
          <a:ln w="5820">
            <a:solidFill>
              <a:srgbClr val="B8C4CD"/>
            </a:solidFill>
            <a:prstDash val="solid"/>
          </a:ln>
        </p:spPr>
      </p:sp>
      <p:sp>
        <p:nvSpPr>
          <p:cNvPr id="614" name="line-290"/>
          <p:cNvSpPr>
            <a:spLocks noGrp="1"/>
          </p:cNvSpPr>
          <p:nvPr/>
        </p:nvSpPr>
        <p:spPr>
          <a:xfrm>
            <a:off x="14724126" y="12330455"/>
            <a:ext cx="416338" cy="16116"/>
          </a:xfrm>
          <a:custGeom>
            <a:avLst/>
            <a:gdLst/>
            <a:ahLst/>
            <a:cxnLst/>
            <a:pathLst>
              <a:path w="442913" h="17145">
                <a:moveTo>
                  <a:pt x="0" y="17145"/>
                </a:moveTo>
                <a:lnTo>
                  <a:pt x="442913" y="0"/>
                </a:lnTo>
              </a:path>
            </a:pathLst>
          </a:custGeom>
          <a:noFill/>
          <a:ln w="19984">
            <a:solidFill>
              <a:srgbClr val="805431"/>
            </a:solidFill>
            <a:prstDash val="solid"/>
          </a:ln>
        </p:spPr>
      </p:sp>
      <p:sp>
        <p:nvSpPr>
          <p:cNvPr id="615" name="line-291"/>
          <p:cNvSpPr>
            <a:spLocks noGrp="1"/>
          </p:cNvSpPr>
          <p:nvPr/>
        </p:nvSpPr>
        <p:spPr>
          <a:xfrm>
            <a:off x="15140464" y="12217641"/>
            <a:ext cx="416338" cy="112814"/>
          </a:xfrm>
          <a:custGeom>
            <a:avLst/>
            <a:gdLst/>
            <a:ahLst/>
            <a:cxnLst/>
            <a:pathLst>
              <a:path w="442913" h="120015">
                <a:moveTo>
                  <a:pt x="0" y="120015"/>
                </a:moveTo>
                <a:lnTo>
                  <a:pt x="442913" y="0"/>
                </a:lnTo>
              </a:path>
            </a:pathLst>
          </a:custGeom>
          <a:noFill/>
          <a:ln w="19984">
            <a:solidFill>
              <a:srgbClr val="805431"/>
            </a:solidFill>
            <a:prstDash val="solid"/>
          </a:ln>
        </p:spPr>
      </p:sp>
      <p:sp>
        <p:nvSpPr>
          <p:cNvPr id="616" name="resource node"/>
          <p:cNvSpPr>
            <a:spLocks noGrp="1"/>
          </p:cNvSpPr>
          <p:nvPr/>
        </p:nvSpPr>
        <p:spPr>
          <a:xfrm>
            <a:off x="14703533" y="12325979"/>
            <a:ext cx="41186" cy="41186"/>
          </a:xfrm>
          <a:prstGeom prst="ellipse">
            <a:avLst/>
          </a:prstGeom>
          <a:solidFill>
            <a:srgbClr val="805431"/>
          </a:solidFill>
          <a:ln w="15543">
            <a:solidFill>
              <a:srgbClr val="805431"/>
            </a:solidFill>
          </a:ln>
        </p:spPr>
      </p:sp>
      <p:sp>
        <p:nvSpPr>
          <p:cNvPr id="617" name="resource node"/>
          <p:cNvSpPr>
            <a:spLocks noGrp="1"/>
          </p:cNvSpPr>
          <p:nvPr/>
        </p:nvSpPr>
        <p:spPr>
          <a:xfrm>
            <a:off x="15119871" y="12309863"/>
            <a:ext cx="41186" cy="41186"/>
          </a:xfrm>
          <a:prstGeom prst="ellipse">
            <a:avLst/>
          </a:prstGeom>
          <a:solidFill>
            <a:srgbClr val="805431"/>
          </a:solidFill>
          <a:ln w="15543">
            <a:solidFill>
              <a:srgbClr val="805431"/>
            </a:solidFill>
          </a:ln>
        </p:spPr>
      </p:sp>
      <p:sp>
        <p:nvSpPr>
          <p:cNvPr id="618" name="resource node"/>
          <p:cNvSpPr>
            <a:spLocks noGrp="1"/>
          </p:cNvSpPr>
          <p:nvPr/>
        </p:nvSpPr>
        <p:spPr>
          <a:xfrm>
            <a:off x="15536209" y="12197049"/>
            <a:ext cx="41186" cy="41186"/>
          </a:xfrm>
          <a:prstGeom prst="ellipse">
            <a:avLst/>
          </a:prstGeom>
          <a:solidFill>
            <a:srgbClr val="805431"/>
          </a:solidFill>
          <a:ln w="15543">
            <a:solidFill>
              <a:srgbClr val="805431"/>
            </a:solidFill>
          </a:ln>
        </p:spPr>
      </p:sp>
      <p:sp>
        <p:nvSpPr>
          <p:cNvPr id="619" name="…"/>
          <p:cNvSpPr>
            <a:spLocks noGrp="1"/>
          </p:cNvSpPr>
          <p:nvPr/>
        </p:nvSpPr>
        <p:spPr>
          <a:xfrm>
            <a:off x="15637383" y="11995595"/>
            <a:ext cx="223838" cy="205930"/>
          </a:xfrm>
          <a:prstGeom prst="rect">
            <a:avLst/>
          </a:prstGeom>
          <a:noFill/>
          <a:ln w="0">
            <a:noFill/>
          </a:ln>
        </p:spPr>
        <p:txBody>
          <a:bodyPr wrap="none" lIns="0" tIns="0" rIns="0" bIns="0" anchor="ctr">
            <a:noAutofit/>
          </a:bodyPr>
          <a:lstStyle>
            <a:defPPr algn="ctr">
              <a:defRPr sz="1551" b="0" i="0">
                <a:solidFill>
                  <a:srgbClr val="805431"/>
                </a:solidFill>
                <a:latin typeface="Times New Roman" panose="02020503050405090304"/>
                <a:ea typeface="Times New Roman" panose="02020503050405090304"/>
                <a:cs typeface="Times New Roman" panose="02020503050405090304"/>
              </a:defRPr>
            </a:defPPr>
          </a:lstStyle>
          <a:p>
            <a:pPr algn="ctr">
              <a:defRPr sz="1551" b="0" i="0">
                <a:solidFill>
                  <a:srgbClr val="805431"/>
                </a:solidFill>
                <a:latin typeface="Times New Roman" panose="02020503050405090304"/>
                <a:ea typeface="Times New Roman" panose="02020503050405090304"/>
                <a:cs typeface="Times New Roman" panose="02020503050405090304"/>
              </a:defRPr>
            </a:pPr>
            <a:r>
              <a:rPr sz="1551" b="0" i="0">
                <a:solidFill>
                  <a:srgbClr val="805431"/>
                </a:solidFill>
                <a:latin typeface="Times New Roman" panose="02020503050405090304"/>
                <a:ea typeface="Times New Roman" panose="02020503050405090304"/>
                <a:cs typeface="Times New Roman" panose="02020503050405090304"/>
              </a:rPr>
              <a:t>…</a:t>
            </a:r>
            <a:endParaRPr sz="1551" b="0" i="0">
              <a:solidFill>
                <a:srgbClr val="805431"/>
              </a:solidFill>
              <a:latin typeface="Times New Roman" panose="02020503050405090304"/>
              <a:ea typeface="Times New Roman" panose="02020503050405090304"/>
              <a:cs typeface="Times New Roman" panose="02020503050405090304"/>
            </a:endParaRPr>
          </a:p>
        </p:txBody>
      </p:sp>
      <p:sp>
        <p:nvSpPr>
          <p:cNvPr id="620" name="16 prototypes P"/>
          <p:cNvSpPr>
            <a:spLocks noGrp="1"/>
          </p:cNvSpPr>
          <p:nvPr/>
        </p:nvSpPr>
        <p:spPr>
          <a:xfrm>
            <a:off x="14527149" y="12496991"/>
            <a:ext cx="1369886" cy="241745"/>
          </a:xfrm>
          <a:prstGeom prst="rect">
            <a:avLst/>
          </a:prstGeom>
          <a:noFill/>
          <a:ln w="0">
            <a:noFill/>
          </a:ln>
        </p:spPr>
        <p:txBody>
          <a:bodyPr wrap="none" lIns="0" tIns="0" rIns="0" bIns="0" anchor="ctr">
            <a:noAutofit/>
          </a:bodyPr>
          <a:lstStyle>
            <a:defPPr algn="ctr">
              <a:defRPr sz="1674" b="0" i="0">
                <a:solidFill>
                  <a:srgbClr val="805431"/>
                </a:solidFill>
                <a:latin typeface="Times New Roman" panose="02020503050405090304"/>
                <a:ea typeface="Times New Roman" panose="02020503050405090304"/>
                <a:cs typeface="Times New Roman" panose="02020503050405090304"/>
              </a:defRPr>
            </a:defPPr>
          </a:lstStyle>
          <a:p>
            <a:pPr algn="ctr">
              <a:defRPr sz="1674" b="0" i="0">
                <a:solidFill>
                  <a:srgbClr val="805431"/>
                </a:solidFill>
                <a:latin typeface="Times New Roman" panose="02020503050405090304"/>
                <a:ea typeface="Times New Roman" panose="02020503050405090304"/>
                <a:cs typeface="Times New Roman" panose="02020503050405090304"/>
              </a:defRPr>
            </a:pPr>
            <a:r>
              <a:rPr sz="1674" b="0" i="0">
                <a:solidFill>
                  <a:srgbClr val="805431"/>
                </a:solidFill>
                <a:latin typeface="Times New Roman" panose="02020503050405090304"/>
                <a:ea typeface="Times New Roman" panose="02020503050405090304"/>
                <a:cs typeface="Times New Roman" panose="02020503050405090304"/>
              </a:rPr>
              <a:t>16 prototypes P</a:t>
            </a:r>
            <a:endParaRPr sz="1674" b="0" i="0">
              <a:solidFill>
                <a:srgbClr val="805431"/>
              </a:solidFill>
              <a:latin typeface="Times New Roman" panose="02020503050405090304"/>
              <a:ea typeface="Times New Roman" panose="02020503050405090304"/>
              <a:cs typeface="Times New Roman" panose="02020503050405090304"/>
            </a:endParaRPr>
          </a:p>
        </p:txBody>
      </p:sp>
      <p:sp>
        <p:nvSpPr>
          <p:cNvPr id="621" name="Earlier precursor"/>
          <p:cNvSpPr>
            <a:spLocks noGrp="1"/>
          </p:cNvSpPr>
          <p:nvPr/>
        </p:nvSpPr>
        <p:spPr>
          <a:xfrm>
            <a:off x="11015282" y="14206919"/>
            <a:ext cx="1540193" cy="224028"/>
          </a:xfrm>
          <a:prstGeom prst="rect">
            <a:avLst/>
          </a:prstGeom>
          <a:noFill/>
          <a:ln w="0">
            <a:noFill/>
          </a:ln>
        </p:spPr>
        <p:txBody>
          <a:bodyPr wrap="none" lIns="0" tIns="0" rIns="0" bIns="0" anchor="ctr">
            <a:noAutofit/>
          </a:bodyPr>
          <a:lstStyle>
            <a:defPPr algn="ctr">
              <a:defRPr sz="1654" b="0" i="0">
                <a:solidFill>
                  <a:srgbClr val="315F46"/>
                </a:solidFill>
                <a:latin typeface="Times New Roman" panose="02020503050405090304"/>
                <a:ea typeface="Times New Roman" panose="02020503050405090304"/>
                <a:cs typeface="Times New Roman" panose="02020503050405090304"/>
              </a:defRPr>
            </a:defPPr>
          </a:lstStyle>
          <a:p>
            <a:pPr algn="ctr">
              <a:defRPr sz="1654" b="0" i="0">
                <a:solidFill>
                  <a:srgbClr val="315F46"/>
                </a:solidFill>
                <a:latin typeface="Times New Roman" panose="02020503050405090304"/>
                <a:ea typeface="Times New Roman" panose="02020503050405090304"/>
                <a:cs typeface="Times New Roman" panose="02020503050405090304"/>
              </a:defRPr>
            </a:pPr>
            <a:r>
              <a:rPr sz="1654" b="0" i="0">
                <a:solidFill>
                  <a:srgbClr val="315F46"/>
                </a:solidFill>
                <a:latin typeface="Times New Roman" panose="02020503050405090304"/>
                <a:ea typeface="Times New Roman" panose="02020503050405090304"/>
                <a:cs typeface="Times New Roman" panose="02020503050405090304"/>
              </a:rPr>
              <a:t>Earlier precursor</a:t>
            </a:r>
            <a:endParaRPr sz="1654" b="0" i="0">
              <a:solidFill>
                <a:srgbClr val="315F46"/>
              </a:solidFill>
              <a:latin typeface="Times New Roman" panose="02020503050405090304"/>
              <a:ea typeface="Times New Roman" panose="02020503050405090304"/>
              <a:cs typeface="Times New Roman" panose="02020503050405090304"/>
            </a:endParaRPr>
          </a:p>
        </p:txBody>
      </p:sp>
      <p:sp>
        <p:nvSpPr>
          <p:cNvPr id="622" name="Later constraint"/>
          <p:cNvSpPr>
            <a:spLocks noGrp="1"/>
          </p:cNvSpPr>
          <p:nvPr/>
        </p:nvSpPr>
        <p:spPr>
          <a:xfrm>
            <a:off x="11015282" y="14673644"/>
            <a:ext cx="1540193" cy="224028"/>
          </a:xfrm>
          <a:prstGeom prst="rect">
            <a:avLst/>
          </a:prstGeom>
          <a:noFill/>
          <a:ln w="0">
            <a:noFill/>
          </a:ln>
        </p:spPr>
        <p:txBody>
          <a:bodyPr wrap="none" lIns="0" tIns="0" rIns="0" bIns="0" anchor="ctr">
            <a:noAutofit/>
          </a:bodyPr>
          <a:lstStyle>
            <a:defPPr algn="ctr">
              <a:defRPr sz="1654" b="0" i="0">
                <a:solidFill>
                  <a:srgbClr val="315F46"/>
                </a:solidFill>
                <a:latin typeface="Times New Roman" panose="02020503050405090304"/>
                <a:ea typeface="Times New Roman" panose="02020503050405090304"/>
                <a:cs typeface="Times New Roman" panose="02020503050405090304"/>
              </a:defRPr>
            </a:defPPr>
          </a:lstStyle>
          <a:p>
            <a:pPr algn="ctr">
              <a:defRPr sz="1654" b="0" i="0">
                <a:solidFill>
                  <a:srgbClr val="315F46"/>
                </a:solidFill>
                <a:latin typeface="Times New Roman" panose="02020503050405090304"/>
                <a:ea typeface="Times New Roman" panose="02020503050405090304"/>
                <a:cs typeface="Times New Roman" panose="02020503050405090304"/>
              </a:defRPr>
            </a:pPr>
            <a:r>
              <a:rPr sz="1654" b="0" i="0">
                <a:solidFill>
                  <a:srgbClr val="315F46"/>
                </a:solidFill>
                <a:latin typeface="Times New Roman" panose="02020503050405090304"/>
                <a:ea typeface="Times New Roman" panose="02020503050405090304"/>
                <a:cs typeface="Times New Roman" panose="02020503050405090304"/>
              </a:rPr>
              <a:t>Later constraint</a:t>
            </a:r>
            <a:endParaRPr sz="1654" b="0" i="0">
              <a:solidFill>
                <a:srgbClr val="315F46"/>
              </a:solidFill>
              <a:latin typeface="Times New Roman" panose="02020503050405090304"/>
              <a:ea typeface="Times New Roman" panose="02020503050405090304"/>
              <a:cs typeface="Times New Roman" panose="02020503050405090304"/>
            </a:endParaRPr>
          </a:p>
        </p:txBody>
      </p:sp>
      <p:sp>
        <p:nvSpPr>
          <p:cNvPr id="623" name="line-292"/>
          <p:cNvSpPr>
            <a:spLocks noGrp="1"/>
          </p:cNvSpPr>
          <p:nvPr/>
        </p:nvSpPr>
        <p:spPr>
          <a:xfrm>
            <a:off x="12770168" y="14430947"/>
            <a:ext cx="3425761" cy="93"/>
          </a:xfrm>
          <a:custGeom>
            <a:avLst/>
            <a:gdLst/>
            <a:ahLst/>
            <a:cxnLst/>
            <a:pathLst>
              <a:path w="3495675" h="95">
                <a:moveTo>
                  <a:pt x="0" y="0"/>
                </a:moveTo>
                <a:lnTo>
                  <a:pt x="3495675" y="0"/>
                </a:lnTo>
              </a:path>
            </a:pathLst>
          </a:custGeom>
          <a:noFill/>
          <a:ln w="6535">
            <a:solidFill>
              <a:srgbClr val="D2DAD5"/>
            </a:solidFill>
            <a:prstDash val="solid"/>
          </a:ln>
        </p:spPr>
      </p:sp>
      <p:sp>
        <p:nvSpPr>
          <p:cNvPr id="624" name="line-293"/>
          <p:cNvSpPr>
            <a:spLocks noGrp="1"/>
          </p:cNvSpPr>
          <p:nvPr/>
        </p:nvSpPr>
        <p:spPr>
          <a:xfrm>
            <a:off x="12770168" y="14430947"/>
            <a:ext cx="479607" cy="93"/>
          </a:xfrm>
          <a:custGeom>
            <a:avLst/>
            <a:gdLst/>
            <a:ahLst/>
            <a:cxnLst/>
            <a:pathLst>
              <a:path w="489395" h="95">
                <a:moveTo>
                  <a:pt x="0" y="0"/>
                </a:moveTo>
                <a:lnTo>
                  <a:pt x="489395" y="0"/>
                </a:lnTo>
              </a:path>
            </a:pathLst>
          </a:custGeom>
          <a:noFill/>
          <a:ln w="20835">
            <a:solidFill>
              <a:srgbClr val="315F46"/>
            </a:solidFill>
            <a:prstDash val="solid"/>
          </a:ln>
        </p:spPr>
      </p:sp>
      <p:sp>
        <p:nvSpPr>
          <p:cNvPr id="625" name="line-294"/>
          <p:cNvSpPr>
            <a:spLocks noGrp="1"/>
          </p:cNvSpPr>
          <p:nvPr/>
        </p:nvSpPr>
        <p:spPr>
          <a:xfrm>
            <a:off x="13249775" y="14197584"/>
            <a:ext cx="93" cy="233363"/>
          </a:xfrm>
          <a:custGeom>
            <a:avLst/>
            <a:gdLst/>
            <a:ahLst/>
            <a:cxnLst/>
            <a:pathLst>
              <a:path w="95" h="238125">
                <a:moveTo>
                  <a:pt x="0" y="238125"/>
                </a:moveTo>
                <a:lnTo>
                  <a:pt x="0" y="0"/>
                </a:lnTo>
              </a:path>
            </a:pathLst>
          </a:custGeom>
          <a:noFill/>
          <a:ln w="20835">
            <a:solidFill>
              <a:srgbClr val="315F46"/>
            </a:solidFill>
            <a:prstDash val="solid"/>
          </a:ln>
        </p:spPr>
      </p:sp>
      <p:sp>
        <p:nvSpPr>
          <p:cNvPr id="626" name="line-295"/>
          <p:cNvSpPr>
            <a:spLocks noGrp="1"/>
          </p:cNvSpPr>
          <p:nvPr/>
        </p:nvSpPr>
        <p:spPr>
          <a:xfrm>
            <a:off x="13249775" y="14197584"/>
            <a:ext cx="822183" cy="93"/>
          </a:xfrm>
          <a:custGeom>
            <a:avLst/>
            <a:gdLst/>
            <a:ahLst/>
            <a:cxnLst/>
            <a:pathLst>
              <a:path w="838962" h="95">
                <a:moveTo>
                  <a:pt x="0" y="0"/>
                </a:moveTo>
                <a:lnTo>
                  <a:pt x="838962" y="0"/>
                </a:lnTo>
              </a:path>
            </a:pathLst>
          </a:custGeom>
          <a:noFill/>
          <a:ln w="20835">
            <a:solidFill>
              <a:srgbClr val="315F46"/>
            </a:solidFill>
            <a:prstDash val="solid"/>
          </a:ln>
        </p:spPr>
      </p:sp>
      <p:sp>
        <p:nvSpPr>
          <p:cNvPr id="627" name="line-296"/>
          <p:cNvSpPr>
            <a:spLocks noGrp="1"/>
          </p:cNvSpPr>
          <p:nvPr/>
        </p:nvSpPr>
        <p:spPr>
          <a:xfrm>
            <a:off x="14071957" y="14197584"/>
            <a:ext cx="93" cy="233363"/>
          </a:xfrm>
          <a:custGeom>
            <a:avLst/>
            <a:gdLst/>
            <a:ahLst/>
            <a:cxnLst/>
            <a:pathLst>
              <a:path w="95" h="238125">
                <a:moveTo>
                  <a:pt x="0" y="0"/>
                </a:moveTo>
                <a:lnTo>
                  <a:pt x="0" y="238125"/>
                </a:lnTo>
              </a:path>
            </a:pathLst>
          </a:custGeom>
          <a:noFill/>
          <a:ln w="20835">
            <a:solidFill>
              <a:srgbClr val="315F46"/>
            </a:solidFill>
            <a:prstDash val="solid"/>
          </a:ln>
        </p:spPr>
      </p:sp>
      <p:sp>
        <p:nvSpPr>
          <p:cNvPr id="628" name="line-297"/>
          <p:cNvSpPr>
            <a:spLocks noGrp="1"/>
          </p:cNvSpPr>
          <p:nvPr/>
        </p:nvSpPr>
        <p:spPr>
          <a:xfrm>
            <a:off x="14071957" y="14430947"/>
            <a:ext cx="2123972" cy="93"/>
          </a:xfrm>
          <a:custGeom>
            <a:avLst/>
            <a:gdLst/>
            <a:ahLst/>
            <a:cxnLst/>
            <a:pathLst>
              <a:path w="2167318" h="95">
                <a:moveTo>
                  <a:pt x="0" y="0"/>
                </a:moveTo>
                <a:lnTo>
                  <a:pt x="2167318" y="0"/>
                </a:lnTo>
              </a:path>
            </a:pathLst>
          </a:custGeom>
          <a:noFill/>
          <a:ln w="20835">
            <a:solidFill>
              <a:srgbClr val="315F46"/>
            </a:solidFill>
            <a:prstDash val="solid"/>
          </a:ln>
        </p:spPr>
      </p:sp>
      <p:sp>
        <p:nvSpPr>
          <p:cNvPr id="629" name="line-298"/>
          <p:cNvSpPr>
            <a:spLocks noGrp="1"/>
          </p:cNvSpPr>
          <p:nvPr/>
        </p:nvSpPr>
        <p:spPr>
          <a:xfrm>
            <a:off x="12770168" y="14897672"/>
            <a:ext cx="3425761" cy="93"/>
          </a:xfrm>
          <a:custGeom>
            <a:avLst/>
            <a:gdLst/>
            <a:ahLst/>
            <a:cxnLst/>
            <a:pathLst>
              <a:path w="3495675" h="95">
                <a:moveTo>
                  <a:pt x="0" y="0"/>
                </a:moveTo>
                <a:lnTo>
                  <a:pt x="3495675" y="0"/>
                </a:lnTo>
              </a:path>
            </a:pathLst>
          </a:custGeom>
          <a:noFill/>
          <a:ln w="6535">
            <a:solidFill>
              <a:srgbClr val="D2DAD5"/>
            </a:solidFill>
            <a:prstDash val="solid"/>
          </a:ln>
        </p:spPr>
      </p:sp>
      <p:sp>
        <p:nvSpPr>
          <p:cNvPr id="630" name="line-299"/>
          <p:cNvSpPr>
            <a:spLocks noGrp="1"/>
          </p:cNvSpPr>
          <p:nvPr/>
        </p:nvSpPr>
        <p:spPr>
          <a:xfrm>
            <a:off x="12770168" y="14897672"/>
            <a:ext cx="1918426" cy="93"/>
          </a:xfrm>
          <a:custGeom>
            <a:avLst/>
            <a:gdLst/>
            <a:ahLst/>
            <a:cxnLst/>
            <a:pathLst>
              <a:path w="1957578" h="95">
                <a:moveTo>
                  <a:pt x="0" y="0"/>
                </a:moveTo>
                <a:lnTo>
                  <a:pt x="1957578" y="0"/>
                </a:lnTo>
              </a:path>
            </a:pathLst>
          </a:custGeom>
          <a:noFill/>
          <a:ln w="20835">
            <a:solidFill>
              <a:srgbClr val="315F46"/>
            </a:solidFill>
            <a:prstDash val="solid"/>
          </a:ln>
        </p:spPr>
      </p:sp>
      <p:sp>
        <p:nvSpPr>
          <p:cNvPr id="631" name="line-300"/>
          <p:cNvSpPr>
            <a:spLocks noGrp="1"/>
          </p:cNvSpPr>
          <p:nvPr/>
        </p:nvSpPr>
        <p:spPr>
          <a:xfrm>
            <a:off x="14688594" y="14664309"/>
            <a:ext cx="93" cy="233363"/>
          </a:xfrm>
          <a:custGeom>
            <a:avLst/>
            <a:gdLst/>
            <a:ahLst/>
            <a:cxnLst/>
            <a:pathLst>
              <a:path w="95" h="238125">
                <a:moveTo>
                  <a:pt x="0" y="238125"/>
                </a:moveTo>
                <a:lnTo>
                  <a:pt x="0" y="0"/>
                </a:lnTo>
              </a:path>
            </a:pathLst>
          </a:custGeom>
          <a:noFill/>
          <a:ln w="20835">
            <a:solidFill>
              <a:srgbClr val="315F46"/>
            </a:solidFill>
            <a:prstDash val="solid"/>
          </a:ln>
        </p:spPr>
      </p:sp>
      <p:sp>
        <p:nvSpPr>
          <p:cNvPr id="632" name="line-301"/>
          <p:cNvSpPr>
            <a:spLocks noGrp="1"/>
          </p:cNvSpPr>
          <p:nvPr/>
        </p:nvSpPr>
        <p:spPr>
          <a:xfrm>
            <a:off x="14688594" y="14664309"/>
            <a:ext cx="924955" cy="93"/>
          </a:xfrm>
          <a:custGeom>
            <a:avLst/>
            <a:gdLst/>
            <a:ahLst/>
            <a:cxnLst/>
            <a:pathLst>
              <a:path w="943832" h="95">
                <a:moveTo>
                  <a:pt x="0" y="0"/>
                </a:moveTo>
                <a:lnTo>
                  <a:pt x="943832" y="0"/>
                </a:lnTo>
              </a:path>
            </a:pathLst>
          </a:custGeom>
          <a:noFill/>
          <a:ln w="20835">
            <a:solidFill>
              <a:srgbClr val="315F46"/>
            </a:solidFill>
            <a:prstDash val="solid"/>
          </a:ln>
        </p:spPr>
      </p:sp>
      <p:sp>
        <p:nvSpPr>
          <p:cNvPr id="633" name="line-302"/>
          <p:cNvSpPr>
            <a:spLocks noGrp="1"/>
          </p:cNvSpPr>
          <p:nvPr/>
        </p:nvSpPr>
        <p:spPr>
          <a:xfrm>
            <a:off x="15613549" y="14664309"/>
            <a:ext cx="93" cy="233363"/>
          </a:xfrm>
          <a:custGeom>
            <a:avLst/>
            <a:gdLst/>
            <a:ahLst/>
            <a:cxnLst/>
            <a:pathLst>
              <a:path w="95" h="238125">
                <a:moveTo>
                  <a:pt x="0" y="0"/>
                </a:moveTo>
                <a:lnTo>
                  <a:pt x="0" y="238125"/>
                </a:lnTo>
              </a:path>
            </a:pathLst>
          </a:custGeom>
          <a:noFill/>
          <a:ln w="20835">
            <a:solidFill>
              <a:srgbClr val="315F46"/>
            </a:solidFill>
            <a:prstDash val="solid"/>
          </a:ln>
        </p:spPr>
      </p:sp>
      <p:sp>
        <p:nvSpPr>
          <p:cNvPr id="634" name="line-303"/>
          <p:cNvSpPr>
            <a:spLocks noGrp="1"/>
          </p:cNvSpPr>
          <p:nvPr/>
        </p:nvSpPr>
        <p:spPr>
          <a:xfrm>
            <a:off x="15613549" y="14897672"/>
            <a:ext cx="582380" cy="93"/>
          </a:xfrm>
          <a:custGeom>
            <a:avLst/>
            <a:gdLst/>
            <a:ahLst/>
            <a:cxnLst/>
            <a:pathLst>
              <a:path w="594265" h="95">
                <a:moveTo>
                  <a:pt x="0" y="0"/>
                </a:moveTo>
                <a:lnTo>
                  <a:pt x="594265" y="0"/>
                </a:lnTo>
              </a:path>
            </a:pathLst>
          </a:custGeom>
          <a:noFill/>
          <a:ln w="20835">
            <a:solidFill>
              <a:srgbClr val="315F46"/>
            </a:solidFill>
            <a:prstDash val="solid"/>
          </a:ln>
        </p:spPr>
      </p:sp>
      <p:sp>
        <p:nvSpPr>
          <p:cNvPr id="635" name="line-304"/>
          <p:cNvSpPr>
            <a:spLocks noGrp="1"/>
          </p:cNvSpPr>
          <p:nvPr/>
        </p:nvSpPr>
        <p:spPr>
          <a:xfrm>
            <a:off x="13246227" y="14150912"/>
            <a:ext cx="93" cy="924116"/>
          </a:xfrm>
          <a:custGeom>
            <a:avLst/>
            <a:gdLst/>
            <a:ahLst/>
            <a:cxnLst/>
            <a:pathLst>
              <a:path w="95" h="942975">
                <a:moveTo>
                  <a:pt x="0" y="0"/>
                </a:moveTo>
                <a:lnTo>
                  <a:pt x="0" y="942975"/>
                </a:lnTo>
              </a:path>
            </a:pathLst>
          </a:custGeom>
          <a:noFill/>
          <a:ln w="7468">
            <a:solidFill>
              <a:srgbClr val="ABC2B3"/>
            </a:solidFill>
            <a:prstDash val="dash"/>
          </a:ln>
        </p:spPr>
      </p:sp>
      <p:sp>
        <p:nvSpPr>
          <p:cNvPr id="636" name="line-305"/>
          <p:cNvSpPr>
            <a:spLocks noGrp="1"/>
          </p:cNvSpPr>
          <p:nvPr/>
        </p:nvSpPr>
        <p:spPr>
          <a:xfrm>
            <a:off x="14693075" y="14617637"/>
            <a:ext cx="93" cy="457390"/>
          </a:xfrm>
          <a:custGeom>
            <a:avLst/>
            <a:gdLst/>
            <a:ahLst/>
            <a:cxnLst/>
            <a:pathLst>
              <a:path w="95" h="466725">
                <a:moveTo>
                  <a:pt x="0" y="0"/>
                </a:moveTo>
                <a:lnTo>
                  <a:pt x="0" y="466725"/>
                </a:lnTo>
              </a:path>
            </a:pathLst>
          </a:custGeom>
          <a:noFill/>
          <a:ln w="7468">
            <a:solidFill>
              <a:srgbClr val="ABC2B3"/>
            </a:solidFill>
            <a:prstDash val="dash"/>
          </a:ln>
        </p:spPr>
      </p:sp>
      <p:sp>
        <p:nvSpPr>
          <p:cNvPr id="637" name="line-306"/>
          <p:cNvSpPr>
            <a:spLocks noGrp="1"/>
          </p:cNvSpPr>
          <p:nvPr/>
        </p:nvSpPr>
        <p:spPr>
          <a:xfrm>
            <a:off x="13246227" y="15037689"/>
            <a:ext cx="1446848" cy="93"/>
          </a:xfrm>
          <a:custGeom>
            <a:avLst/>
            <a:gdLst/>
            <a:ahLst/>
            <a:cxnLst/>
            <a:pathLst>
              <a:path w="1476375" h="95">
                <a:moveTo>
                  <a:pt x="0" y="0"/>
                </a:moveTo>
                <a:lnTo>
                  <a:pt x="1476375" y="0"/>
                </a:lnTo>
              </a:path>
            </a:pathLst>
          </a:custGeom>
          <a:noFill/>
          <a:ln w="12733">
            <a:solidFill>
              <a:srgbClr val="315F46"/>
            </a:solidFill>
            <a:prstDash val="solid"/>
          </a:ln>
        </p:spPr>
      </p:sp>
      <p:sp>
        <p:nvSpPr>
          <p:cNvPr id="638" name="line-307"/>
          <p:cNvSpPr>
            <a:spLocks noGrp="1"/>
          </p:cNvSpPr>
          <p:nvPr/>
        </p:nvSpPr>
        <p:spPr>
          <a:xfrm>
            <a:off x="14635117" y="15037689"/>
            <a:ext cx="57957" cy="30173"/>
          </a:xfrm>
          <a:custGeom>
            <a:avLst/>
            <a:gdLst/>
            <a:ahLst/>
            <a:cxnLst/>
            <a:pathLst>
              <a:path w="59140" h="30789">
                <a:moveTo>
                  <a:pt x="59140" y="0"/>
                </a:moveTo>
                <a:lnTo>
                  <a:pt x="0" y="30789"/>
                </a:lnTo>
              </a:path>
            </a:pathLst>
          </a:custGeom>
          <a:noFill/>
          <a:ln w="12733">
            <a:solidFill>
              <a:srgbClr val="315F46"/>
            </a:solidFill>
            <a:prstDash val="solid"/>
          </a:ln>
        </p:spPr>
      </p:sp>
      <p:sp>
        <p:nvSpPr>
          <p:cNvPr id="639" name="line-308"/>
          <p:cNvSpPr>
            <a:spLocks noGrp="1"/>
          </p:cNvSpPr>
          <p:nvPr/>
        </p:nvSpPr>
        <p:spPr>
          <a:xfrm>
            <a:off x="14635117" y="15007516"/>
            <a:ext cx="57957" cy="30173"/>
          </a:xfrm>
          <a:custGeom>
            <a:avLst/>
            <a:gdLst/>
            <a:ahLst/>
            <a:cxnLst/>
            <a:pathLst>
              <a:path w="59140" h="30789">
                <a:moveTo>
                  <a:pt x="59140" y="30789"/>
                </a:moveTo>
                <a:lnTo>
                  <a:pt x="0" y="0"/>
                </a:lnTo>
              </a:path>
            </a:pathLst>
          </a:custGeom>
          <a:noFill/>
          <a:ln w="12733">
            <a:solidFill>
              <a:srgbClr val="315F46"/>
            </a:solidFill>
            <a:prstDash val="solid"/>
          </a:ln>
        </p:spPr>
      </p:sp>
      <p:sp>
        <p:nvSpPr>
          <p:cNvPr id="640" name="lag"/>
          <p:cNvSpPr>
            <a:spLocks noGrp="1"/>
          </p:cNvSpPr>
          <p:nvPr/>
        </p:nvSpPr>
        <p:spPr>
          <a:xfrm>
            <a:off x="13750290" y="15075027"/>
            <a:ext cx="597408" cy="196024"/>
          </a:xfrm>
          <a:prstGeom prst="rect">
            <a:avLst/>
          </a:prstGeom>
          <a:noFill/>
          <a:ln w="0">
            <a:noFill/>
          </a:ln>
        </p:spPr>
        <p:txBody>
          <a:bodyPr wrap="none" lIns="0" tIns="0" rIns="0" bIns="0" anchor="ctr">
            <a:noAutofit/>
          </a:bodyPr>
          <a:lstStyle>
            <a:defPPr algn="ctr">
              <a:defRPr sz="1470" b="0" i="1">
                <a:solidFill>
                  <a:srgbClr val="315F46"/>
                </a:solidFill>
                <a:latin typeface="Times New Roman" panose="02020503050405090304"/>
                <a:ea typeface="Times New Roman" panose="02020503050405090304"/>
                <a:cs typeface="Times New Roman" panose="02020503050405090304"/>
              </a:defRPr>
            </a:defPPr>
          </a:lstStyle>
          <a:p>
            <a:pPr algn="ctr">
              <a:defRPr sz="1470" b="0" i="1">
                <a:solidFill>
                  <a:srgbClr val="315F46"/>
                </a:solidFill>
                <a:latin typeface="Times New Roman" panose="02020503050405090304"/>
                <a:ea typeface="Times New Roman" panose="02020503050405090304"/>
                <a:cs typeface="Times New Roman" panose="02020503050405090304"/>
              </a:defRPr>
            </a:pPr>
            <a:r>
              <a:rPr sz="1470" b="0" i="1">
                <a:solidFill>
                  <a:srgbClr val="315F46"/>
                </a:solidFill>
                <a:latin typeface="Times New Roman" panose="02020503050405090304"/>
                <a:ea typeface="Times New Roman" panose="02020503050405090304"/>
                <a:cs typeface="Times New Roman" panose="02020503050405090304"/>
              </a:rPr>
              <a:t>lag</a:t>
            </a:r>
            <a:endParaRPr sz="1470" b="0" i="1">
              <a:solidFill>
                <a:srgbClr val="315F46"/>
              </a:solidFill>
              <a:latin typeface="Times New Roman" panose="02020503050405090304"/>
              <a:ea typeface="Times New Roman" panose="02020503050405090304"/>
              <a:cs typeface="Times New Roman" panose="02020503050405090304"/>
            </a:endParaRPr>
          </a:p>
        </p:txBody>
      </p:sp>
      <p:sp>
        <p:nvSpPr>
          <p:cNvPr id="641" name="Pattern matching"/>
          <p:cNvSpPr>
            <a:spLocks noGrp="1"/>
          </p:cNvSpPr>
          <p:nvPr/>
        </p:nvSpPr>
        <p:spPr>
          <a:xfrm>
            <a:off x="10996613" y="15765018"/>
            <a:ext cx="2622995" cy="261366"/>
          </a:xfrm>
          <a:prstGeom prst="rect">
            <a:avLst/>
          </a:prstGeom>
          <a:noFill/>
          <a:ln w="0">
            <a:noFill/>
          </a:ln>
        </p:spPr>
        <p:txBody>
          <a:bodyPr wrap="none" lIns="0" tIns="0" rIns="0" bIns="0" anchor="ctr">
            <a:noAutofit/>
          </a:bodyPr>
          <a:lstStyle>
            <a:defPPr algn="ctr">
              <a:defRPr sz="1940" b="1" i="0">
                <a:solidFill>
                  <a:srgbClr val="315F46"/>
                </a:solidFill>
                <a:latin typeface="Times New Roman" panose="02020503050405090304"/>
                <a:ea typeface="Times New Roman" panose="02020503050405090304"/>
                <a:cs typeface="Times New Roman" panose="02020503050405090304"/>
              </a:defRPr>
            </a:defPPr>
          </a:lstStyle>
          <a:p>
            <a:pPr algn="ctr">
              <a:defRPr sz="1940" b="1" i="0">
                <a:solidFill>
                  <a:srgbClr val="315F46"/>
                </a:solidFill>
                <a:latin typeface="Times New Roman" panose="02020503050405090304"/>
                <a:ea typeface="Times New Roman" panose="02020503050405090304"/>
                <a:cs typeface="Times New Roman" panose="02020503050405090304"/>
              </a:defRPr>
            </a:pPr>
            <a:r>
              <a:rPr sz="1940" b="1" i="0">
                <a:solidFill>
                  <a:srgbClr val="315F46"/>
                </a:solidFill>
                <a:latin typeface="Times New Roman" panose="02020503050405090304"/>
                <a:ea typeface="Times New Roman" panose="02020503050405090304"/>
                <a:cs typeface="Times New Roman" panose="02020503050405090304"/>
              </a:rPr>
              <a:t>Pattern matching</a:t>
            </a:r>
            <a:endParaRPr sz="1940" b="1" i="0">
              <a:solidFill>
                <a:srgbClr val="315F46"/>
              </a:solidFill>
              <a:latin typeface="Times New Roman" panose="02020503050405090304"/>
              <a:ea typeface="Times New Roman" panose="02020503050405090304"/>
              <a:cs typeface="Times New Roman" panose="02020503050405090304"/>
            </a:endParaRPr>
          </a:p>
        </p:txBody>
      </p:sp>
      <p:sp>
        <p:nvSpPr>
          <p:cNvPr id="642" name="Queue query patch"/>
          <p:cNvSpPr>
            <a:spLocks noGrp="1"/>
          </p:cNvSpPr>
          <p:nvPr/>
        </p:nvSpPr>
        <p:spPr>
          <a:xfrm>
            <a:off x="11061954" y="16091726"/>
            <a:ext cx="1605534" cy="224028"/>
          </a:xfrm>
          <a:prstGeom prst="rect">
            <a:avLst/>
          </a:prstGeom>
          <a:noFill/>
          <a:ln w="0">
            <a:noFill/>
          </a:ln>
        </p:spPr>
        <p:txBody>
          <a:bodyPr wrap="none" lIns="0" tIns="0" rIns="0" bIns="0" anchor="ctr">
            <a:noAutofit/>
          </a:bodyPr>
          <a:lstStyle>
            <a:defPPr algn="ctr">
              <a:defRPr sz="1654" b="0" i="0">
                <a:solidFill>
                  <a:srgbClr val="1B1B1B"/>
                </a:solidFill>
                <a:latin typeface="Times New Roman" panose="02020503050405090304"/>
                <a:ea typeface="Times New Roman" panose="02020503050405090304"/>
                <a:cs typeface="Times New Roman" panose="02020503050405090304"/>
              </a:defRPr>
            </a:defPPr>
          </a:lstStyle>
          <a:p>
            <a:pPr algn="ctr">
              <a:defRPr sz="1654" b="0" i="0">
                <a:solidFill>
                  <a:srgbClr val="1B1B1B"/>
                </a:solidFill>
                <a:latin typeface="Times New Roman" panose="02020503050405090304"/>
                <a:ea typeface="Times New Roman" panose="02020503050405090304"/>
                <a:cs typeface="Times New Roman" panose="02020503050405090304"/>
              </a:defRPr>
            </a:pPr>
            <a:r>
              <a:rPr sz="1654" b="0" i="0">
                <a:solidFill>
                  <a:srgbClr val="1B1B1B"/>
                </a:solidFill>
                <a:latin typeface="Times New Roman" panose="02020503050405090304"/>
                <a:ea typeface="Times New Roman" panose="02020503050405090304"/>
                <a:cs typeface="Times New Roman" panose="02020503050405090304"/>
              </a:rPr>
              <a:t>Queue query patch</a:t>
            </a:r>
            <a:endParaRPr sz="1654" b="0" i="0">
              <a:solidFill>
                <a:srgbClr val="1B1B1B"/>
              </a:solidFill>
              <a:latin typeface="Times New Roman" panose="02020503050405090304"/>
              <a:ea typeface="Times New Roman" panose="02020503050405090304"/>
              <a:cs typeface="Times New Roman" panose="02020503050405090304"/>
            </a:endParaRPr>
          </a:p>
        </p:txBody>
      </p:sp>
      <p:sp>
        <p:nvSpPr>
          <p:cNvPr id="643" name="Activity prototypes P (b)"/>
          <p:cNvSpPr>
            <a:spLocks noGrp="1"/>
          </p:cNvSpPr>
          <p:nvPr/>
        </p:nvSpPr>
        <p:spPr>
          <a:xfrm>
            <a:off x="13750290" y="16091726"/>
            <a:ext cx="2604326" cy="224028"/>
          </a:xfrm>
          <a:prstGeom prst="rect">
            <a:avLst/>
          </a:prstGeom>
          <a:noFill/>
          <a:ln w="0">
            <a:noFill/>
          </a:ln>
        </p:spPr>
        <p:txBody>
          <a:bodyPr wrap="none" lIns="0" tIns="0" rIns="0" bIns="0" anchor="ctr">
            <a:noAutofit/>
          </a:bodyPr>
          <a:lstStyle>
            <a:defPPr algn="ctr">
              <a:defRPr sz="1654" b="0" i="0">
                <a:solidFill>
                  <a:srgbClr val="805431"/>
                </a:solidFill>
                <a:latin typeface="Times New Roman" panose="02020503050405090304"/>
                <a:ea typeface="Times New Roman" panose="02020503050405090304"/>
                <a:cs typeface="Times New Roman" panose="02020503050405090304"/>
              </a:defRPr>
            </a:defPPr>
          </a:lstStyle>
          <a:p>
            <a:pPr algn="ctr">
              <a:defRPr sz="1654" b="0" i="0">
                <a:solidFill>
                  <a:srgbClr val="805431"/>
                </a:solidFill>
                <a:latin typeface="Times New Roman" panose="02020503050405090304"/>
                <a:ea typeface="Times New Roman" panose="02020503050405090304"/>
                <a:cs typeface="Times New Roman" panose="02020503050405090304"/>
              </a:defRPr>
            </a:pPr>
            <a:r>
              <a:rPr sz="1654" b="0" i="0">
                <a:solidFill>
                  <a:srgbClr val="805431"/>
                </a:solidFill>
                <a:latin typeface="Times New Roman" panose="02020503050405090304"/>
                <a:ea typeface="Times New Roman" panose="02020503050405090304"/>
                <a:cs typeface="Times New Roman" panose="02020503050405090304"/>
              </a:rPr>
              <a:t>Activity prototypes P (b)</a:t>
            </a:r>
            <a:endParaRPr sz="1654" b="0" i="0">
              <a:solidFill>
                <a:srgbClr val="805431"/>
              </a:solidFill>
              <a:latin typeface="Times New Roman" panose="02020503050405090304"/>
              <a:ea typeface="Times New Roman" panose="02020503050405090304"/>
              <a:cs typeface="Times New Roman" panose="02020503050405090304"/>
            </a:endParaRPr>
          </a:p>
        </p:txBody>
      </p:sp>
      <p:sp>
        <p:nvSpPr>
          <p:cNvPr id="644" name="line-309"/>
          <p:cNvSpPr>
            <a:spLocks noGrp="1"/>
          </p:cNvSpPr>
          <p:nvPr/>
        </p:nvSpPr>
        <p:spPr>
          <a:xfrm>
            <a:off x="11407330" y="16689133"/>
            <a:ext cx="1017460" cy="93"/>
          </a:xfrm>
          <a:custGeom>
            <a:avLst/>
            <a:gdLst/>
            <a:ahLst/>
            <a:cxnLst/>
            <a:pathLst>
              <a:path w="1038225" h="95">
                <a:moveTo>
                  <a:pt x="0" y="0"/>
                </a:moveTo>
                <a:lnTo>
                  <a:pt x="1038225" y="0"/>
                </a:lnTo>
              </a:path>
            </a:pathLst>
          </a:custGeom>
          <a:noFill/>
          <a:ln w="6067">
            <a:solidFill>
              <a:srgbClr val="B8C4CD"/>
            </a:solidFill>
            <a:prstDash val="solid"/>
          </a:ln>
        </p:spPr>
      </p:sp>
      <p:sp>
        <p:nvSpPr>
          <p:cNvPr id="645" name="line-310"/>
          <p:cNvSpPr>
            <a:spLocks noGrp="1"/>
          </p:cNvSpPr>
          <p:nvPr/>
        </p:nvSpPr>
        <p:spPr>
          <a:xfrm>
            <a:off x="11407330" y="16486575"/>
            <a:ext cx="508731" cy="173622"/>
          </a:xfrm>
          <a:custGeom>
            <a:avLst/>
            <a:gdLst/>
            <a:ahLst/>
            <a:cxnLst/>
            <a:pathLst>
              <a:path w="519113" h="177165">
                <a:moveTo>
                  <a:pt x="0" y="177165"/>
                </a:moveTo>
                <a:lnTo>
                  <a:pt x="519113" y="0"/>
                </a:lnTo>
              </a:path>
            </a:pathLst>
          </a:custGeom>
          <a:noFill/>
          <a:ln w="20835">
            <a:solidFill>
              <a:srgbClr val="315B79"/>
            </a:solidFill>
            <a:prstDash val="solid"/>
          </a:ln>
        </p:spPr>
      </p:sp>
      <p:sp>
        <p:nvSpPr>
          <p:cNvPr id="646" name="line-311"/>
          <p:cNvSpPr>
            <a:spLocks noGrp="1"/>
          </p:cNvSpPr>
          <p:nvPr/>
        </p:nvSpPr>
        <p:spPr>
          <a:xfrm>
            <a:off x="11916061" y="16428701"/>
            <a:ext cx="508731" cy="57874"/>
          </a:xfrm>
          <a:custGeom>
            <a:avLst/>
            <a:gdLst/>
            <a:ahLst/>
            <a:cxnLst/>
            <a:pathLst>
              <a:path w="519113" h="59055">
                <a:moveTo>
                  <a:pt x="0" y="59055"/>
                </a:moveTo>
                <a:lnTo>
                  <a:pt x="519113" y="0"/>
                </a:lnTo>
              </a:path>
            </a:pathLst>
          </a:custGeom>
          <a:noFill/>
          <a:ln w="20835">
            <a:solidFill>
              <a:srgbClr val="315B79"/>
            </a:solidFill>
            <a:prstDash val="solid"/>
          </a:ln>
        </p:spPr>
      </p:sp>
      <p:sp>
        <p:nvSpPr>
          <p:cNvPr id="647" name="resource node"/>
          <p:cNvSpPr>
            <a:spLocks noGrp="1"/>
          </p:cNvSpPr>
          <p:nvPr/>
        </p:nvSpPr>
        <p:spPr>
          <a:xfrm>
            <a:off x="11385862" y="16638727"/>
            <a:ext cx="42939" cy="42939"/>
          </a:xfrm>
          <a:prstGeom prst="ellipse">
            <a:avLst/>
          </a:prstGeom>
          <a:solidFill>
            <a:srgbClr val="315B79"/>
          </a:solidFill>
          <a:ln w="16204">
            <a:solidFill>
              <a:srgbClr val="315B79"/>
            </a:solidFill>
          </a:ln>
        </p:spPr>
      </p:sp>
      <p:sp>
        <p:nvSpPr>
          <p:cNvPr id="648" name="resource node"/>
          <p:cNvSpPr>
            <a:spLocks noGrp="1"/>
          </p:cNvSpPr>
          <p:nvPr/>
        </p:nvSpPr>
        <p:spPr>
          <a:xfrm>
            <a:off x="11894591" y="16465105"/>
            <a:ext cx="42939" cy="42939"/>
          </a:xfrm>
          <a:prstGeom prst="ellipse">
            <a:avLst/>
          </a:prstGeom>
          <a:solidFill>
            <a:srgbClr val="315B79"/>
          </a:solidFill>
          <a:ln w="16204">
            <a:solidFill>
              <a:srgbClr val="315B79"/>
            </a:solidFill>
          </a:ln>
        </p:spPr>
      </p:sp>
      <p:sp>
        <p:nvSpPr>
          <p:cNvPr id="649" name="resource node"/>
          <p:cNvSpPr>
            <a:spLocks noGrp="1"/>
          </p:cNvSpPr>
          <p:nvPr/>
        </p:nvSpPr>
        <p:spPr>
          <a:xfrm>
            <a:off x="12403322" y="16407232"/>
            <a:ext cx="42939" cy="42939"/>
          </a:xfrm>
          <a:prstGeom prst="ellipse">
            <a:avLst/>
          </a:prstGeom>
          <a:solidFill>
            <a:srgbClr val="315B79"/>
          </a:solidFill>
          <a:ln w="16204">
            <a:solidFill>
              <a:srgbClr val="315B79"/>
            </a:solidFill>
          </a:ln>
        </p:spPr>
      </p:sp>
      <p:sp>
        <p:nvSpPr>
          <p:cNvPr id="650" name="line-312"/>
          <p:cNvSpPr>
            <a:spLocks noGrp="1"/>
          </p:cNvSpPr>
          <p:nvPr/>
        </p:nvSpPr>
        <p:spPr>
          <a:xfrm>
            <a:off x="14030325" y="16670465"/>
            <a:ext cx="438722" cy="93"/>
          </a:xfrm>
          <a:custGeom>
            <a:avLst/>
            <a:gdLst/>
            <a:ahLst/>
            <a:cxnLst/>
            <a:pathLst>
              <a:path w="447675" h="95">
                <a:moveTo>
                  <a:pt x="0" y="0"/>
                </a:moveTo>
                <a:lnTo>
                  <a:pt x="447675" y="0"/>
                </a:lnTo>
              </a:path>
            </a:pathLst>
          </a:custGeom>
          <a:noFill/>
          <a:ln w="6067">
            <a:solidFill>
              <a:srgbClr val="B8C4CD"/>
            </a:solidFill>
            <a:prstDash val="solid"/>
          </a:ln>
        </p:spPr>
      </p:sp>
      <p:sp>
        <p:nvSpPr>
          <p:cNvPr id="651" name="line-313"/>
          <p:cNvSpPr>
            <a:spLocks noGrp="1"/>
          </p:cNvSpPr>
          <p:nvPr/>
        </p:nvSpPr>
        <p:spPr>
          <a:xfrm>
            <a:off x="14030325" y="16468839"/>
            <a:ext cx="219361" cy="176423"/>
          </a:xfrm>
          <a:custGeom>
            <a:avLst/>
            <a:gdLst/>
            <a:ahLst/>
            <a:cxnLst/>
            <a:pathLst>
              <a:path w="223838" h="180023">
                <a:moveTo>
                  <a:pt x="0" y="180023"/>
                </a:moveTo>
                <a:lnTo>
                  <a:pt x="223838" y="0"/>
                </a:lnTo>
              </a:path>
            </a:pathLst>
          </a:custGeom>
          <a:noFill/>
          <a:ln w="20835">
            <a:solidFill>
              <a:srgbClr val="805431"/>
            </a:solidFill>
            <a:prstDash val="solid"/>
          </a:ln>
        </p:spPr>
      </p:sp>
      <p:sp>
        <p:nvSpPr>
          <p:cNvPr id="652" name="line-314"/>
          <p:cNvSpPr>
            <a:spLocks noGrp="1"/>
          </p:cNvSpPr>
          <p:nvPr/>
        </p:nvSpPr>
        <p:spPr>
          <a:xfrm>
            <a:off x="14249686" y="16468839"/>
            <a:ext cx="219361" cy="100813"/>
          </a:xfrm>
          <a:custGeom>
            <a:avLst/>
            <a:gdLst/>
            <a:ahLst/>
            <a:cxnLst/>
            <a:pathLst>
              <a:path w="223838" h="102870">
                <a:moveTo>
                  <a:pt x="0" y="0"/>
                </a:moveTo>
                <a:lnTo>
                  <a:pt x="223838" y="102870"/>
                </a:lnTo>
              </a:path>
            </a:pathLst>
          </a:custGeom>
          <a:noFill/>
          <a:ln w="20835">
            <a:solidFill>
              <a:srgbClr val="805431"/>
            </a:solidFill>
            <a:prstDash val="solid"/>
          </a:ln>
        </p:spPr>
      </p:sp>
      <p:sp>
        <p:nvSpPr>
          <p:cNvPr id="653" name="resource node"/>
          <p:cNvSpPr>
            <a:spLocks noGrp="1"/>
          </p:cNvSpPr>
          <p:nvPr/>
        </p:nvSpPr>
        <p:spPr>
          <a:xfrm>
            <a:off x="14008856" y="16623792"/>
            <a:ext cx="42939" cy="42939"/>
          </a:xfrm>
          <a:prstGeom prst="ellipse">
            <a:avLst/>
          </a:prstGeom>
          <a:solidFill>
            <a:srgbClr val="805431"/>
          </a:solidFill>
          <a:ln w="16204">
            <a:solidFill>
              <a:srgbClr val="805431"/>
            </a:solidFill>
          </a:ln>
        </p:spPr>
      </p:sp>
      <p:sp>
        <p:nvSpPr>
          <p:cNvPr id="654" name="resource node"/>
          <p:cNvSpPr>
            <a:spLocks noGrp="1"/>
          </p:cNvSpPr>
          <p:nvPr/>
        </p:nvSpPr>
        <p:spPr>
          <a:xfrm>
            <a:off x="14228216" y="16447369"/>
            <a:ext cx="42939" cy="42939"/>
          </a:xfrm>
          <a:prstGeom prst="ellipse">
            <a:avLst/>
          </a:prstGeom>
          <a:solidFill>
            <a:srgbClr val="805431"/>
          </a:solidFill>
          <a:ln w="16204">
            <a:solidFill>
              <a:srgbClr val="805431"/>
            </a:solidFill>
          </a:ln>
        </p:spPr>
      </p:sp>
      <p:sp>
        <p:nvSpPr>
          <p:cNvPr id="655" name="resource node"/>
          <p:cNvSpPr>
            <a:spLocks noGrp="1"/>
          </p:cNvSpPr>
          <p:nvPr/>
        </p:nvSpPr>
        <p:spPr>
          <a:xfrm>
            <a:off x="14447578" y="16548183"/>
            <a:ext cx="42939" cy="42939"/>
          </a:xfrm>
          <a:prstGeom prst="ellipse">
            <a:avLst/>
          </a:prstGeom>
          <a:solidFill>
            <a:srgbClr val="805431"/>
          </a:solidFill>
          <a:ln w="16204">
            <a:solidFill>
              <a:srgbClr val="805431"/>
            </a:solidFill>
          </a:ln>
        </p:spPr>
      </p:sp>
      <p:sp>
        <p:nvSpPr>
          <p:cNvPr id="656" name="line-315"/>
          <p:cNvSpPr>
            <a:spLocks noGrp="1"/>
          </p:cNvSpPr>
          <p:nvPr/>
        </p:nvSpPr>
        <p:spPr>
          <a:xfrm>
            <a:off x="14739747" y="16670465"/>
            <a:ext cx="438722" cy="93"/>
          </a:xfrm>
          <a:custGeom>
            <a:avLst/>
            <a:gdLst/>
            <a:ahLst/>
            <a:cxnLst/>
            <a:pathLst>
              <a:path w="447675" h="95">
                <a:moveTo>
                  <a:pt x="0" y="0"/>
                </a:moveTo>
                <a:lnTo>
                  <a:pt x="447675" y="0"/>
                </a:lnTo>
              </a:path>
            </a:pathLst>
          </a:custGeom>
          <a:noFill/>
          <a:ln w="6067">
            <a:solidFill>
              <a:srgbClr val="B8C4CD"/>
            </a:solidFill>
            <a:prstDash val="solid"/>
          </a:ln>
        </p:spPr>
      </p:sp>
      <p:sp>
        <p:nvSpPr>
          <p:cNvPr id="657" name="line-316"/>
          <p:cNvSpPr>
            <a:spLocks noGrp="1"/>
          </p:cNvSpPr>
          <p:nvPr/>
        </p:nvSpPr>
        <p:spPr>
          <a:xfrm>
            <a:off x="14739747" y="16468839"/>
            <a:ext cx="219361" cy="88211"/>
          </a:xfrm>
          <a:custGeom>
            <a:avLst/>
            <a:gdLst/>
            <a:ahLst/>
            <a:cxnLst/>
            <a:pathLst>
              <a:path w="223838" h="90011">
                <a:moveTo>
                  <a:pt x="0" y="0"/>
                </a:moveTo>
                <a:lnTo>
                  <a:pt x="223838" y="90011"/>
                </a:lnTo>
              </a:path>
            </a:pathLst>
          </a:custGeom>
          <a:noFill/>
          <a:ln w="20835">
            <a:solidFill>
              <a:srgbClr val="805431"/>
            </a:solidFill>
            <a:prstDash val="solid"/>
          </a:ln>
        </p:spPr>
      </p:sp>
      <p:sp>
        <p:nvSpPr>
          <p:cNvPr id="658" name="line-317"/>
          <p:cNvSpPr>
            <a:spLocks noGrp="1"/>
          </p:cNvSpPr>
          <p:nvPr/>
        </p:nvSpPr>
        <p:spPr>
          <a:xfrm>
            <a:off x="14959108" y="16557050"/>
            <a:ext cx="219361" cy="88211"/>
          </a:xfrm>
          <a:custGeom>
            <a:avLst/>
            <a:gdLst/>
            <a:ahLst/>
            <a:cxnLst/>
            <a:pathLst>
              <a:path w="223838" h="90011">
                <a:moveTo>
                  <a:pt x="0" y="0"/>
                </a:moveTo>
                <a:lnTo>
                  <a:pt x="223838" y="90011"/>
                </a:lnTo>
              </a:path>
            </a:pathLst>
          </a:custGeom>
          <a:noFill/>
          <a:ln w="20835">
            <a:solidFill>
              <a:srgbClr val="805431"/>
            </a:solidFill>
            <a:prstDash val="solid"/>
          </a:ln>
        </p:spPr>
      </p:sp>
      <p:sp>
        <p:nvSpPr>
          <p:cNvPr id="659" name="resource node"/>
          <p:cNvSpPr>
            <a:spLocks noGrp="1"/>
          </p:cNvSpPr>
          <p:nvPr/>
        </p:nvSpPr>
        <p:spPr>
          <a:xfrm>
            <a:off x="14718278" y="16447369"/>
            <a:ext cx="42939" cy="42939"/>
          </a:xfrm>
          <a:prstGeom prst="ellipse">
            <a:avLst/>
          </a:prstGeom>
          <a:solidFill>
            <a:srgbClr val="805431"/>
          </a:solidFill>
          <a:ln w="16204">
            <a:solidFill>
              <a:srgbClr val="805431"/>
            </a:solidFill>
          </a:ln>
        </p:spPr>
      </p:sp>
      <p:sp>
        <p:nvSpPr>
          <p:cNvPr id="660" name="resource node"/>
          <p:cNvSpPr>
            <a:spLocks noGrp="1"/>
          </p:cNvSpPr>
          <p:nvPr/>
        </p:nvSpPr>
        <p:spPr>
          <a:xfrm>
            <a:off x="14937638" y="16535581"/>
            <a:ext cx="42939" cy="42939"/>
          </a:xfrm>
          <a:prstGeom prst="ellipse">
            <a:avLst/>
          </a:prstGeom>
          <a:solidFill>
            <a:srgbClr val="805431"/>
          </a:solidFill>
          <a:ln w="16204">
            <a:solidFill>
              <a:srgbClr val="805431"/>
            </a:solidFill>
          </a:ln>
        </p:spPr>
      </p:sp>
      <p:sp>
        <p:nvSpPr>
          <p:cNvPr id="661" name="resource node"/>
          <p:cNvSpPr>
            <a:spLocks noGrp="1"/>
          </p:cNvSpPr>
          <p:nvPr/>
        </p:nvSpPr>
        <p:spPr>
          <a:xfrm>
            <a:off x="15157000" y="16623792"/>
            <a:ext cx="42939" cy="42939"/>
          </a:xfrm>
          <a:prstGeom prst="ellipse">
            <a:avLst/>
          </a:prstGeom>
          <a:solidFill>
            <a:srgbClr val="805431"/>
          </a:solidFill>
          <a:ln w="16204">
            <a:solidFill>
              <a:srgbClr val="805431"/>
            </a:solidFill>
          </a:ln>
        </p:spPr>
      </p:sp>
      <p:sp>
        <p:nvSpPr>
          <p:cNvPr id="662" name="line-318"/>
          <p:cNvSpPr>
            <a:spLocks noGrp="1"/>
          </p:cNvSpPr>
          <p:nvPr/>
        </p:nvSpPr>
        <p:spPr>
          <a:xfrm>
            <a:off x="15449169" y="16670465"/>
            <a:ext cx="438722" cy="93"/>
          </a:xfrm>
          <a:custGeom>
            <a:avLst/>
            <a:gdLst/>
            <a:ahLst/>
            <a:cxnLst/>
            <a:pathLst>
              <a:path w="447675" h="95">
                <a:moveTo>
                  <a:pt x="0" y="0"/>
                </a:moveTo>
                <a:lnTo>
                  <a:pt x="447675" y="0"/>
                </a:lnTo>
              </a:path>
            </a:pathLst>
          </a:custGeom>
          <a:noFill/>
          <a:ln w="6067">
            <a:solidFill>
              <a:srgbClr val="B8C4CD"/>
            </a:solidFill>
            <a:prstDash val="solid"/>
          </a:ln>
        </p:spPr>
      </p:sp>
      <p:sp>
        <p:nvSpPr>
          <p:cNvPr id="663" name="line-319"/>
          <p:cNvSpPr>
            <a:spLocks noGrp="1"/>
          </p:cNvSpPr>
          <p:nvPr/>
        </p:nvSpPr>
        <p:spPr>
          <a:xfrm>
            <a:off x="15449169" y="16620058"/>
            <a:ext cx="219361" cy="25203"/>
          </a:xfrm>
          <a:custGeom>
            <a:avLst/>
            <a:gdLst/>
            <a:ahLst/>
            <a:cxnLst/>
            <a:pathLst>
              <a:path w="223838" h="25717">
                <a:moveTo>
                  <a:pt x="0" y="25717"/>
                </a:moveTo>
                <a:lnTo>
                  <a:pt x="223838" y="0"/>
                </a:lnTo>
              </a:path>
            </a:pathLst>
          </a:custGeom>
          <a:noFill/>
          <a:ln w="20835">
            <a:solidFill>
              <a:srgbClr val="805431"/>
            </a:solidFill>
            <a:prstDash val="solid"/>
          </a:ln>
        </p:spPr>
      </p:sp>
      <p:sp>
        <p:nvSpPr>
          <p:cNvPr id="664" name="line-320"/>
          <p:cNvSpPr>
            <a:spLocks noGrp="1"/>
          </p:cNvSpPr>
          <p:nvPr/>
        </p:nvSpPr>
        <p:spPr>
          <a:xfrm>
            <a:off x="15668530" y="16443637"/>
            <a:ext cx="219361" cy="176423"/>
          </a:xfrm>
          <a:custGeom>
            <a:avLst/>
            <a:gdLst/>
            <a:ahLst/>
            <a:cxnLst/>
            <a:pathLst>
              <a:path w="223838" h="180023">
                <a:moveTo>
                  <a:pt x="0" y="180023"/>
                </a:moveTo>
                <a:lnTo>
                  <a:pt x="223838" y="0"/>
                </a:lnTo>
              </a:path>
            </a:pathLst>
          </a:custGeom>
          <a:noFill/>
          <a:ln w="20835">
            <a:solidFill>
              <a:srgbClr val="805431"/>
            </a:solidFill>
            <a:prstDash val="solid"/>
          </a:ln>
        </p:spPr>
      </p:sp>
      <p:sp>
        <p:nvSpPr>
          <p:cNvPr id="665" name="resource node"/>
          <p:cNvSpPr>
            <a:spLocks noGrp="1"/>
          </p:cNvSpPr>
          <p:nvPr/>
        </p:nvSpPr>
        <p:spPr>
          <a:xfrm>
            <a:off x="15427700" y="16623792"/>
            <a:ext cx="42939" cy="42939"/>
          </a:xfrm>
          <a:prstGeom prst="ellipse">
            <a:avLst/>
          </a:prstGeom>
          <a:solidFill>
            <a:srgbClr val="805431"/>
          </a:solidFill>
          <a:ln w="16204">
            <a:solidFill>
              <a:srgbClr val="805431"/>
            </a:solidFill>
          </a:ln>
        </p:spPr>
      </p:sp>
      <p:sp>
        <p:nvSpPr>
          <p:cNvPr id="666" name="resource node"/>
          <p:cNvSpPr>
            <a:spLocks noGrp="1"/>
          </p:cNvSpPr>
          <p:nvPr/>
        </p:nvSpPr>
        <p:spPr>
          <a:xfrm>
            <a:off x="15647060" y="16598589"/>
            <a:ext cx="42939" cy="42939"/>
          </a:xfrm>
          <a:prstGeom prst="ellipse">
            <a:avLst/>
          </a:prstGeom>
          <a:solidFill>
            <a:srgbClr val="805431"/>
          </a:solidFill>
          <a:ln w="16204">
            <a:solidFill>
              <a:srgbClr val="805431"/>
            </a:solidFill>
          </a:ln>
        </p:spPr>
      </p:sp>
      <p:sp>
        <p:nvSpPr>
          <p:cNvPr id="667" name="resource node"/>
          <p:cNvSpPr>
            <a:spLocks noGrp="1"/>
          </p:cNvSpPr>
          <p:nvPr/>
        </p:nvSpPr>
        <p:spPr>
          <a:xfrm>
            <a:off x="15866422" y="16422167"/>
            <a:ext cx="42939" cy="42939"/>
          </a:xfrm>
          <a:prstGeom prst="ellipse">
            <a:avLst/>
          </a:prstGeom>
          <a:solidFill>
            <a:srgbClr val="805431"/>
          </a:solidFill>
          <a:ln w="16204">
            <a:solidFill>
              <a:srgbClr val="805431"/>
            </a:solidFill>
          </a:ln>
        </p:spPr>
      </p:sp>
      <p:sp>
        <p:nvSpPr>
          <p:cNvPr id="668" name="shape-321"/>
          <p:cNvSpPr>
            <a:spLocks noGrp="1"/>
          </p:cNvSpPr>
          <p:nvPr/>
        </p:nvSpPr>
        <p:spPr>
          <a:xfrm>
            <a:off x="11472672" y="16903827"/>
            <a:ext cx="84011" cy="84011"/>
          </a:xfrm>
          <a:prstGeom prst="rect">
            <a:avLst/>
          </a:prstGeom>
          <a:solidFill>
            <a:srgbClr val="F5ECE2"/>
          </a:solidFill>
          <a:ln w="6067">
            <a:solidFill>
              <a:srgbClr val="FFFFFF"/>
            </a:solidFill>
            <a:prstDash val="solid"/>
          </a:ln>
        </p:spPr>
      </p:sp>
      <p:sp>
        <p:nvSpPr>
          <p:cNvPr id="669" name="shape-322"/>
          <p:cNvSpPr>
            <a:spLocks noGrp="1"/>
          </p:cNvSpPr>
          <p:nvPr/>
        </p:nvSpPr>
        <p:spPr>
          <a:xfrm>
            <a:off x="11556683" y="16903827"/>
            <a:ext cx="84011" cy="84011"/>
          </a:xfrm>
          <a:prstGeom prst="rect">
            <a:avLst/>
          </a:prstGeom>
          <a:solidFill>
            <a:srgbClr val="BE936F"/>
          </a:solidFill>
          <a:ln w="6067">
            <a:solidFill>
              <a:srgbClr val="FFFFFF"/>
            </a:solidFill>
            <a:prstDash val="solid"/>
          </a:ln>
        </p:spPr>
      </p:sp>
      <p:sp>
        <p:nvSpPr>
          <p:cNvPr id="670" name="shape-323"/>
          <p:cNvSpPr>
            <a:spLocks noGrp="1"/>
          </p:cNvSpPr>
          <p:nvPr/>
        </p:nvSpPr>
        <p:spPr>
          <a:xfrm>
            <a:off x="11640693" y="16903827"/>
            <a:ext cx="84011" cy="84011"/>
          </a:xfrm>
          <a:prstGeom prst="rect">
            <a:avLst/>
          </a:prstGeom>
          <a:solidFill>
            <a:srgbClr val="734624"/>
          </a:solidFill>
          <a:ln w="6067">
            <a:solidFill>
              <a:srgbClr val="FFFFFF"/>
            </a:solidFill>
            <a:prstDash val="solid"/>
          </a:ln>
        </p:spPr>
      </p:sp>
      <p:sp>
        <p:nvSpPr>
          <p:cNvPr id="671" name="shape-324"/>
          <p:cNvSpPr>
            <a:spLocks noGrp="1"/>
          </p:cNvSpPr>
          <p:nvPr/>
        </p:nvSpPr>
        <p:spPr>
          <a:xfrm>
            <a:off x="11724704" y="16903827"/>
            <a:ext cx="84011" cy="84011"/>
          </a:xfrm>
          <a:prstGeom prst="rect">
            <a:avLst/>
          </a:prstGeom>
          <a:solidFill>
            <a:srgbClr val="DFC8B3"/>
          </a:solidFill>
          <a:ln w="6067">
            <a:solidFill>
              <a:srgbClr val="FFFFFF"/>
            </a:solidFill>
            <a:prstDash val="solid"/>
          </a:ln>
        </p:spPr>
      </p:sp>
      <p:sp>
        <p:nvSpPr>
          <p:cNvPr id="672" name="shape-325"/>
          <p:cNvSpPr>
            <a:spLocks noGrp="1"/>
          </p:cNvSpPr>
          <p:nvPr/>
        </p:nvSpPr>
        <p:spPr>
          <a:xfrm>
            <a:off x="11472672" y="16987838"/>
            <a:ext cx="84011" cy="84011"/>
          </a:xfrm>
          <a:prstGeom prst="rect">
            <a:avLst/>
          </a:prstGeom>
          <a:solidFill>
            <a:srgbClr val="9B6840"/>
          </a:solidFill>
          <a:ln w="6067">
            <a:solidFill>
              <a:srgbClr val="FFFFFF"/>
            </a:solidFill>
            <a:prstDash val="solid"/>
          </a:ln>
        </p:spPr>
      </p:sp>
      <p:sp>
        <p:nvSpPr>
          <p:cNvPr id="673" name="shape-326"/>
          <p:cNvSpPr>
            <a:spLocks noGrp="1"/>
          </p:cNvSpPr>
          <p:nvPr/>
        </p:nvSpPr>
        <p:spPr>
          <a:xfrm>
            <a:off x="11556683" y="16987838"/>
            <a:ext cx="84011" cy="84011"/>
          </a:xfrm>
          <a:prstGeom prst="rect">
            <a:avLst/>
          </a:prstGeom>
          <a:solidFill>
            <a:srgbClr val="DFC8B3"/>
          </a:solidFill>
          <a:ln w="6067">
            <a:solidFill>
              <a:srgbClr val="FFFFFF"/>
            </a:solidFill>
            <a:prstDash val="solid"/>
          </a:ln>
        </p:spPr>
      </p:sp>
      <p:sp>
        <p:nvSpPr>
          <p:cNvPr id="674" name="shape-327"/>
          <p:cNvSpPr>
            <a:spLocks noGrp="1"/>
          </p:cNvSpPr>
          <p:nvPr/>
        </p:nvSpPr>
        <p:spPr>
          <a:xfrm>
            <a:off x="11640693" y="16987838"/>
            <a:ext cx="84011" cy="84011"/>
          </a:xfrm>
          <a:prstGeom prst="rect">
            <a:avLst/>
          </a:prstGeom>
          <a:solidFill>
            <a:srgbClr val="734624"/>
          </a:solidFill>
          <a:ln w="6067">
            <a:solidFill>
              <a:srgbClr val="FFFFFF"/>
            </a:solidFill>
            <a:prstDash val="solid"/>
          </a:ln>
        </p:spPr>
      </p:sp>
      <p:sp>
        <p:nvSpPr>
          <p:cNvPr id="675" name="shape-328"/>
          <p:cNvSpPr>
            <a:spLocks noGrp="1"/>
          </p:cNvSpPr>
          <p:nvPr/>
        </p:nvSpPr>
        <p:spPr>
          <a:xfrm>
            <a:off x="11724704" y="16987838"/>
            <a:ext cx="84011" cy="84011"/>
          </a:xfrm>
          <a:prstGeom prst="rect">
            <a:avLst/>
          </a:prstGeom>
          <a:solidFill>
            <a:srgbClr val="BE936F"/>
          </a:solidFill>
          <a:ln w="6067">
            <a:solidFill>
              <a:srgbClr val="FFFFFF"/>
            </a:solidFill>
            <a:prstDash val="solid"/>
          </a:ln>
        </p:spPr>
      </p:sp>
      <p:sp>
        <p:nvSpPr>
          <p:cNvPr id="676" name="shape-329"/>
          <p:cNvSpPr>
            <a:spLocks noGrp="1"/>
          </p:cNvSpPr>
          <p:nvPr/>
        </p:nvSpPr>
        <p:spPr>
          <a:xfrm>
            <a:off x="11472672" y="17071848"/>
            <a:ext cx="84011" cy="84011"/>
          </a:xfrm>
          <a:prstGeom prst="rect">
            <a:avLst/>
          </a:prstGeom>
          <a:solidFill>
            <a:srgbClr val="DFC8B3"/>
          </a:solidFill>
          <a:ln w="6067">
            <a:solidFill>
              <a:srgbClr val="FFFFFF"/>
            </a:solidFill>
            <a:prstDash val="solid"/>
          </a:ln>
        </p:spPr>
      </p:sp>
      <p:sp>
        <p:nvSpPr>
          <p:cNvPr id="677" name="shape-330"/>
          <p:cNvSpPr>
            <a:spLocks noGrp="1"/>
          </p:cNvSpPr>
          <p:nvPr/>
        </p:nvSpPr>
        <p:spPr>
          <a:xfrm>
            <a:off x="11556683" y="17071848"/>
            <a:ext cx="84011" cy="84011"/>
          </a:xfrm>
          <a:prstGeom prst="rect">
            <a:avLst/>
          </a:prstGeom>
          <a:solidFill>
            <a:srgbClr val="F5ECE2"/>
          </a:solidFill>
          <a:ln w="6067">
            <a:solidFill>
              <a:srgbClr val="FFFFFF"/>
            </a:solidFill>
            <a:prstDash val="solid"/>
          </a:ln>
        </p:spPr>
      </p:sp>
      <p:sp>
        <p:nvSpPr>
          <p:cNvPr id="678" name="shape-331"/>
          <p:cNvSpPr>
            <a:spLocks noGrp="1"/>
          </p:cNvSpPr>
          <p:nvPr/>
        </p:nvSpPr>
        <p:spPr>
          <a:xfrm>
            <a:off x="11640693" y="17071848"/>
            <a:ext cx="84011" cy="84011"/>
          </a:xfrm>
          <a:prstGeom prst="rect">
            <a:avLst/>
          </a:prstGeom>
          <a:solidFill>
            <a:srgbClr val="734624"/>
          </a:solidFill>
          <a:ln w="6067">
            <a:solidFill>
              <a:srgbClr val="FFFFFF"/>
            </a:solidFill>
            <a:prstDash val="solid"/>
          </a:ln>
        </p:spPr>
      </p:sp>
      <p:sp>
        <p:nvSpPr>
          <p:cNvPr id="679" name="shape-332"/>
          <p:cNvSpPr>
            <a:spLocks noGrp="1"/>
          </p:cNvSpPr>
          <p:nvPr/>
        </p:nvSpPr>
        <p:spPr>
          <a:xfrm>
            <a:off x="11724704" y="17071848"/>
            <a:ext cx="84011" cy="84011"/>
          </a:xfrm>
          <a:prstGeom prst="rect">
            <a:avLst/>
          </a:prstGeom>
          <a:solidFill>
            <a:srgbClr val="9B6840"/>
          </a:solidFill>
          <a:ln w="6067">
            <a:solidFill>
              <a:srgbClr val="FFFFFF"/>
            </a:solidFill>
            <a:prstDash val="solid"/>
          </a:ln>
        </p:spPr>
      </p:sp>
      <p:sp>
        <p:nvSpPr>
          <p:cNvPr id="680" name="shape-333"/>
          <p:cNvSpPr>
            <a:spLocks noGrp="1"/>
          </p:cNvSpPr>
          <p:nvPr/>
        </p:nvSpPr>
        <p:spPr>
          <a:xfrm>
            <a:off x="11472672" y="17155859"/>
            <a:ext cx="84011" cy="84011"/>
          </a:xfrm>
          <a:prstGeom prst="rect">
            <a:avLst/>
          </a:prstGeom>
          <a:solidFill>
            <a:srgbClr val="734624"/>
          </a:solidFill>
          <a:ln w="6067">
            <a:solidFill>
              <a:srgbClr val="FFFFFF"/>
            </a:solidFill>
            <a:prstDash val="solid"/>
          </a:ln>
        </p:spPr>
      </p:sp>
      <p:sp>
        <p:nvSpPr>
          <p:cNvPr id="681" name="shape-334"/>
          <p:cNvSpPr>
            <a:spLocks noGrp="1"/>
          </p:cNvSpPr>
          <p:nvPr/>
        </p:nvSpPr>
        <p:spPr>
          <a:xfrm>
            <a:off x="11556683" y="17155859"/>
            <a:ext cx="84011" cy="84011"/>
          </a:xfrm>
          <a:prstGeom prst="rect">
            <a:avLst/>
          </a:prstGeom>
          <a:solidFill>
            <a:srgbClr val="734624"/>
          </a:solidFill>
          <a:ln w="6067">
            <a:solidFill>
              <a:srgbClr val="FFFFFF"/>
            </a:solidFill>
            <a:prstDash val="solid"/>
          </a:ln>
        </p:spPr>
      </p:sp>
      <p:sp>
        <p:nvSpPr>
          <p:cNvPr id="682" name="shape-335"/>
          <p:cNvSpPr>
            <a:spLocks noGrp="1"/>
          </p:cNvSpPr>
          <p:nvPr/>
        </p:nvSpPr>
        <p:spPr>
          <a:xfrm>
            <a:off x="11640693" y="17155859"/>
            <a:ext cx="84011" cy="84011"/>
          </a:xfrm>
          <a:prstGeom prst="rect">
            <a:avLst/>
          </a:prstGeom>
          <a:solidFill>
            <a:srgbClr val="734624"/>
          </a:solidFill>
          <a:ln w="6067">
            <a:solidFill>
              <a:srgbClr val="FFFFFF"/>
            </a:solidFill>
            <a:prstDash val="solid"/>
          </a:ln>
        </p:spPr>
      </p:sp>
      <p:sp>
        <p:nvSpPr>
          <p:cNvPr id="683" name="shape-336"/>
          <p:cNvSpPr>
            <a:spLocks noGrp="1"/>
          </p:cNvSpPr>
          <p:nvPr/>
        </p:nvSpPr>
        <p:spPr>
          <a:xfrm>
            <a:off x="11724704" y="17155859"/>
            <a:ext cx="84011" cy="84011"/>
          </a:xfrm>
          <a:prstGeom prst="rect">
            <a:avLst/>
          </a:prstGeom>
          <a:solidFill>
            <a:srgbClr val="734624"/>
          </a:solidFill>
          <a:ln w="6067">
            <a:solidFill>
              <a:srgbClr val="FFFFFF"/>
            </a:solidFill>
            <a:prstDash val="solid"/>
          </a:ln>
        </p:spPr>
      </p:sp>
      <p:sp>
        <p:nvSpPr>
          <p:cNvPr id="684" name="shape-337"/>
          <p:cNvSpPr>
            <a:spLocks noGrp="1"/>
          </p:cNvSpPr>
          <p:nvPr/>
        </p:nvSpPr>
        <p:spPr>
          <a:xfrm>
            <a:off x="11472672" y="17239869"/>
            <a:ext cx="84011" cy="84011"/>
          </a:xfrm>
          <a:prstGeom prst="rect">
            <a:avLst/>
          </a:prstGeom>
          <a:solidFill>
            <a:srgbClr val="BE936F"/>
          </a:solidFill>
          <a:ln w="6067">
            <a:solidFill>
              <a:srgbClr val="FFFFFF"/>
            </a:solidFill>
            <a:prstDash val="solid"/>
          </a:ln>
        </p:spPr>
      </p:sp>
      <p:sp>
        <p:nvSpPr>
          <p:cNvPr id="685" name="shape-338"/>
          <p:cNvSpPr>
            <a:spLocks noGrp="1"/>
          </p:cNvSpPr>
          <p:nvPr/>
        </p:nvSpPr>
        <p:spPr>
          <a:xfrm>
            <a:off x="11556683" y="17239869"/>
            <a:ext cx="84011" cy="84011"/>
          </a:xfrm>
          <a:prstGeom prst="rect">
            <a:avLst/>
          </a:prstGeom>
          <a:solidFill>
            <a:srgbClr val="9B6840"/>
          </a:solidFill>
          <a:ln w="6067">
            <a:solidFill>
              <a:srgbClr val="FFFFFF"/>
            </a:solidFill>
            <a:prstDash val="solid"/>
          </a:ln>
        </p:spPr>
      </p:sp>
      <p:sp>
        <p:nvSpPr>
          <p:cNvPr id="686" name="shape-339"/>
          <p:cNvSpPr>
            <a:spLocks noGrp="1"/>
          </p:cNvSpPr>
          <p:nvPr/>
        </p:nvSpPr>
        <p:spPr>
          <a:xfrm>
            <a:off x="11640693" y="17239869"/>
            <a:ext cx="84011" cy="84011"/>
          </a:xfrm>
          <a:prstGeom prst="rect">
            <a:avLst/>
          </a:prstGeom>
          <a:solidFill>
            <a:srgbClr val="734624"/>
          </a:solidFill>
          <a:ln w="6067">
            <a:solidFill>
              <a:srgbClr val="FFFFFF"/>
            </a:solidFill>
            <a:prstDash val="solid"/>
          </a:ln>
        </p:spPr>
      </p:sp>
      <p:sp>
        <p:nvSpPr>
          <p:cNvPr id="687" name="shape-340"/>
          <p:cNvSpPr>
            <a:spLocks noGrp="1"/>
          </p:cNvSpPr>
          <p:nvPr/>
        </p:nvSpPr>
        <p:spPr>
          <a:xfrm>
            <a:off x="11724704" y="17239869"/>
            <a:ext cx="84011" cy="84011"/>
          </a:xfrm>
          <a:prstGeom prst="rect">
            <a:avLst/>
          </a:prstGeom>
          <a:solidFill>
            <a:srgbClr val="F5ECE2"/>
          </a:solidFill>
          <a:ln w="6067">
            <a:solidFill>
              <a:srgbClr val="FFFFFF"/>
            </a:solidFill>
            <a:prstDash val="solid"/>
          </a:ln>
        </p:spPr>
      </p:sp>
      <p:sp>
        <p:nvSpPr>
          <p:cNvPr id="688" name="shape-341"/>
          <p:cNvSpPr>
            <a:spLocks noGrp="1"/>
          </p:cNvSpPr>
          <p:nvPr/>
        </p:nvSpPr>
        <p:spPr>
          <a:xfrm>
            <a:off x="11472672" y="17323880"/>
            <a:ext cx="84011" cy="84011"/>
          </a:xfrm>
          <a:prstGeom prst="rect">
            <a:avLst/>
          </a:prstGeom>
          <a:solidFill>
            <a:srgbClr val="F5ECE2"/>
          </a:solidFill>
          <a:ln w="6067">
            <a:solidFill>
              <a:srgbClr val="FFFFFF"/>
            </a:solidFill>
            <a:prstDash val="solid"/>
          </a:ln>
        </p:spPr>
      </p:sp>
      <p:sp>
        <p:nvSpPr>
          <p:cNvPr id="689" name="shape-342"/>
          <p:cNvSpPr>
            <a:spLocks noGrp="1"/>
          </p:cNvSpPr>
          <p:nvPr/>
        </p:nvSpPr>
        <p:spPr>
          <a:xfrm>
            <a:off x="11556683" y="17323880"/>
            <a:ext cx="84011" cy="84011"/>
          </a:xfrm>
          <a:prstGeom prst="rect">
            <a:avLst/>
          </a:prstGeom>
          <a:solidFill>
            <a:srgbClr val="BE936F"/>
          </a:solidFill>
          <a:ln w="6067">
            <a:solidFill>
              <a:srgbClr val="FFFFFF"/>
            </a:solidFill>
            <a:prstDash val="solid"/>
          </a:ln>
        </p:spPr>
      </p:sp>
      <p:sp>
        <p:nvSpPr>
          <p:cNvPr id="690" name="shape-343"/>
          <p:cNvSpPr>
            <a:spLocks noGrp="1"/>
          </p:cNvSpPr>
          <p:nvPr/>
        </p:nvSpPr>
        <p:spPr>
          <a:xfrm>
            <a:off x="11640693" y="17323880"/>
            <a:ext cx="84011" cy="84011"/>
          </a:xfrm>
          <a:prstGeom prst="rect">
            <a:avLst/>
          </a:prstGeom>
          <a:solidFill>
            <a:srgbClr val="734624"/>
          </a:solidFill>
          <a:ln w="6067">
            <a:solidFill>
              <a:srgbClr val="FFFFFF"/>
            </a:solidFill>
            <a:prstDash val="solid"/>
          </a:ln>
        </p:spPr>
      </p:sp>
      <p:sp>
        <p:nvSpPr>
          <p:cNvPr id="691" name="shape-344"/>
          <p:cNvSpPr>
            <a:spLocks noGrp="1"/>
          </p:cNvSpPr>
          <p:nvPr/>
        </p:nvSpPr>
        <p:spPr>
          <a:xfrm>
            <a:off x="11724704" y="17323880"/>
            <a:ext cx="84011" cy="84011"/>
          </a:xfrm>
          <a:prstGeom prst="rect">
            <a:avLst/>
          </a:prstGeom>
          <a:solidFill>
            <a:srgbClr val="DFC8B3"/>
          </a:solidFill>
          <a:ln w="6067">
            <a:solidFill>
              <a:srgbClr val="FFFFFF"/>
            </a:solidFill>
            <a:prstDash val="solid"/>
          </a:ln>
        </p:spPr>
      </p:sp>
      <p:sp>
        <p:nvSpPr>
          <p:cNvPr id="692" name="shape-345"/>
          <p:cNvSpPr>
            <a:spLocks noGrp="1"/>
          </p:cNvSpPr>
          <p:nvPr/>
        </p:nvSpPr>
        <p:spPr>
          <a:xfrm>
            <a:off x="11472672" y="16903827"/>
            <a:ext cx="336042" cy="504063"/>
          </a:xfrm>
          <a:prstGeom prst="rect">
            <a:avLst/>
          </a:prstGeom>
          <a:noFill/>
          <a:ln w="6535">
            <a:solidFill>
              <a:srgbClr val="536779"/>
            </a:solidFill>
            <a:prstDash val="solid"/>
          </a:ln>
        </p:spPr>
      </p:sp>
      <p:sp>
        <p:nvSpPr>
          <p:cNvPr id="693" name="shape-346"/>
          <p:cNvSpPr>
            <a:spLocks noGrp="1"/>
          </p:cNvSpPr>
          <p:nvPr/>
        </p:nvSpPr>
        <p:spPr>
          <a:xfrm>
            <a:off x="13918311" y="16987838"/>
            <a:ext cx="84011" cy="84011"/>
          </a:xfrm>
          <a:prstGeom prst="rect">
            <a:avLst/>
          </a:prstGeom>
          <a:solidFill>
            <a:srgbClr val="F5ECE2"/>
          </a:solidFill>
          <a:ln w="6067">
            <a:solidFill>
              <a:srgbClr val="FFFFFF"/>
            </a:solidFill>
            <a:prstDash val="solid"/>
          </a:ln>
        </p:spPr>
      </p:sp>
      <p:sp>
        <p:nvSpPr>
          <p:cNvPr id="694" name="shape-347"/>
          <p:cNvSpPr>
            <a:spLocks noGrp="1"/>
          </p:cNvSpPr>
          <p:nvPr/>
        </p:nvSpPr>
        <p:spPr>
          <a:xfrm>
            <a:off x="14002322" y="16987838"/>
            <a:ext cx="84011" cy="84011"/>
          </a:xfrm>
          <a:prstGeom prst="rect">
            <a:avLst/>
          </a:prstGeom>
          <a:solidFill>
            <a:srgbClr val="BE936F"/>
          </a:solidFill>
          <a:ln w="6067">
            <a:solidFill>
              <a:srgbClr val="FFFFFF"/>
            </a:solidFill>
            <a:prstDash val="solid"/>
          </a:ln>
        </p:spPr>
      </p:sp>
      <p:sp>
        <p:nvSpPr>
          <p:cNvPr id="695" name="shape-348"/>
          <p:cNvSpPr>
            <a:spLocks noGrp="1"/>
          </p:cNvSpPr>
          <p:nvPr/>
        </p:nvSpPr>
        <p:spPr>
          <a:xfrm>
            <a:off x="14086332" y="16987838"/>
            <a:ext cx="84011" cy="84011"/>
          </a:xfrm>
          <a:prstGeom prst="rect">
            <a:avLst/>
          </a:prstGeom>
          <a:solidFill>
            <a:srgbClr val="734624"/>
          </a:solidFill>
          <a:ln w="6067">
            <a:solidFill>
              <a:srgbClr val="FFFFFF"/>
            </a:solidFill>
            <a:prstDash val="solid"/>
          </a:ln>
        </p:spPr>
      </p:sp>
      <p:sp>
        <p:nvSpPr>
          <p:cNvPr id="696" name="shape-349"/>
          <p:cNvSpPr>
            <a:spLocks noGrp="1"/>
          </p:cNvSpPr>
          <p:nvPr/>
        </p:nvSpPr>
        <p:spPr>
          <a:xfrm>
            <a:off x="14170343" y="16987838"/>
            <a:ext cx="84011" cy="84011"/>
          </a:xfrm>
          <a:prstGeom prst="rect">
            <a:avLst/>
          </a:prstGeom>
          <a:solidFill>
            <a:srgbClr val="DFC8B3"/>
          </a:solidFill>
          <a:ln w="6067">
            <a:solidFill>
              <a:srgbClr val="FFFFFF"/>
            </a:solidFill>
            <a:prstDash val="solid"/>
          </a:ln>
        </p:spPr>
      </p:sp>
      <p:sp>
        <p:nvSpPr>
          <p:cNvPr id="697" name="shape-350"/>
          <p:cNvSpPr>
            <a:spLocks noGrp="1"/>
          </p:cNvSpPr>
          <p:nvPr/>
        </p:nvSpPr>
        <p:spPr>
          <a:xfrm>
            <a:off x="13918311" y="17071848"/>
            <a:ext cx="84011" cy="84011"/>
          </a:xfrm>
          <a:prstGeom prst="rect">
            <a:avLst/>
          </a:prstGeom>
          <a:solidFill>
            <a:srgbClr val="9B6840"/>
          </a:solidFill>
          <a:ln w="6067">
            <a:solidFill>
              <a:srgbClr val="FFFFFF"/>
            </a:solidFill>
            <a:prstDash val="solid"/>
          </a:ln>
        </p:spPr>
      </p:sp>
      <p:sp>
        <p:nvSpPr>
          <p:cNvPr id="698" name="shape-351"/>
          <p:cNvSpPr>
            <a:spLocks noGrp="1"/>
          </p:cNvSpPr>
          <p:nvPr/>
        </p:nvSpPr>
        <p:spPr>
          <a:xfrm>
            <a:off x="14002322" y="17071848"/>
            <a:ext cx="84011" cy="84011"/>
          </a:xfrm>
          <a:prstGeom prst="rect">
            <a:avLst/>
          </a:prstGeom>
          <a:solidFill>
            <a:srgbClr val="DFC8B3"/>
          </a:solidFill>
          <a:ln w="6067">
            <a:solidFill>
              <a:srgbClr val="FFFFFF"/>
            </a:solidFill>
            <a:prstDash val="solid"/>
          </a:ln>
        </p:spPr>
      </p:sp>
      <p:sp>
        <p:nvSpPr>
          <p:cNvPr id="699" name="shape-352"/>
          <p:cNvSpPr>
            <a:spLocks noGrp="1"/>
          </p:cNvSpPr>
          <p:nvPr/>
        </p:nvSpPr>
        <p:spPr>
          <a:xfrm>
            <a:off x="14086332" y="17071848"/>
            <a:ext cx="84011" cy="84011"/>
          </a:xfrm>
          <a:prstGeom prst="rect">
            <a:avLst/>
          </a:prstGeom>
          <a:solidFill>
            <a:srgbClr val="734624"/>
          </a:solidFill>
          <a:ln w="6067">
            <a:solidFill>
              <a:srgbClr val="FFFFFF"/>
            </a:solidFill>
            <a:prstDash val="solid"/>
          </a:ln>
        </p:spPr>
      </p:sp>
      <p:sp>
        <p:nvSpPr>
          <p:cNvPr id="700" name="shape-353"/>
          <p:cNvSpPr>
            <a:spLocks noGrp="1"/>
          </p:cNvSpPr>
          <p:nvPr/>
        </p:nvSpPr>
        <p:spPr>
          <a:xfrm>
            <a:off x="14170343" y="17071848"/>
            <a:ext cx="84011" cy="84011"/>
          </a:xfrm>
          <a:prstGeom prst="rect">
            <a:avLst/>
          </a:prstGeom>
          <a:solidFill>
            <a:srgbClr val="BE936F"/>
          </a:solidFill>
          <a:ln w="6067">
            <a:solidFill>
              <a:srgbClr val="FFFFFF"/>
            </a:solidFill>
            <a:prstDash val="solid"/>
          </a:ln>
        </p:spPr>
      </p:sp>
      <p:sp>
        <p:nvSpPr>
          <p:cNvPr id="701" name="shape-354"/>
          <p:cNvSpPr>
            <a:spLocks noGrp="1"/>
          </p:cNvSpPr>
          <p:nvPr/>
        </p:nvSpPr>
        <p:spPr>
          <a:xfrm>
            <a:off x="13918311" y="17155859"/>
            <a:ext cx="84011" cy="84011"/>
          </a:xfrm>
          <a:prstGeom prst="rect">
            <a:avLst/>
          </a:prstGeom>
          <a:solidFill>
            <a:srgbClr val="DFC8B3"/>
          </a:solidFill>
          <a:ln w="6067">
            <a:solidFill>
              <a:srgbClr val="FFFFFF"/>
            </a:solidFill>
            <a:prstDash val="solid"/>
          </a:ln>
        </p:spPr>
      </p:sp>
      <p:sp>
        <p:nvSpPr>
          <p:cNvPr id="702" name="shape-355"/>
          <p:cNvSpPr>
            <a:spLocks noGrp="1"/>
          </p:cNvSpPr>
          <p:nvPr/>
        </p:nvSpPr>
        <p:spPr>
          <a:xfrm>
            <a:off x="14002322" y="17155859"/>
            <a:ext cx="84011" cy="84011"/>
          </a:xfrm>
          <a:prstGeom prst="rect">
            <a:avLst/>
          </a:prstGeom>
          <a:solidFill>
            <a:srgbClr val="F5ECE2"/>
          </a:solidFill>
          <a:ln w="6067">
            <a:solidFill>
              <a:srgbClr val="FFFFFF"/>
            </a:solidFill>
            <a:prstDash val="solid"/>
          </a:ln>
        </p:spPr>
      </p:sp>
      <p:sp>
        <p:nvSpPr>
          <p:cNvPr id="703" name="shape-356"/>
          <p:cNvSpPr>
            <a:spLocks noGrp="1"/>
          </p:cNvSpPr>
          <p:nvPr/>
        </p:nvSpPr>
        <p:spPr>
          <a:xfrm>
            <a:off x="14086332" y="17155859"/>
            <a:ext cx="84011" cy="84011"/>
          </a:xfrm>
          <a:prstGeom prst="rect">
            <a:avLst/>
          </a:prstGeom>
          <a:solidFill>
            <a:srgbClr val="734624"/>
          </a:solidFill>
          <a:ln w="6067">
            <a:solidFill>
              <a:srgbClr val="FFFFFF"/>
            </a:solidFill>
            <a:prstDash val="solid"/>
          </a:ln>
        </p:spPr>
      </p:sp>
      <p:sp>
        <p:nvSpPr>
          <p:cNvPr id="704" name="shape-357"/>
          <p:cNvSpPr>
            <a:spLocks noGrp="1"/>
          </p:cNvSpPr>
          <p:nvPr/>
        </p:nvSpPr>
        <p:spPr>
          <a:xfrm>
            <a:off x="14170343" y="17155859"/>
            <a:ext cx="84011" cy="84011"/>
          </a:xfrm>
          <a:prstGeom prst="rect">
            <a:avLst/>
          </a:prstGeom>
          <a:solidFill>
            <a:srgbClr val="9B6840"/>
          </a:solidFill>
          <a:ln w="6067">
            <a:solidFill>
              <a:srgbClr val="FFFFFF"/>
            </a:solidFill>
            <a:prstDash val="solid"/>
          </a:ln>
        </p:spPr>
      </p:sp>
      <p:sp>
        <p:nvSpPr>
          <p:cNvPr id="705" name="shape-358"/>
          <p:cNvSpPr>
            <a:spLocks noGrp="1"/>
          </p:cNvSpPr>
          <p:nvPr/>
        </p:nvSpPr>
        <p:spPr>
          <a:xfrm>
            <a:off x="13918311" y="17239869"/>
            <a:ext cx="84011" cy="84011"/>
          </a:xfrm>
          <a:prstGeom prst="rect">
            <a:avLst/>
          </a:prstGeom>
          <a:solidFill>
            <a:srgbClr val="734624"/>
          </a:solidFill>
          <a:ln w="6067">
            <a:solidFill>
              <a:srgbClr val="FFFFFF"/>
            </a:solidFill>
            <a:prstDash val="solid"/>
          </a:ln>
        </p:spPr>
      </p:sp>
      <p:sp>
        <p:nvSpPr>
          <p:cNvPr id="706" name="shape-359"/>
          <p:cNvSpPr>
            <a:spLocks noGrp="1"/>
          </p:cNvSpPr>
          <p:nvPr/>
        </p:nvSpPr>
        <p:spPr>
          <a:xfrm>
            <a:off x="14002322" y="17239869"/>
            <a:ext cx="84011" cy="84011"/>
          </a:xfrm>
          <a:prstGeom prst="rect">
            <a:avLst/>
          </a:prstGeom>
          <a:solidFill>
            <a:srgbClr val="734624"/>
          </a:solidFill>
          <a:ln w="6067">
            <a:solidFill>
              <a:srgbClr val="FFFFFF"/>
            </a:solidFill>
            <a:prstDash val="solid"/>
          </a:ln>
        </p:spPr>
      </p:sp>
      <p:sp>
        <p:nvSpPr>
          <p:cNvPr id="707" name="shape-360"/>
          <p:cNvSpPr>
            <a:spLocks noGrp="1"/>
          </p:cNvSpPr>
          <p:nvPr/>
        </p:nvSpPr>
        <p:spPr>
          <a:xfrm>
            <a:off x="14086332" y="17239869"/>
            <a:ext cx="84011" cy="84011"/>
          </a:xfrm>
          <a:prstGeom prst="rect">
            <a:avLst/>
          </a:prstGeom>
          <a:solidFill>
            <a:srgbClr val="734624"/>
          </a:solidFill>
          <a:ln w="6067">
            <a:solidFill>
              <a:srgbClr val="FFFFFF"/>
            </a:solidFill>
            <a:prstDash val="solid"/>
          </a:ln>
        </p:spPr>
      </p:sp>
      <p:sp>
        <p:nvSpPr>
          <p:cNvPr id="708" name="shape-361"/>
          <p:cNvSpPr>
            <a:spLocks noGrp="1"/>
          </p:cNvSpPr>
          <p:nvPr/>
        </p:nvSpPr>
        <p:spPr>
          <a:xfrm>
            <a:off x="14170343" y="17239869"/>
            <a:ext cx="84011" cy="84011"/>
          </a:xfrm>
          <a:prstGeom prst="rect">
            <a:avLst/>
          </a:prstGeom>
          <a:solidFill>
            <a:srgbClr val="734624"/>
          </a:solidFill>
          <a:ln w="6067">
            <a:solidFill>
              <a:srgbClr val="FFFFFF"/>
            </a:solidFill>
            <a:prstDash val="solid"/>
          </a:ln>
        </p:spPr>
      </p:sp>
      <p:sp>
        <p:nvSpPr>
          <p:cNvPr id="709" name="shape-362"/>
          <p:cNvSpPr>
            <a:spLocks noGrp="1"/>
          </p:cNvSpPr>
          <p:nvPr/>
        </p:nvSpPr>
        <p:spPr>
          <a:xfrm>
            <a:off x="13918311" y="16987838"/>
            <a:ext cx="336042" cy="336042"/>
          </a:xfrm>
          <a:prstGeom prst="rect">
            <a:avLst/>
          </a:prstGeom>
          <a:noFill/>
          <a:ln w="6535">
            <a:solidFill>
              <a:srgbClr val="536779"/>
            </a:solidFill>
            <a:prstDash val="solid"/>
          </a:ln>
        </p:spPr>
      </p:sp>
      <p:sp>
        <p:nvSpPr>
          <p:cNvPr id="710" name="shape-363"/>
          <p:cNvSpPr>
            <a:spLocks noGrp="1"/>
          </p:cNvSpPr>
          <p:nvPr/>
        </p:nvSpPr>
        <p:spPr>
          <a:xfrm>
            <a:off x="15523845" y="16987838"/>
            <a:ext cx="84011" cy="84011"/>
          </a:xfrm>
          <a:prstGeom prst="rect">
            <a:avLst/>
          </a:prstGeom>
          <a:solidFill>
            <a:srgbClr val="F5ECE2"/>
          </a:solidFill>
          <a:ln w="6067">
            <a:solidFill>
              <a:srgbClr val="FFFFFF"/>
            </a:solidFill>
            <a:prstDash val="solid"/>
          </a:ln>
        </p:spPr>
      </p:sp>
      <p:sp>
        <p:nvSpPr>
          <p:cNvPr id="711" name="shape-364"/>
          <p:cNvSpPr>
            <a:spLocks noGrp="1"/>
          </p:cNvSpPr>
          <p:nvPr/>
        </p:nvSpPr>
        <p:spPr>
          <a:xfrm>
            <a:off x="15607855" y="16987838"/>
            <a:ext cx="84011" cy="84011"/>
          </a:xfrm>
          <a:prstGeom prst="rect">
            <a:avLst/>
          </a:prstGeom>
          <a:solidFill>
            <a:srgbClr val="BE936F"/>
          </a:solidFill>
          <a:ln w="6067">
            <a:solidFill>
              <a:srgbClr val="FFFFFF"/>
            </a:solidFill>
            <a:prstDash val="solid"/>
          </a:ln>
        </p:spPr>
      </p:sp>
      <p:sp>
        <p:nvSpPr>
          <p:cNvPr id="712" name="shape-365"/>
          <p:cNvSpPr>
            <a:spLocks noGrp="1"/>
          </p:cNvSpPr>
          <p:nvPr/>
        </p:nvSpPr>
        <p:spPr>
          <a:xfrm>
            <a:off x="15691866" y="16987838"/>
            <a:ext cx="84011" cy="84011"/>
          </a:xfrm>
          <a:prstGeom prst="rect">
            <a:avLst/>
          </a:prstGeom>
          <a:solidFill>
            <a:srgbClr val="734624"/>
          </a:solidFill>
          <a:ln w="6067">
            <a:solidFill>
              <a:srgbClr val="FFFFFF"/>
            </a:solidFill>
            <a:prstDash val="solid"/>
          </a:ln>
        </p:spPr>
      </p:sp>
      <p:sp>
        <p:nvSpPr>
          <p:cNvPr id="713" name="shape-366"/>
          <p:cNvSpPr>
            <a:spLocks noGrp="1"/>
          </p:cNvSpPr>
          <p:nvPr/>
        </p:nvSpPr>
        <p:spPr>
          <a:xfrm>
            <a:off x="15775877" y="16987838"/>
            <a:ext cx="84011" cy="84011"/>
          </a:xfrm>
          <a:prstGeom prst="rect">
            <a:avLst/>
          </a:prstGeom>
          <a:solidFill>
            <a:srgbClr val="DFC8B3"/>
          </a:solidFill>
          <a:ln w="6067">
            <a:solidFill>
              <a:srgbClr val="FFFFFF"/>
            </a:solidFill>
            <a:prstDash val="solid"/>
          </a:ln>
        </p:spPr>
      </p:sp>
      <p:sp>
        <p:nvSpPr>
          <p:cNvPr id="714" name="shape-367"/>
          <p:cNvSpPr>
            <a:spLocks noGrp="1"/>
          </p:cNvSpPr>
          <p:nvPr/>
        </p:nvSpPr>
        <p:spPr>
          <a:xfrm>
            <a:off x="15523845" y="17071848"/>
            <a:ext cx="84011" cy="84011"/>
          </a:xfrm>
          <a:prstGeom prst="rect">
            <a:avLst/>
          </a:prstGeom>
          <a:solidFill>
            <a:srgbClr val="9B6840"/>
          </a:solidFill>
          <a:ln w="6067">
            <a:solidFill>
              <a:srgbClr val="FFFFFF"/>
            </a:solidFill>
            <a:prstDash val="solid"/>
          </a:ln>
        </p:spPr>
      </p:sp>
      <p:sp>
        <p:nvSpPr>
          <p:cNvPr id="715" name="shape-368"/>
          <p:cNvSpPr>
            <a:spLocks noGrp="1"/>
          </p:cNvSpPr>
          <p:nvPr/>
        </p:nvSpPr>
        <p:spPr>
          <a:xfrm>
            <a:off x="15607855" y="17071848"/>
            <a:ext cx="84011" cy="84011"/>
          </a:xfrm>
          <a:prstGeom prst="rect">
            <a:avLst/>
          </a:prstGeom>
          <a:solidFill>
            <a:srgbClr val="DFC8B3"/>
          </a:solidFill>
          <a:ln w="6067">
            <a:solidFill>
              <a:srgbClr val="FFFFFF"/>
            </a:solidFill>
            <a:prstDash val="solid"/>
          </a:ln>
        </p:spPr>
      </p:sp>
      <p:sp>
        <p:nvSpPr>
          <p:cNvPr id="716" name="shape-369"/>
          <p:cNvSpPr>
            <a:spLocks noGrp="1"/>
          </p:cNvSpPr>
          <p:nvPr/>
        </p:nvSpPr>
        <p:spPr>
          <a:xfrm>
            <a:off x="15691866" y="17071848"/>
            <a:ext cx="84011" cy="84011"/>
          </a:xfrm>
          <a:prstGeom prst="rect">
            <a:avLst/>
          </a:prstGeom>
          <a:solidFill>
            <a:srgbClr val="734624"/>
          </a:solidFill>
          <a:ln w="6067">
            <a:solidFill>
              <a:srgbClr val="FFFFFF"/>
            </a:solidFill>
            <a:prstDash val="solid"/>
          </a:ln>
        </p:spPr>
      </p:sp>
      <p:sp>
        <p:nvSpPr>
          <p:cNvPr id="717" name="shape-370"/>
          <p:cNvSpPr>
            <a:spLocks noGrp="1"/>
          </p:cNvSpPr>
          <p:nvPr/>
        </p:nvSpPr>
        <p:spPr>
          <a:xfrm>
            <a:off x="15775877" y="17071848"/>
            <a:ext cx="84011" cy="84011"/>
          </a:xfrm>
          <a:prstGeom prst="rect">
            <a:avLst/>
          </a:prstGeom>
          <a:solidFill>
            <a:srgbClr val="BE936F"/>
          </a:solidFill>
          <a:ln w="6067">
            <a:solidFill>
              <a:srgbClr val="FFFFFF"/>
            </a:solidFill>
            <a:prstDash val="solid"/>
          </a:ln>
        </p:spPr>
      </p:sp>
      <p:sp>
        <p:nvSpPr>
          <p:cNvPr id="718" name="shape-371"/>
          <p:cNvSpPr>
            <a:spLocks noGrp="1"/>
          </p:cNvSpPr>
          <p:nvPr/>
        </p:nvSpPr>
        <p:spPr>
          <a:xfrm>
            <a:off x="15523845" y="17155859"/>
            <a:ext cx="84011" cy="84011"/>
          </a:xfrm>
          <a:prstGeom prst="rect">
            <a:avLst/>
          </a:prstGeom>
          <a:solidFill>
            <a:srgbClr val="DFC8B3"/>
          </a:solidFill>
          <a:ln w="6067">
            <a:solidFill>
              <a:srgbClr val="FFFFFF"/>
            </a:solidFill>
            <a:prstDash val="solid"/>
          </a:ln>
        </p:spPr>
      </p:sp>
      <p:sp>
        <p:nvSpPr>
          <p:cNvPr id="719" name="shape-372"/>
          <p:cNvSpPr>
            <a:spLocks noGrp="1"/>
          </p:cNvSpPr>
          <p:nvPr/>
        </p:nvSpPr>
        <p:spPr>
          <a:xfrm>
            <a:off x="15607855" y="17155859"/>
            <a:ext cx="84011" cy="84011"/>
          </a:xfrm>
          <a:prstGeom prst="rect">
            <a:avLst/>
          </a:prstGeom>
          <a:solidFill>
            <a:srgbClr val="F5ECE2"/>
          </a:solidFill>
          <a:ln w="6067">
            <a:solidFill>
              <a:srgbClr val="FFFFFF"/>
            </a:solidFill>
            <a:prstDash val="solid"/>
          </a:ln>
        </p:spPr>
      </p:sp>
      <p:sp>
        <p:nvSpPr>
          <p:cNvPr id="720" name="shape-373"/>
          <p:cNvSpPr>
            <a:spLocks noGrp="1"/>
          </p:cNvSpPr>
          <p:nvPr/>
        </p:nvSpPr>
        <p:spPr>
          <a:xfrm>
            <a:off x="15691866" y="17155859"/>
            <a:ext cx="84011" cy="84011"/>
          </a:xfrm>
          <a:prstGeom prst="rect">
            <a:avLst/>
          </a:prstGeom>
          <a:solidFill>
            <a:srgbClr val="734624"/>
          </a:solidFill>
          <a:ln w="6067">
            <a:solidFill>
              <a:srgbClr val="FFFFFF"/>
            </a:solidFill>
            <a:prstDash val="solid"/>
          </a:ln>
        </p:spPr>
      </p:sp>
      <p:sp>
        <p:nvSpPr>
          <p:cNvPr id="721" name="shape-374"/>
          <p:cNvSpPr>
            <a:spLocks noGrp="1"/>
          </p:cNvSpPr>
          <p:nvPr/>
        </p:nvSpPr>
        <p:spPr>
          <a:xfrm>
            <a:off x="15775877" y="17155859"/>
            <a:ext cx="84011" cy="84011"/>
          </a:xfrm>
          <a:prstGeom prst="rect">
            <a:avLst/>
          </a:prstGeom>
          <a:solidFill>
            <a:srgbClr val="9B6840"/>
          </a:solidFill>
          <a:ln w="6067">
            <a:solidFill>
              <a:srgbClr val="FFFFFF"/>
            </a:solidFill>
            <a:prstDash val="solid"/>
          </a:ln>
        </p:spPr>
      </p:sp>
      <p:sp>
        <p:nvSpPr>
          <p:cNvPr id="722" name="shape-375"/>
          <p:cNvSpPr>
            <a:spLocks noGrp="1"/>
          </p:cNvSpPr>
          <p:nvPr/>
        </p:nvSpPr>
        <p:spPr>
          <a:xfrm>
            <a:off x="15523845" y="17239869"/>
            <a:ext cx="84011" cy="84011"/>
          </a:xfrm>
          <a:prstGeom prst="rect">
            <a:avLst/>
          </a:prstGeom>
          <a:solidFill>
            <a:srgbClr val="734624"/>
          </a:solidFill>
          <a:ln w="6067">
            <a:solidFill>
              <a:srgbClr val="FFFFFF"/>
            </a:solidFill>
            <a:prstDash val="solid"/>
          </a:ln>
        </p:spPr>
      </p:sp>
      <p:sp>
        <p:nvSpPr>
          <p:cNvPr id="723" name="shape-376"/>
          <p:cNvSpPr>
            <a:spLocks noGrp="1"/>
          </p:cNvSpPr>
          <p:nvPr/>
        </p:nvSpPr>
        <p:spPr>
          <a:xfrm>
            <a:off x="15607855" y="17239869"/>
            <a:ext cx="84011" cy="84011"/>
          </a:xfrm>
          <a:prstGeom prst="rect">
            <a:avLst/>
          </a:prstGeom>
          <a:solidFill>
            <a:srgbClr val="734624"/>
          </a:solidFill>
          <a:ln w="6067">
            <a:solidFill>
              <a:srgbClr val="FFFFFF"/>
            </a:solidFill>
            <a:prstDash val="solid"/>
          </a:ln>
        </p:spPr>
      </p:sp>
      <p:sp>
        <p:nvSpPr>
          <p:cNvPr id="724" name="shape-377"/>
          <p:cNvSpPr>
            <a:spLocks noGrp="1"/>
          </p:cNvSpPr>
          <p:nvPr/>
        </p:nvSpPr>
        <p:spPr>
          <a:xfrm>
            <a:off x="15691866" y="17239869"/>
            <a:ext cx="84011" cy="84011"/>
          </a:xfrm>
          <a:prstGeom prst="rect">
            <a:avLst/>
          </a:prstGeom>
          <a:solidFill>
            <a:srgbClr val="734624"/>
          </a:solidFill>
          <a:ln w="6067">
            <a:solidFill>
              <a:srgbClr val="FFFFFF"/>
            </a:solidFill>
            <a:prstDash val="solid"/>
          </a:ln>
        </p:spPr>
      </p:sp>
      <p:sp>
        <p:nvSpPr>
          <p:cNvPr id="725" name="shape-378"/>
          <p:cNvSpPr>
            <a:spLocks noGrp="1"/>
          </p:cNvSpPr>
          <p:nvPr/>
        </p:nvSpPr>
        <p:spPr>
          <a:xfrm>
            <a:off x="15775877" y="17239869"/>
            <a:ext cx="84011" cy="84011"/>
          </a:xfrm>
          <a:prstGeom prst="rect">
            <a:avLst/>
          </a:prstGeom>
          <a:solidFill>
            <a:srgbClr val="734624"/>
          </a:solidFill>
          <a:ln w="6067">
            <a:solidFill>
              <a:srgbClr val="FFFFFF"/>
            </a:solidFill>
            <a:prstDash val="solid"/>
          </a:ln>
        </p:spPr>
      </p:sp>
      <p:sp>
        <p:nvSpPr>
          <p:cNvPr id="726" name="shape-379"/>
          <p:cNvSpPr>
            <a:spLocks noGrp="1"/>
          </p:cNvSpPr>
          <p:nvPr/>
        </p:nvSpPr>
        <p:spPr>
          <a:xfrm>
            <a:off x="15523845" y="16987838"/>
            <a:ext cx="336042" cy="336042"/>
          </a:xfrm>
          <a:prstGeom prst="rect">
            <a:avLst/>
          </a:prstGeom>
          <a:noFill/>
          <a:ln w="6535">
            <a:solidFill>
              <a:srgbClr val="536779"/>
            </a:solidFill>
            <a:prstDash val="solid"/>
          </a:ln>
        </p:spPr>
      </p:sp>
      <p:sp>
        <p:nvSpPr>
          <p:cNvPr id="727" name="Qᴾ"/>
          <p:cNvSpPr>
            <a:spLocks noGrp="1"/>
          </p:cNvSpPr>
          <p:nvPr/>
        </p:nvSpPr>
        <p:spPr>
          <a:xfrm>
            <a:off x="11033951" y="17034510"/>
            <a:ext cx="382715" cy="233363"/>
          </a:xfrm>
          <a:prstGeom prst="rect">
            <a:avLst/>
          </a:prstGeom>
          <a:noFill/>
          <a:ln w="0">
            <a:noFill/>
          </a:ln>
        </p:spPr>
        <p:txBody>
          <a:bodyPr wrap="none" lIns="0" tIns="0" rIns="0" bIns="0" anchor="ctr">
            <a:noAutofit/>
          </a:bodyPr>
          <a:lstStyle>
            <a:defPPr algn="ctr">
              <a:defRPr sz="1852" b="0" i="1">
                <a:solidFill>
                  <a:srgbClr val="805431"/>
                </a:solidFill>
                <a:latin typeface="Times New Roman" panose="02020503050405090304"/>
                <a:ea typeface="Times New Roman" panose="02020503050405090304"/>
                <a:cs typeface="Times New Roman" panose="02020503050405090304"/>
              </a:defRPr>
            </a:defPPr>
          </a:lstStyle>
          <a:p>
            <a:pPr algn="ctr">
              <a:defRPr sz="1852" b="0" i="1">
                <a:solidFill>
                  <a:srgbClr val="805431"/>
                </a:solidFill>
                <a:latin typeface="Times New Roman" panose="02020503050405090304"/>
                <a:ea typeface="Times New Roman" panose="02020503050405090304"/>
                <a:cs typeface="Times New Roman" panose="02020503050405090304"/>
              </a:defRPr>
            </a:pPr>
            <a:r>
              <a:rPr sz="1852" b="0" i="1">
                <a:solidFill>
                  <a:srgbClr val="805431"/>
                </a:solidFill>
                <a:latin typeface="Times New Roman" panose="02020503050405090304"/>
                <a:ea typeface="Times New Roman" panose="02020503050405090304"/>
                <a:cs typeface="Times New Roman" panose="02020503050405090304"/>
              </a:rPr>
              <a:t>Qᴾ</a:t>
            </a:r>
            <a:endParaRPr sz="1852" b="0" i="1">
              <a:solidFill>
                <a:srgbClr val="805431"/>
              </a:solidFill>
              <a:latin typeface="Times New Roman" panose="02020503050405090304"/>
              <a:ea typeface="Times New Roman" panose="02020503050405090304"/>
              <a:cs typeface="Times New Roman" panose="02020503050405090304"/>
            </a:endParaRPr>
          </a:p>
        </p:txBody>
      </p:sp>
      <p:sp>
        <p:nvSpPr>
          <p:cNvPr id="728" name="Kᴾ"/>
          <p:cNvSpPr>
            <a:spLocks noGrp="1"/>
          </p:cNvSpPr>
          <p:nvPr/>
        </p:nvSpPr>
        <p:spPr>
          <a:xfrm>
            <a:off x="13460921" y="17034510"/>
            <a:ext cx="401384" cy="233363"/>
          </a:xfrm>
          <a:prstGeom prst="rect">
            <a:avLst/>
          </a:prstGeom>
          <a:noFill/>
          <a:ln w="0">
            <a:noFill/>
          </a:ln>
        </p:spPr>
        <p:txBody>
          <a:bodyPr wrap="none" lIns="0" tIns="0" rIns="0" bIns="0" anchor="ctr">
            <a:noAutofit/>
          </a:bodyPr>
          <a:lstStyle>
            <a:defPPr algn="ctr">
              <a:defRPr sz="1852" b="0" i="1">
                <a:solidFill>
                  <a:srgbClr val="805431"/>
                </a:solidFill>
                <a:latin typeface="Times New Roman" panose="02020503050405090304"/>
                <a:ea typeface="Times New Roman" panose="02020503050405090304"/>
                <a:cs typeface="Times New Roman" panose="02020503050405090304"/>
              </a:defRPr>
            </a:defPPr>
          </a:lstStyle>
          <a:p>
            <a:pPr algn="ctr">
              <a:defRPr sz="1852" b="0" i="1">
                <a:solidFill>
                  <a:srgbClr val="805431"/>
                </a:solidFill>
                <a:latin typeface="Times New Roman" panose="02020503050405090304"/>
                <a:ea typeface="Times New Roman" panose="02020503050405090304"/>
                <a:cs typeface="Times New Roman" panose="02020503050405090304"/>
              </a:defRPr>
            </a:pPr>
            <a:r>
              <a:rPr sz="1852" b="0" i="1">
                <a:solidFill>
                  <a:srgbClr val="805431"/>
                </a:solidFill>
                <a:latin typeface="Times New Roman" panose="02020503050405090304"/>
                <a:ea typeface="Times New Roman" panose="02020503050405090304"/>
                <a:cs typeface="Times New Roman" panose="02020503050405090304"/>
              </a:rPr>
              <a:t>Kᴾ</a:t>
            </a:r>
            <a:endParaRPr sz="1852" b="0" i="1">
              <a:solidFill>
                <a:srgbClr val="805431"/>
              </a:solidFill>
              <a:latin typeface="Times New Roman" panose="02020503050405090304"/>
              <a:ea typeface="Times New Roman" panose="02020503050405090304"/>
              <a:cs typeface="Times New Roman" panose="02020503050405090304"/>
            </a:endParaRPr>
          </a:p>
        </p:txBody>
      </p:sp>
      <p:sp>
        <p:nvSpPr>
          <p:cNvPr id="729" name="Vᴾ"/>
          <p:cNvSpPr>
            <a:spLocks noGrp="1"/>
          </p:cNvSpPr>
          <p:nvPr/>
        </p:nvSpPr>
        <p:spPr>
          <a:xfrm>
            <a:off x="15934563" y="17034510"/>
            <a:ext cx="401384" cy="233363"/>
          </a:xfrm>
          <a:prstGeom prst="rect">
            <a:avLst/>
          </a:prstGeom>
          <a:noFill/>
          <a:ln w="0">
            <a:noFill/>
          </a:ln>
        </p:spPr>
        <p:txBody>
          <a:bodyPr wrap="none" lIns="0" tIns="0" rIns="0" bIns="0" anchor="ctr">
            <a:noAutofit/>
          </a:bodyPr>
          <a:lstStyle>
            <a:defPPr algn="ctr">
              <a:defRPr sz="1852" b="0" i="1">
                <a:solidFill>
                  <a:srgbClr val="805431"/>
                </a:solidFill>
                <a:latin typeface="Times New Roman" panose="02020503050405090304"/>
                <a:ea typeface="Times New Roman" panose="02020503050405090304"/>
                <a:cs typeface="Times New Roman" panose="02020503050405090304"/>
              </a:defRPr>
            </a:defPPr>
          </a:lstStyle>
          <a:p>
            <a:pPr algn="ctr">
              <a:defRPr sz="1852" b="0" i="1">
                <a:solidFill>
                  <a:srgbClr val="805431"/>
                </a:solidFill>
                <a:latin typeface="Times New Roman" panose="02020503050405090304"/>
                <a:ea typeface="Times New Roman" panose="02020503050405090304"/>
                <a:cs typeface="Times New Roman" panose="02020503050405090304"/>
              </a:defRPr>
            </a:pPr>
            <a:r>
              <a:rPr sz="1852" b="0" i="1">
                <a:solidFill>
                  <a:srgbClr val="805431"/>
                </a:solidFill>
                <a:latin typeface="Times New Roman" panose="02020503050405090304"/>
                <a:ea typeface="Times New Roman" panose="02020503050405090304"/>
                <a:cs typeface="Times New Roman" panose="02020503050405090304"/>
              </a:rPr>
              <a:t>Vᴾ</a:t>
            </a:r>
            <a:endParaRPr sz="1852" b="0" i="1">
              <a:solidFill>
                <a:srgbClr val="805431"/>
              </a:solidFill>
              <a:latin typeface="Times New Roman" panose="02020503050405090304"/>
              <a:ea typeface="Times New Roman" panose="02020503050405090304"/>
              <a:cs typeface="Times New Roman" panose="02020503050405090304"/>
            </a:endParaRPr>
          </a:p>
        </p:txBody>
      </p:sp>
      <p:sp>
        <p:nvSpPr>
          <p:cNvPr id="730" name="38 × 20"/>
          <p:cNvSpPr>
            <a:spLocks noGrp="1"/>
          </p:cNvSpPr>
          <p:nvPr/>
        </p:nvSpPr>
        <p:spPr>
          <a:xfrm>
            <a:off x="11229975" y="17463897"/>
            <a:ext cx="849439" cy="214694"/>
          </a:xfrm>
          <a:prstGeom prst="rect">
            <a:avLst/>
          </a:prstGeom>
          <a:noFill/>
          <a:ln w="0">
            <a:noFill/>
          </a:ln>
        </p:spPr>
        <p:txBody>
          <a:bodyPr wrap="none" lIns="0" tIns="0" rIns="0" bIns="0" anchor="ctr">
            <a:noAutofit/>
          </a:bodyPr>
          <a:lstStyle>
            <a:defPPr algn="ctr">
              <a:defRPr sz="1562" b="0" i="0">
                <a:solidFill>
                  <a:srgbClr val="805431"/>
                </a:solidFill>
                <a:latin typeface="Times New Roman" panose="02020503050405090304"/>
                <a:ea typeface="Times New Roman" panose="02020503050405090304"/>
                <a:cs typeface="Times New Roman" panose="02020503050405090304"/>
              </a:defRPr>
            </a:defPPr>
          </a:lstStyle>
          <a:p>
            <a:pPr algn="ctr">
              <a:defRPr sz="1562" b="0" i="0">
                <a:solidFill>
                  <a:srgbClr val="805431"/>
                </a:solidFill>
                <a:latin typeface="Times New Roman" panose="02020503050405090304"/>
                <a:ea typeface="Times New Roman" panose="02020503050405090304"/>
                <a:cs typeface="Times New Roman" panose="02020503050405090304"/>
              </a:defRPr>
            </a:pPr>
            <a:r>
              <a:rPr sz="1562" b="0" i="0">
                <a:solidFill>
                  <a:srgbClr val="805431"/>
                </a:solidFill>
                <a:latin typeface="Times New Roman" panose="02020503050405090304"/>
                <a:ea typeface="Times New Roman" panose="02020503050405090304"/>
                <a:cs typeface="Times New Roman" panose="02020503050405090304"/>
              </a:rPr>
              <a:t>38 × 20</a:t>
            </a:r>
            <a:endParaRPr sz="1562" b="0" i="0">
              <a:solidFill>
                <a:srgbClr val="805431"/>
              </a:solidFill>
              <a:latin typeface="Times New Roman" panose="02020503050405090304"/>
              <a:ea typeface="Times New Roman" panose="02020503050405090304"/>
              <a:cs typeface="Times New Roman" panose="02020503050405090304"/>
            </a:endParaRPr>
          </a:p>
        </p:txBody>
      </p:sp>
      <p:sp>
        <p:nvSpPr>
          <p:cNvPr id="731" name="16 × 20"/>
          <p:cNvSpPr>
            <a:spLocks noGrp="1"/>
          </p:cNvSpPr>
          <p:nvPr/>
        </p:nvSpPr>
        <p:spPr>
          <a:xfrm>
            <a:off x="13638276" y="17463897"/>
            <a:ext cx="933450" cy="214694"/>
          </a:xfrm>
          <a:prstGeom prst="rect">
            <a:avLst/>
          </a:prstGeom>
          <a:noFill/>
          <a:ln w="0">
            <a:noFill/>
          </a:ln>
        </p:spPr>
        <p:txBody>
          <a:bodyPr wrap="none" lIns="0" tIns="0" rIns="0" bIns="0" anchor="ctr">
            <a:noAutofit/>
          </a:bodyPr>
          <a:lstStyle>
            <a:defPPr algn="ctr">
              <a:defRPr sz="1562" b="0" i="0">
                <a:solidFill>
                  <a:srgbClr val="805431"/>
                </a:solidFill>
                <a:latin typeface="Times New Roman" panose="02020503050405090304"/>
                <a:ea typeface="Times New Roman" panose="02020503050405090304"/>
                <a:cs typeface="Times New Roman" panose="02020503050405090304"/>
              </a:defRPr>
            </a:defPPr>
          </a:lstStyle>
          <a:p>
            <a:pPr algn="ctr">
              <a:defRPr sz="1562" b="0" i="0">
                <a:solidFill>
                  <a:srgbClr val="805431"/>
                </a:solidFill>
                <a:latin typeface="Times New Roman" panose="02020503050405090304"/>
                <a:ea typeface="Times New Roman" panose="02020503050405090304"/>
                <a:cs typeface="Times New Roman" panose="02020503050405090304"/>
              </a:defRPr>
            </a:pPr>
            <a:r>
              <a:rPr sz="1562" b="0" i="0">
                <a:solidFill>
                  <a:srgbClr val="805431"/>
                </a:solidFill>
                <a:latin typeface="Times New Roman" panose="02020503050405090304"/>
                <a:ea typeface="Times New Roman" panose="02020503050405090304"/>
                <a:cs typeface="Times New Roman" panose="02020503050405090304"/>
              </a:rPr>
              <a:t>16 × 20</a:t>
            </a:r>
            <a:endParaRPr sz="1562" b="0" i="0">
              <a:solidFill>
                <a:srgbClr val="805431"/>
              </a:solidFill>
              <a:latin typeface="Times New Roman" panose="02020503050405090304"/>
              <a:ea typeface="Times New Roman" panose="02020503050405090304"/>
              <a:cs typeface="Times New Roman" panose="02020503050405090304"/>
            </a:endParaRPr>
          </a:p>
        </p:txBody>
      </p:sp>
      <p:sp>
        <p:nvSpPr>
          <p:cNvPr id="732" name="16 × 20"/>
          <p:cNvSpPr>
            <a:spLocks noGrp="1"/>
          </p:cNvSpPr>
          <p:nvPr/>
        </p:nvSpPr>
        <p:spPr>
          <a:xfrm>
            <a:off x="15243810" y="17463897"/>
            <a:ext cx="933450" cy="214694"/>
          </a:xfrm>
          <a:prstGeom prst="rect">
            <a:avLst/>
          </a:prstGeom>
          <a:noFill/>
          <a:ln w="0">
            <a:noFill/>
          </a:ln>
        </p:spPr>
        <p:txBody>
          <a:bodyPr wrap="none" lIns="0" tIns="0" rIns="0" bIns="0" anchor="ctr">
            <a:noAutofit/>
          </a:bodyPr>
          <a:lstStyle>
            <a:defPPr algn="ctr">
              <a:defRPr sz="1562" b="0" i="0">
                <a:solidFill>
                  <a:srgbClr val="805431"/>
                </a:solidFill>
                <a:latin typeface="Times New Roman" panose="02020503050405090304"/>
                <a:ea typeface="Times New Roman" panose="02020503050405090304"/>
                <a:cs typeface="Times New Roman" panose="02020503050405090304"/>
              </a:defRPr>
            </a:defPPr>
          </a:lstStyle>
          <a:p>
            <a:pPr algn="ctr">
              <a:defRPr sz="1562" b="0" i="0">
                <a:solidFill>
                  <a:srgbClr val="805431"/>
                </a:solidFill>
                <a:latin typeface="Times New Roman" panose="02020503050405090304"/>
                <a:ea typeface="Times New Roman" panose="02020503050405090304"/>
                <a:cs typeface="Times New Roman" panose="02020503050405090304"/>
              </a:defRPr>
            </a:pPr>
            <a:r>
              <a:rPr sz="1562" b="0" i="0">
                <a:solidFill>
                  <a:srgbClr val="805431"/>
                </a:solidFill>
                <a:latin typeface="Times New Roman" panose="02020503050405090304"/>
                <a:ea typeface="Times New Roman" panose="02020503050405090304"/>
                <a:cs typeface="Times New Roman" panose="02020503050405090304"/>
              </a:rPr>
              <a:t>16 × 20</a:t>
            </a:r>
            <a:endParaRPr sz="1562" b="0" i="0">
              <a:solidFill>
                <a:srgbClr val="805431"/>
              </a:solidFill>
              <a:latin typeface="Times New Roman" panose="02020503050405090304"/>
              <a:ea typeface="Times New Roman" panose="02020503050405090304"/>
              <a:cs typeface="Times New Roman" panose="02020503050405090304"/>
            </a:endParaRPr>
          </a:p>
        </p:txBody>
      </p:sp>
      <p:sp>
        <p:nvSpPr>
          <p:cNvPr id="733" name="line-380"/>
          <p:cNvSpPr>
            <a:spLocks noGrp="1"/>
          </p:cNvSpPr>
          <p:nvPr/>
        </p:nvSpPr>
        <p:spPr>
          <a:xfrm>
            <a:off x="11920728" y="16698468"/>
            <a:ext cx="93" cy="84011"/>
          </a:xfrm>
          <a:custGeom>
            <a:avLst/>
            <a:gdLst/>
            <a:ahLst/>
            <a:cxnLst/>
            <a:pathLst>
              <a:path w="95" h="85725">
                <a:moveTo>
                  <a:pt x="0" y="0"/>
                </a:moveTo>
                <a:lnTo>
                  <a:pt x="0" y="85725"/>
                </a:lnTo>
              </a:path>
            </a:pathLst>
          </a:custGeom>
          <a:noFill/>
          <a:ln w="13890">
            <a:solidFill>
              <a:srgbClr val="805431"/>
            </a:solidFill>
            <a:prstDash val="solid"/>
          </a:ln>
        </p:spPr>
      </p:sp>
      <p:sp>
        <p:nvSpPr>
          <p:cNvPr id="734" name="line-381"/>
          <p:cNvSpPr>
            <a:spLocks noGrp="1"/>
          </p:cNvSpPr>
          <p:nvPr/>
        </p:nvSpPr>
        <p:spPr>
          <a:xfrm>
            <a:off x="11640693" y="16782479"/>
            <a:ext cx="280035" cy="93"/>
          </a:xfrm>
          <a:custGeom>
            <a:avLst/>
            <a:gdLst/>
            <a:ahLst/>
            <a:cxnLst/>
            <a:pathLst>
              <a:path w="285750" h="95">
                <a:moveTo>
                  <a:pt x="285750" y="0"/>
                </a:moveTo>
                <a:lnTo>
                  <a:pt x="0" y="0"/>
                </a:lnTo>
              </a:path>
            </a:pathLst>
          </a:custGeom>
          <a:noFill/>
          <a:ln w="13890">
            <a:solidFill>
              <a:srgbClr val="805431"/>
            </a:solidFill>
            <a:prstDash val="solid"/>
          </a:ln>
        </p:spPr>
      </p:sp>
      <p:sp>
        <p:nvSpPr>
          <p:cNvPr id="735" name="line-382"/>
          <p:cNvSpPr>
            <a:spLocks noGrp="1"/>
          </p:cNvSpPr>
          <p:nvPr/>
        </p:nvSpPr>
        <p:spPr>
          <a:xfrm>
            <a:off x="11640693" y="16782479"/>
            <a:ext cx="93" cy="121349"/>
          </a:xfrm>
          <a:custGeom>
            <a:avLst/>
            <a:gdLst/>
            <a:ahLst/>
            <a:cxnLst/>
            <a:pathLst>
              <a:path w="95" h="123825">
                <a:moveTo>
                  <a:pt x="0" y="0"/>
                </a:moveTo>
                <a:lnTo>
                  <a:pt x="0" y="123825"/>
                </a:lnTo>
              </a:path>
            </a:pathLst>
          </a:custGeom>
          <a:noFill/>
          <a:ln w="13890">
            <a:solidFill>
              <a:srgbClr val="805431"/>
            </a:solidFill>
            <a:prstDash val="solid"/>
          </a:ln>
        </p:spPr>
      </p:sp>
      <p:sp>
        <p:nvSpPr>
          <p:cNvPr id="736" name="line-383"/>
          <p:cNvSpPr>
            <a:spLocks noGrp="1"/>
          </p:cNvSpPr>
          <p:nvPr/>
        </p:nvSpPr>
        <p:spPr>
          <a:xfrm>
            <a:off x="11610520" y="16845870"/>
            <a:ext cx="30173" cy="57957"/>
          </a:xfrm>
          <a:custGeom>
            <a:avLst/>
            <a:gdLst/>
            <a:ahLst/>
            <a:cxnLst/>
            <a:pathLst>
              <a:path w="30789" h="59140">
                <a:moveTo>
                  <a:pt x="30789" y="59140"/>
                </a:moveTo>
                <a:lnTo>
                  <a:pt x="0" y="0"/>
                </a:lnTo>
              </a:path>
            </a:pathLst>
          </a:custGeom>
          <a:noFill/>
          <a:ln w="13890">
            <a:solidFill>
              <a:srgbClr val="805431"/>
            </a:solidFill>
            <a:prstDash val="solid"/>
          </a:ln>
        </p:spPr>
      </p:sp>
      <p:sp>
        <p:nvSpPr>
          <p:cNvPr id="737" name="line-384"/>
          <p:cNvSpPr>
            <a:spLocks noGrp="1"/>
          </p:cNvSpPr>
          <p:nvPr/>
        </p:nvSpPr>
        <p:spPr>
          <a:xfrm>
            <a:off x="11640693" y="16845870"/>
            <a:ext cx="30173" cy="57957"/>
          </a:xfrm>
          <a:custGeom>
            <a:avLst/>
            <a:gdLst/>
            <a:ahLst/>
            <a:cxnLst/>
            <a:pathLst>
              <a:path w="30789" h="59140">
                <a:moveTo>
                  <a:pt x="0" y="59140"/>
                </a:moveTo>
                <a:lnTo>
                  <a:pt x="30789" y="0"/>
                </a:lnTo>
              </a:path>
            </a:pathLst>
          </a:custGeom>
          <a:noFill/>
          <a:ln w="13890">
            <a:solidFill>
              <a:srgbClr val="805431"/>
            </a:solidFill>
            <a:prstDash val="solid"/>
          </a:ln>
        </p:spPr>
      </p:sp>
      <p:sp>
        <p:nvSpPr>
          <p:cNvPr id="738" name="line-385"/>
          <p:cNvSpPr>
            <a:spLocks noGrp="1"/>
          </p:cNvSpPr>
          <p:nvPr/>
        </p:nvSpPr>
        <p:spPr>
          <a:xfrm>
            <a:off x="14963775" y="16698468"/>
            <a:ext cx="93" cy="112014"/>
          </a:xfrm>
          <a:custGeom>
            <a:avLst/>
            <a:gdLst/>
            <a:ahLst/>
            <a:cxnLst/>
            <a:pathLst>
              <a:path w="95" h="114300">
                <a:moveTo>
                  <a:pt x="0" y="0"/>
                </a:moveTo>
                <a:lnTo>
                  <a:pt x="0" y="114300"/>
                </a:lnTo>
              </a:path>
            </a:pathLst>
          </a:custGeom>
          <a:noFill/>
          <a:ln w="13890">
            <a:solidFill>
              <a:srgbClr val="805431"/>
            </a:solidFill>
            <a:prstDash val="solid"/>
          </a:ln>
        </p:spPr>
      </p:sp>
      <p:sp>
        <p:nvSpPr>
          <p:cNvPr id="739" name="line-386"/>
          <p:cNvSpPr>
            <a:spLocks noGrp="1"/>
          </p:cNvSpPr>
          <p:nvPr/>
        </p:nvSpPr>
        <p:spPr>
          <a:xfrm>
            <a:off x="14086332" y="16810482"/>
            <a:ext cx="877443" cy="93"/>
          </a:xfrm>
          <a:custGeom>
            <a:avLst/>
            <a:gdLst/>
            <a:ahLst/>
            <a:cxnLst/>
            <a:pathLst>
              <a:path w="895350" h="95">
                <a:moveTo>
                  <a:pt x="895350" y="0"/>
                </a:moveTo>
                <a:lnTo>
                  <a:pt x="0" y="0"/>
                </a:lnTo>
              </a:path>
            </a:pathLst>
          </a:custGeom>
          <a:noFill/>
          <a:ln w="13890">
            <a:solidFill>
              <a:srgbClr val="805431"/>
            </a:solidFill>
            <a:prstDash val="solid"/>
          </a:ln>
        </p:spPr>
      </p:sp>
      <p:sp>
        <p:nvSpPr>
          <p:cNvPr id="740" name="line-387"/>
          <p:cNvSpPr>
            <a:spLocks noGrp="1"/>
          </p:cNvSpPr>
          <p:nvPr/>
        </p:nvSpPr>
        <p:spPr>
          <a:xfrm>
            <a:off x="14086332" y="16810482"/>
            <a:ext cx="93" cy="177356"/>
          </a:xfrm>
          <a:custGeom>
            <a:avLst/>
            <a:gdLst/>
            <a:ahLst/>
            <a:cxnLst/>
            <a:pathLst>
              <a:path w="95" h="180975">
                <a:moveTo>
                  <a:pt x="0" y="0"/>
                </a:moveTo>
                <a:lnTo>
                  <a:pt x="0" y="180975"/>
                </a:lnTo>
              </a:path>
            </a:pathLst>
          </a:custGeom>
          <a:noFill/>
          <a:ln w="13890">
            <a:solidFill>
              <a:srgbClr val="805431"/>
            </a:solidFill>
            <a:prstDash val="solid"/>
          </a:ln>
        </p:spPr>
      </p:sp>
      <p:sp>
        <p:nvSpPr>
          <p:cNvPr id="741" name="line-388"/>
          <p:cNvSpPr>
            <a:spLocks noGrp="1"/>
          </p:cNvSpPr>
          <p:nvPr/>
        </p:nvSpPr>
        <p:spPr>
          <a:xfrm>
            <a:off x="14056159" y="16929880"/>
            <a:ext cx="30173" cy="57957"/>
          </a:xfrm>
          <a:custGeom>
            <a:avLst/>
            <a:gdLst/>
            <a:ahLst/>
            <a:cxnLst/>
            <a:pathLst>
              <a:path w="30789" h="59140">
                <a:moveTo>
                  <a:pt x="30789" y="59140"/>
                </a:moveTo>
                <a:lnTo>
                  <a:pt x="0" y="0"/>
                </a:lnTo>
              </a:path>
            </a:pathLst>
          </a:custGeom>
          <a:noFill/>
          <a:ln w="13890">
            <a:solidFill>
              <a:srgbClr val="805431"/>
            </a:solidFill>
            <a:prstDash val="solid"/>
          </a:ln>
        </p:spPr>
      </p:sp>
      <p:sp>
        <p:nvSpPr>
          <p:cNvPr id="742" name="line-389"/>
          <p:cNvSpPr>
            <a:spLocks noGrp="1"/>
          </p:cNvSpPr>
          <p:nvPr/>
        </p:nvSpPr>
        <p:spPr>
          <a:xfrm>
            <a:off x="14086332" y="16929880"/>
            <a:ext cx="30173" cy="57957"/>
          </a:xfrm>
          <a:custGeom>
            <a:avLst/>
            <a:gdLst/>
            <a:ahLst/>
            <a:cxnLst/>
            <a:pathLst>
              <a:path w="30789" h="59140">
                <a:moveTo>
                  <a:pt x="0" y="59140"/>
                </a:moveTo>
                <a:lnTo>
                  <a:pt x="30789" y="0"/>
                </a:lnTo>
              </a:path>
            </a:pathLst>
          </a:custGeom>
          <a:noFill/>
          <a:ln w="13890">
            <a:solidFill>
              <a:srgbClr val="805431"/>
            </a:solidFill>
            <a:prstDash val="solid"/>
          </a:ln>
        </p:spPr>
      </p:sp>
      <p:sp>
        <p:nvSpPr>
          <p:cNvPr id="743" name="line-390"/>
          <p:cNvSpPr>
            <a:spLocks noGrp="1"/>
          </p:cNvSpPr>
          <p:nvPr/>
        </p:nvSpPr>
        <p:spPr>
          <a:xfrm>
            <a:off x="14963775" y="16810482"/>
            <a:ext cx="728091" cy="93"/>
          </a:xfrm>
          <a:custGeom>
            <a:avLst/>
            <a:gdLst/>
            <a:ahLst/>
            <a:cxnLst/>
            <a:pathLst>
              <a:path w="742950" h="95">
                <a:moveTo>
                  <a:pt x="0" y="0"/>
                </a:moveTo>
                <a:lnTo>
                  <a:pt x="742950" y="0"/>
                </a:lnTo>
              </a:path>
            </a:pathLst>
          </a:custGeom>
          <a:noFill/>
          <a:ln w="13890">
            <a:solidFill>
              <a:srgbClr val="805431"/>
            </a:solidFill>
            <a:prstDash val="solid"/>
          </a:ln>
        </p:spPr>
      </p:sp>
      <p:sp>
        <p:nvSpPr>
          <p:cNvPr id="744" name="line-391"/>
          <p:cNvSpPr>
            <a:spLocks noGrp="1"/>
          </p:cNvSpPr>
          <p:nvPr/>
        </p:nvSpPr>
        <p:spPr>
          <a:xfrm>
            <a:off x="15691866" y="16810482"/>
            <a:ext cx="93" cy="177356"/>
          </a:xfrm>
          <a:custGeom>
            <a:avLst/>
            <a:gdLst/>
            <a:ahLst/>
            <a:cxnLst/>
            <a:pathLst>
              <a:path w="95" h="180975">
                <a:moveTo>
                  <a:pt x="0" y="0"/>
                </a:moveTo>
                <a:lnTo>
                  <a:pt x="0" y="180975"/>
                </a:lnTo>
              </a:path>
            </a:pathLst>
          </a:custGeom>
          <a:noFill/>
          <a:ln w="13890">
            <a:solidFill>
              <a:srgbClr val="805431"/>
            </a:solidFill>
            <a:prstDash val="solid"/>
          </a:ln>
        </p:spPr>
      </p:sp>
      <p:sp>
        <p:nvSpPr>
          <p:cNvPr id="745" name="line-392"/>
          <p:cNvSpPr>
            <a:spLocks noGrp="1"/>
          </p:cNvSpPr>
          <p:nvPr/>
        </p:nvSpPr>
        <p:spPr>
          <a:xfrm>
            <a:off x="15661693" y="16929880"/>
            <a:ext cx="30173" cy="57957"/>
          </a:xfrm>
          <a:custGeom>
            <a:avLst/>
            <a:gdLst/>
            <a:ahLst/>
            <a:cxnLst/>
            <a:pathLst>
              <a:path w="30789" h="59140">
                <a:moveTo>
                  <a:pt x="30789" y="59140"/>
                </a:moveTo>
                <a:lnTo>
                  <a:pt x="0" y="0"/>
                </a:lnTo>
              </a:path>
            </a:pathLst>
          </a:custGeom>
          <a:noFill/>
          <a:ln w="13890">
            <a:solidFill>
              <a:srgbClr val="805431"/>
            </a:solidFill>
            <a:prstDash val="solid"/>
          </a:ln>
        </p:spPr>
      </p:sp>
      <p:sp>
        <p:nvSpPr>
          <p:cNvPr id="746" name="line-393"/>
          <p:cNvSpPr>
            <a:spLocks noGrp="1"/>
          </p:cNvSpPr>
          <p:nvPr/>
        </p:nvSpPr>
        <p:spPr>
          <a:xfrm>
            <a:off x="15691866" y="16929880"/>
            <a:ext cx="30173" cy="57957"/>
          </a:xfrm>
          <a:custGeom>
            <a:avLst/>
            <a:gdLst/>
            <a:ahLst/>
            <a:cxnLst/>
            <a:pathLst>
              <a:path w="30789" h="59140">
                <a:moveTo>
                  <a:pt x="0" y="59140"/>
                </a:moveTo>
                <a:lnTo>
                  <a:pt x="30789" y="0"/>
                </a:lnTo>
              </a:path>
            </a:pathLst>
          </a:custGeom>
          <a:noFill/>
          <a:ln w="13890">
            <a:solidFill>
              <a:srgbClr val="805431"/>
            </a:solidFill>
            <a:prstDash val="solid"/>
          </a:ln>
        </p:spPr>
      </p:sp>
      <p:sp>
        <p:nvSpPr>
          <p:cNvPr id="747" name="αᴾ = softmax(Qᴾ Kᴾᵀ / √dₕ)"/>
          <p:cNvSpPr>
            <a:spLocks noGrp="1"/>
          </p:cNvSpPr>
          <p:nvPr/>
        </p:nvSpPr>
        <p:spPr>
          <a:xfrm>
            <a:off x="11818049" y="17809274"/>
            <a:ext cx="3173730" cy="354711"/>
          </a:xfrm>
          <a:prstGeom prst="rect">
            <a:avLst/>
          </a:prstGeom>
          <a:solidFill>
            <a:srgbClr val="EADAC9"/>
          </a:solidFill>
          <a:ln w="15048">
            <a:solidFill>
              <a:srgbClr val="805431"/>
            </a:solidFill>
            <a:prstDash val="solid"/>
          </a:ln>
        </p:spPr>
      </p:sp>
      <p:sp>
        <p:nvSpPr>
          <p:cNvPr id="748" name="αᴾ = softmax(Qᴾ Kᴾᵀ / √dₕ)"/>
          <p:cNvSpPr>
            <a:spLocks noGrp="1"/>
          </p:cNvSpPr>
          <p:nvPr/>
        </p:nvSpPr>
        <p:spPr>
          <a:xfrm>
            <a:off x="11855387" y="17827943"/>
            <a:ext cx="3099054" cy="317373"/>
          </a:xfrm>
          <a:prstGeom prst="rect">
            <a:avLst/>
          </a:prstGeom>
          <a:noFill/>
          <a:ln w="0">
            <a:noFill/>
          </a:ln>
        </p:spPr>
        <p:txBody>
          <a:bodyPr wrap="none" lIns="0" tIns="0" rIns="0" bIns="0" anchor="ctr">
            <a:noAutofit/>
          </a:bodyPr>
          <a:lstStyle>
            <a:defPPr algn="ctr">
              <a:defRPr sz="1940" b="0" i="0">
                <a:solidFill>
                  <a:srgbClr val="1B1B1B"/>
                </a:solidFill>
                <a:latin typeface="Times New Roman" panose="02020503050405090304"/>
                <a:ea typeface="Times New Roman" panose="02020503050405090304"/>
                <a:cs typeface="Times New Roman" panose="02020503050405090304"/>
              </a:defRPr>
            </a:defPPr>
          </a:lstStyle>
          <a:p>
            <a:pPr algn="ctr">
              <a:defRPr sz="1940" b="0" i="0">
                <a:solidFill>
                  <a:srgbClr val="1B1B1B"/>
                </a:solidFill>
                <a:latin typeface="Times New Roman" panose="02020503050405090304"/>
                <a:ea typeface="Times New Roman" panose="02020503050405090304"/>
                <a:cs typeface="Times New Roman" panose="02020503050405090304"/>
              </a:defRPr>
            </a:pPr>
            <a:r>
              <a:rPr sz="1940" b="0" i="0">
                <a:solidFill>
                  <a:srgbClr val="1B1B1B"/>
                </a:solidFill>
                <a:latin typeface="Times New Roman" panose="02020503050405090304"/>
                <a:ea typeface="Times New Roman" panose="02020503050405090304"/>
                <a:cs typeface="Times New Roman" panose="02020503050405090304"/>
              </a:rPr>
              <a:t>αᴾ = softmax(Qᴾ Kᴾᵀ / √d</a:t>
            </a:r>
            <a:r>
              <a:rPr sz="1358" b="0" i="0" baseline="-25000">
                <a:solidFill>
                  <a:srgbClr val="1B1B1B"/>
                </a:solidFill>
                <a:latin typeface="Times New Roman" panose="02020503050405090304"/>
                <a:ea typeface="Times New Roman" panose="02020503050405090304"/>
                <a:cs typeface="Times New Roman" panose="02020503050405090304"/>
              </a:rPr>
              <a:t>h</a:t>
            </a:r>
            <a:r>
              <a:rPr sz="1940" b="0" i="0">
                <a:solidFill>
                  <a:srgbClr val="1B1B1B"/>
                </a:solidFill>
                <a:latin typeface="Times New Roman" panose="02020503050405090304"/>
                <a:ea typeface="Times New Roman" panose="02020503050405090304"/>
                <a:cs typeface="Times New Roman" panose="02020503050405090304"/>
              </a:rPr>
              <a:t>)</a:t>
            </a:r>
            <a:endParaRPr sz="1940" b="0" i="0">
              <a:solidFill>
                <a:srgbClr val="1B1B1B"/>
              </a:solidFill>
              <a:latin typeface="Times New Roman" panose="02020503050405090304"/>
              <a:ea typeface="Times New Roman" panose="02020503050405090304"/>
              <a:cs typeface="Times New Roman" panose="02020503050405090304"/>
            </a:endParaRPr>
          </a:p>
        </p:txBody>
      </p:sp>
      <p:sp>
        <p:nvSpPr>
          <p:cNvPr id="749" name="line-394"/>
          <p:cNvSpPr>
            <a:spLocks noGrp="1"/>
          </p:cNvSpPr>
          <p:nvPr/>
        </p:nvSpPr>
        <p:spPr>
          <a:xfrm>
            <a:off x="10931271" y="17407890"/>
            <a:ext cx="709422" cy="93"/>
          </a:xfrm>
          <a:custGeom>
            <a:avLst/>
            <a:gdLst/>
            <a:ahLst/>
            <a:cxnLst/>
            <a:pathLst>
              <a:path w="723900" h="95">
                <a:moveTo>
                  <a:pt x="723900" y="0"/>
                </a:moveTo>
                <a:lnTo>
                  <a:pt x="0" y="0"/>
                </a:lnTo>
              </a:path>
            </a:pathLst>
          </a:custGeom>
          <a:noFill/>
          <a:ln w="13311">
            <a:solidFill>
              <a:srgbClr val="805431"/>
            </a:solidFill>
            <a:prstDash val="solid"/>
          </a:ln>
        </p:spPr>
      </p:sp>
      <p:sp>
        <p:nvSpPr>
          <p:cNvPr id="750" name="line-395"/>
          <p:cNvSpPr>
            <a:spLocks noGrp="1"/>
          </p:cNvSpPr>
          <p:nvPr/>
        </p:nvSpPr>
        <p:spPr>
          <a:xfrm>
            <a:off x="10931271" y="17407890"/>
            <a:ext cx="93" cy="578739"/>
          </a:xfrm>
          <a:custGeom>
            <a:avLst/>
            <a:gdLst/>
            <a:ahLst/>
            <a:cxnLst/>
            <a:pathLst>
              <a:path w="95" h="590550">
                <a:moveTo>
                  <a:pt x="0" y="0"/>
                </a:moveTo>
                <a:lnTo>
                  <a:pt x="0" y="590550"/>
                </a:lnTo>
              </a:path>
            </a:pathLst>
          </a:custGeom>
          <a:noFill/>
          <a:ln w="13311">
            <a:solidFill>
              <a:srgbClr val="805431"/>
            </a:solidFill>
            <a:prstDash val="solid"/>
          </a:ln>
        </p:spPr>
      </p:sp>
      <p:sp>
        <p:nvSpPr>
          <p:cNvPr id="751" name="line-396"/>
          <p:cNvSpPr>
            <a:spLocks noGrp="1"/>
          </p:cNvSpPr>
          <p:nvPr/>
        </p:nvSpPr>
        <p:spPr>
          <a:xfrm>
            <a:off x="10931271" y="17986629"/>
            <a:ext cx="886778" cy="93"/>
          </a:xfrm>
          <a:custGeom>
            <a:avLst/>
            <a:gdLst/>
            <a:ahLst/>
            <a:cxnLst/>
            <a:pathLst>
              <a:path w="904875" h="95">
                <a:moveTo>
                  <a:pt x="0" y="0"/>
                </a:moveTo>
                <a:lnTo>
                  <a:pt x="904875" y="0"/>
                </a:lnTo>
              </a:path>
            </a:pathLst>
          </a:custGeom>
          <a:noFill/>
          <a:ln w="13311">
            <a:solidFill>
              <a:srgbClr val="805431"/>
            </a:solidFill>
            <a:prstDash val="solid"/>
          </a:ln>
        </p:spPr>
      </p:sp>
      <p:sp>
        <p:nvSpPr>
          <p:cNvPr id="752" name="line-397"/>
          <p:cNvSpPr>
            <a:spLocks noGrp="1"/>
          </p:cNvSpPr>
          <p:nvPr/>
        </p:nvSpPr>
        <p:spPr>
          <a:xfrm>
            <a:off x="11760091" y="17986629"/>
            <a:ext cx="57957" cy="30173"/>
          </a:xfrm>
          <a:custGeom>
            <a:avLst/>
            <a:gdLst/>
            <a:ahLst/>
            <a:cxnLst/>
            <a:pathLst>
              <a:path w="59140" h="30789">
                <a:moveTo>
                  <a:pt x="59140" y="0"/>
                </a:moveTo>
                <a:lnTo>
                  <a:pt x="0" y="30789"/>
                </a:lnTo>
              </a:path>
            </a:pathLst>
          </a:custGeom>
          <a:noFill/>
          <a:ln w="13311">
            <a:solidFill>
              <a:srgbClr val="805431"/>
            </a:solidFill>
            <a:prstDash val="solid"/>
          </a:ln>
        </p:spPr>
      </p:sp>
      <p:sp>
        <p:nvSpPr>
          <p:cNvPr id="753" name="line-398"/>
          <p:cNvSpPr>
            <a:spLocks noGrp="1"/>
          </p:cNvSpPr>
          <p:nvPr/>
        </p:nvSpPr>
        <p:spPr>
          <a:xfrm>
            <a:off x="11760091" y="17956456"/>
            <a:ext cx="57957" cy="30173"/>
          </a:xfrm>
          <a:custGeom>
            <a:avLst/>
            <a:gdLst/>
            <a:ahLst/>
            <a:cxnLst/>
            <a:pathLst>
              <a:path w="59140" h="30789">
                <a:moveTo>
                  <a:pt x="59140" y="30789"/>
                </a:moveTo>
                <a:lnTo>
                  <a:pt x="0" y="0"/>
                </a:lnTo>
              </a:path>
            </a:pathLst>
          </a:custGeom>
          <a:noFill/>
          <a:ln w="13311">
            <a:solidFill>
              <a:srgbClr val="805431"/>
            </a:solidFill>
            <a:prstDash val="solid"/>
          </a:ln>
        </p:spPr>
      </p:sp>
      <p:sp>
        <p:nvSpPr>
          <p:cNvPr id="754" name="line-399"/>
          <p:cNvSpPr>
            <a:spLocks noGrp="1"/>
          </p:cNvSpPr>
          <p:nvPr/>
        </p:nvSpPr>
        <p:spPr>
          <a:xfrm>
            <a:off x="14086332" y="17678591"/>
            <a:ext cx="93" cy="130683"/>
          </a:xfrm>
          <a:custGeom>
            <a:avLst/>
            <a:gdLst/>
            <a:ahLst/>
            <a:cxnLst/>
            <a:pathLst>
              <a:path w="95" h="133350">
                <a:moveTo>
                  <a:pt x="0" y="0"/>
                </a:moveTo>
                <a:lnTo>
                  <a:pt x="0" y="133350"/>
                </a:lnTo>
              </a:path>
            </a:pathLst>
          </a:custGeom>
          <a:noFill/>
          <a:ln w="13311">
            <a:solidFill>
              <a:srgbClr val="805431"/>
            </a:solidFill>
            <a:prstDash val="solid"/>
          </a:ln>
        </p:spPr>
      </p:sp>
      <p:sp>
        <p:nvSpPr>
          <p:cNvPr id="755" name="line-400"/>
          <p:cNvSpPr>
            <a:spLocks noGrp="1"/>
          </p:cNvSpPr>
          <p:nvPr/>
        </p:nvSpPr>
        <p:spPr>
          <a:xfrm>
            <a:off x="14056159" y="17751316"/>
            <a:ext cx="30173" cy="57957"/>
          </a:xfrm>
          <a:custGeom>
            <a:avLst/>
            <a:gdLst/>
            <a:ahLst/>
            <a:cxnLst/>
            <a:pathLst>
              <a:path w="30789" h="59140">
                <a:moveTo>
                  <a:pt x="30789" y="59140"/>
                </a:moveTo>
                <a:lnTo>
                  <a:pt x="0" y="0"/>
                </a:lnTo>
              </a:path>
            </a:pathLst>
          </a:custGeom>
          <a:noFill/>
          <a:ln w="13311">
            <a:solidFill>
              <a:srgbClr val="805431"/>
            </a:solidFill>
            <a:prstDash val="solid"/>
          </a:ln>
        </p:spPr>
      </p:sp>
      <p:sp>
        <p:nvSpPr>
          <p:cNvPr id="756" name="line-401"/>
          <p:cNvSpPr>
            <a:spLocks noGrp="1"/>
          </p:cNvSpPr>
          <p:nvPr/>
        </p:nvSpPr>
        <p:spPr>
          <a:xfrm>
            <a:off x="14086332" y="17751316"/>
            <a:ext cx="30173" cy="57957"/>
          </a:xfrm>
          <a:custGeom>
            <a:avLst/>
            <a:gdLst/>
            <a:ahLst/>
            <a:cxnLst/>
            <a:pathLst>
              <a:path w="30789" h="59140">
                <a:moveTo>
                  <a:pt x="0" y="59140"/>
                </a:moveTo>
                <a:lnTo>
                  <a:pt x="30789" y="0"/>
                </a:lnTo>
              </a:path>
            </a:pathLst>
          </a:custGeom>
          <a:noFill/>
          <a:ln w="13311">
            <a:solidFill>
              <a:srgbClr val="805431"/>
            </a:solidFill>
            <a:prstDash val="solid"/>
          </a:ln>
        </p:spPr>
      </p:sp>
      <p:sp>
        <p:nvSpPr>
          <p:cNvPr id="757" name="line-402"/>
          <p:cNvSpPr>
            <a:spLocks noGrp="1"/>
          </p:cNvSpPr>
          <p:nvPr/>
        </p:nvSpPr>
        <p:spPr>
          <a:xfrm>
            <a:off x="12947523" y="18163985"/>
            <a:ext cx="93" cy="121349"/>
          </a:xfrm>
          <a:custGeom>
            <a:avLst/>
            <a:gdLst/>
            <a:ahLst/>
            <a:cxnLst/>
            <a:pathLst>
              <a:path w="95" h="123825">
                <a:moveTo>
                  <a:pt x="0" y="0"/>
                </a:moveTo>
                <a:lnTo>
                  <a:pt x="0" y="123825"/>
                </a:lnTo>
              </a:path>
            </a:pathLst>
          </a:custGeom>
          <a:noFill/>
          <a:ln w="13890">
            <a:solidFill>
              <a:srgbClr val="805431"/>
            </a:solidFill>
            <a:prstDash val="solid"/>
          </a:ln>
        </p:spPr>
      </p:sp>
      <p:sp>
        <p:nvSpPr>
          <p:cNvPr id="758" name="line-403"/>
          <p:cNvSpPr>
            <a:spLocks noGrp="1"/>
          </p:cNvSpPr>
          <p:nvPr/>
        </p:nvSpPr>
        <p:spPr>
          <a:xfrm>
            <a:off x="12312777" y="18285333"/>
            <a:ext cx="634746" cy="93"/>
          </a:xfrm>
          <a:custGeom>
            <a:avLst/>
            <a:gdLst/>
            <a:ahLst/>
            <a:cxnLst/>
            <a:pathLst>
              <a:path w="647700" h="95">
                <a:moveTo>
                  <a:pt x="647700" y="0"/>
                </a:moveTo>
                <a:lnTo>
                  <a:pt x="0" y="0"/>
                </a:lnTo>
              </a:path>
            </a:pathLst>
          </a:custGeom>
          <a:noFill/>
          <a:ln w="13890">
            <a:solidFill>
              <a:srgbClr val="805431"/>
            </a:solidFill>
            <a:prstDash val="solid"/>
          </a:ln>
        </p:spPr>
      </p:sp>
      <p:sp>
        <p:nvSpPr>
          <p:cNvPr id="759" name="line-404"/>
          <p:cNvSpPr>
            <a:spLocks noGrp="1"/>
          </p:cNvSpPr>
          <p:nvPr/>
        </p:nvSpPr>
        <p:spPr>
          <a:xfrm>
            <a:off x="12312777" y="18285333"/>
            <a:ext cx="93" cy="102680"/>
          </a:xfrm>
          <a:custGeom>
            <a:avLst/>
            <a:gdLst/>
            <a:ahLst/>
            <a:cxnLst/>
            <a:pathLst>
              <a:path w="95" h="104775">
                <a:moveTo>
                  <a:pt x="0" y="0"/>
                </a:moveTo>
                <a:lnTo>
                  <a:pt x="0" y="104775"/>
                </a:lnTo>
              </a:path>
            </a:pathLst>
          </a:custGeom>
          <a:noFill/>
          <a:ln w="13890">
            <a:solidFill>
              <a:srgbClr val="805431"/>
            </a:solidFill>
            <a:prstDash val="solid"/>
          </a:ln>
        </p:spPr>
      </p:sp>
      <p:sp>
        <p:nvSpPr>
          <p:cNvPr id="760" name="line-405"/>
          <p:cNvSpPr>
            <a:spLocks noGrp="1"/>
          </p:cNvSpPr>
          <p:nvPr/>
        </p:nvSpPr>
        <p:spPr>
          <a:xfrm>
            <a:off x="12282604" y="18330055"/>
            <a:ext cx="30173" cy="57957"/>
          </a:xfrm>
          <a:custGeom>
            <a:avLst/>
            <a:gdLst/>
            <a:ahLst/>
            <a:cxnLst/>
            <a:pathLst>
              <a:path w="30789" h="59140">
                <a:moveTo>
                  <a:pt x="30789" y="59140"/>
                </a:moveTo>
                <a:lnTo>
                  <a:pt x="0" y="0"/>
                </a:lnTo>
              </a:path>
            </a:pathLst>
          </a:custGeom>
          <a:noFill/>
          <a:ln w="13890">
            <a:solidFill>
              <a:srgbClr val="805431"/>
            </a:solidFill>
            <a:prstDash val="solid"/>
          </a:ln>
        </p:spPr>
      </p:sp>
      <p:sp>
        <p:nvSpPr>
          <p:cNvPr id="761" name="line-406"/>
          <p:cNvSpPr>
            <a:spLocks noGrp="1"/>
          </p:cNvSpPr>
          <p:nvPr/>
        </p:nvSpPr>
        <p:spPr>
          <a:xfrm>
            <a:off x="12312777" y="18330055"/>
            <a:ext cx="30173" cy="57957"/>
          </a:xfrm>
          <a:custGeom>
            <a:avLst/>
            <a:gdLst/>
            <a:ahLst/>
            <a:cxnLst/>
            <a:pathLst>
              <a:path w="30789" h="59140">
                <a:moveTo>
                  <a:pt x="0" y="59140"/>
                </a:moveTo>
                <a:lnTo>
                  <a:pt x="30789" y="0"/>
                </a:lnTo>
              </a:path>
            </a:pathLst>
          </a:custGeom>
          <a:noFill/>
          <a:ln w="13890">
            <a:solidFill>
              <a:srgbClr val="805431"/>
            </a:solidFill>
            <a:prstDash val="solid"/>
          </a:ln>
        </p:spPr>
      </p:sp>
      <p:sp>
        <p:nvSpPr>
          <p:cNvPr id="762" name="shape-407"/>
          <p:cNvSpPr>
            <a:spLocks noGrp="1"/>
          </p:cNvSpPr>
          <p:nvPr/>
        </p:nvSpPr>
        <p:spPr>
          <a:xfrm>
            <a:off x="11790045" y="18388013"/>
            <a:ext cx="65341" cy="65341"/>
          </a:xfrm>
          <a:prstGeom prst="rect">
            <a:avLst/>
          </a:prstGeom>
          <a:solidFill>
            <a:srgbClr val="F5ECE2"/>
          </a:solidFill>
          <a:ln w="6067">
            <a:solidFill>
              <a:srgbClr val="FFFFFF"/>
            </a:solidFill>
            <a:prstDash val="solid"/>
          </a:ln>
        </p:spPr>
      </p:sp>
      <p:sp>
        <p:nvSpPr>
          <p:cNvPr id="763" name="shape-408"/>
          <p:cNvSpPr>
            <a:spLocks noGrp="1"/>
          </p:cNvSpPr>
          <p:nvPr/>
        </p:nvSpPr>
        <p:spPr>
          <a:xfrm>
            <a:off x="11855387" y="18388013"/>
            <a:ext cx="65341" cy="65341"/>
          </a:xfrm>
          <a:prstGeom prst="rect">
            <a:avLst/>
          </a:prstGeom>
          <a:solidFill>
            <a:srgbClr val="BE936F"/>
          </a:solidFill>
          <a:ln w="6067">
            <a:solidFill>
              <a:srgbClr val="FFFFFF"/>
            </a:solidFill>
            <a:prstDash val="solid"/>
          </a:ln>
        </p:spPr>
      </p:sp>
      <p:sp>
        <p:nvSpPr>
          <p:cNvPr id="764" name="shape-409"/>
          <p:cNvSpPr>
            <a:spLocks noGrp="1"/>
          </p:cNvSpPr>
          <p:nvPr/>
        </p:nvSpPr>
        <p:spPr>
          <a:xfrm>
            <a:off x="11920728" y="18388013"/>
            <a:ext cx="65341" cy="65341"/>
          </a:xfrm>
          <a:prstGeom prst="rect">
            <a:avLst/>
          </a:prstGeom>
          <a:solidFill>
            <a:srgbClr val="734624"/>
          </a:solidFill>
          <a:ln w="6067">
            <a:solidFill>
              <a:srgbClr val="FFFFFF"/>
            </a:solidFill>
            <a:prstDash val="solid"/>
          </a:ln>
        </p:spPr>
      </p:sp>
      <p:sp>
        <p:nvSpPr>
          <p:cNvPr id="765" name="shape-410"/>
          <p:cNvSpPr>
            <a:spLocks noGrp="1"/>
          </p:cNvSpPr>
          <p:nvPr/>
        </p:nvSpPr>
        <p:spPr>
          <a:xfrm>
            <a:off x="11986070" y="18388013"/>
            <a:ext cx="65341" cy="65341"/>
          </a:xfrm>
          <a:prstGeom prst="rect">
            <a:avLst/>
          </a:prstGeom>
          <a:solidFill>
            <a:srgbClr val="DFC8B3"/>
          </a:solidFill>
          <a:ln w="6067">
            <a:solidFill>
              <a:srgbClr val="FFFFFF"/>
            </a:solidFill>
            <a:prstDash val="solid"/>
          </a:ln>
        </p:spPr>
      </p:sp>
      <p:sp>
        <p:nvSpPr>
          <p:cNvPr id="766" name="shape-411"/>
          <p:cNvSpPr>
            <a:spLocks noGrp="1"/>
          </p:cNvSpPr>
          <p:nvPr/>
        </p:nvSpPr>
        <p:spPr>
          <a:xfrm>
            <a:off x="12051411" y="18388013"/>
            <a:ext cx="65341" cy="65341"/>
          </a:xfrm>
          <a:prstGeom prst="rect">
            <a:avLst/>
          </a:prstGeom>
          <a:solidFill>
            <a:srgbClr val="9B6840"/>
          </a:solidFill>
          <a:ln w="6067">
            <a:solidFill>
              <a:srgbClr val="FFFFFF"/>
            </a:solidFill>
            <a:prstDash val="solid"/>
          </a:ln>
        </p:spPr>
      </p:sp>
      <p:sp>
        <p:nvSpPr>
          <p:cNvPr id="767" name="shape-412"/>
          <p:cNvSpPr>
            <a:spLocks noGrp="1"/>
          </p:cNvSpPr>
          <p:nvPr/>
        </p:nvSpPr>
        <p:spPr>
          <a:xfrm>
            <a:off x="12116753" y="18388013"/>
            <a:ext cx="65341" cy="65341"/>
          </a:xfrm>
          <a:prstGeom prst="rect">
            <a:avLst/>
          </a:prstGeom>
          <a:solidFill>
            <a:srgbClr val="F5ECE2"/>
          </a:solidFill>
          <a:ln w="6067">
            <a:solidFill>
              <a:srgbClr val="FFFFFF"/>
            </a:solidFill>
            <a:prstDash val="solid"/>
          </a:ln>
        </p:spPr>
      </p:sp>
      <p:sp>
        <p:nvSpPr>
          <p:cNvPr id="768" name="shape-413"/>
          <p:cNvSpPr>
            <a:spLocks noGrp="1"/>
          </p:cNvSpPr>
          <p:nvPr/>
        </p:nvSpPr>
        <p:spPr>
          <a:xfrm>
            <a:off x="12182094" y="18388013"/>
            <a:ext cx="65341" cy="65341"/>
          </a:xfrm>
          <a:prstGeom prst="rect">
            <a:avLst/>
          </a:prstGeom>
          <a:solidFill>
            <a:srgbClr val="BE936F"/>
          </a:solidFill>
          <a:ln w="6067">
            <a:solidFill>
              <a:srgbClr val="FFFFFF"/>
            </a:solidFill>
            <a:prstDash val="solid"/>
          </a:ln>
        </p:spPr>
      </p:sp>
      <p:sp>
        <p:nvSpPr>
          <p:cNvPr id="769" name="shape-414"/>
          <p:cNvSpPr>
            <a:spLocks noGrp="1"/>
          </p:cNvSpPr>
          <p:nvPr/>
        </p:nvSpPr>
        <p:spPr>
          <a:xfrm>
            <a:off x="12247436" y="18388013"/>
            <a:ext cx="65341" cy="65341"/>
          </a:xfrm>
          <a:prstGeom prst="rect">
            <a:avLst/>
          </a:prstGeom>
          <a:solidFill>
            <a:srgbClr val="734624"/>
          </a:solidFill>
          <a:ln w="6067">
            <a:solidFill>
              <a:srgbClr val="FFFFFF"/>
            </a:solidFill>
            <a:prstDash val="solid"/>
          </a:ln>
        </p:spPr>
      </p:sp>
      <p:sp>
        <p:nvSpPr>
          <p:cNvPr id="770" name="shape-415"/>
          <p:cNvSpPr>
            <a:spLocks noGrp="1"/>
          </p:cNvSpPr>
          <p:nvPr/>
        </p:nvSpPr>
        <p:spPr>
          <a:xfrm>
            <a:off x="12312777" y="18388013"/>
            <a:ext cx="65341" cy="65341"/>
          </a:xfrm>
          <a:prstGeom prst="rect">
            <a:avLst/>
          </a:prstGeom>
          <a:solidFill>
            <a:srgbClr val="DFC8B3"/>
          </a:solidFill>
          <a:ln w="6067">
            <a:solidFill>
              <a:srgbClr val="FFFFFF"/>
            </a:solidFill>
            <a:prstDash val="solid"/>
          </a:ln>
        </p:spPr>
      </p:sp>
      <p:sp>
        <p:nvSpPr>
          <p:cNvPr id="771" name="shape-416"/>
          <p:cNvSpPr>
            <a:spLocks noGrp="1"/>
          </p:cNvSpPr>
          <p:nvPr/>
        </p:nvSpPr>
        <p:spPr>
          <a:xfrm>
            <a:off x="12378119" y="18388013"/>
            <a:ext cx="65341" cy="65341"/>
          </a:xfrm>
          <a:prstGeom prst="rect">
            <a:avLst/>
          </a:prstGeom>
          <a:solidFill>
            <a:srgbClr val="9B6840"/>
          </a:solidFill>
          <a:ln w="6067">
            <a:solidFill>
              <a:srgbClr val="FFFFFF"/>
            </a:solidFill>
            <a:prstDash val="solid"/>
          </a:ln>
        </p:spPr>
      </p:sp>
      <p:sp>
        <p:nvSpPr>
          <p:cNvPr id="772" name="shape-417"/>
          <p:cNvSpPr>
            <a:spLocks noGrp="1"/>
          </p:cNvSpPr>
          <p:nvPr/>
        </p:nvSpPr>
        <p:spPr>
          <a:xfrm>
            <a:off x="12443460" y="18388013"/>
            <a:ext cx="65341" cy="65341"/>
          </a:xfrm>
          <a:prstGeom prst="rect">
            <a:avLst/>
          </a:prstGeom>
          <a:solidFill>
            <a:srgbClr val="F5ECE2"/>
          </a:solidFill>
          <a:ln w="6067">
            <a:solidFill>
              <a:srgbClr val="FFFFFF"/>
            </a:solidFill>
            <a:prstDash val="solid"/>
          </a:ln>
        </p:spPr>
      </p:sp>
      <p:sp>
        <p:nvSpPr>
          <p:cNvPr id="773" name="shape-418"/>
          <p:cNvSpPr>
            <a:spLocks noGrp="1"/>
          </p:cNvSpPr>
          <p:nvPr/>
        </p:nvSpPr>
        <p:spPr>
          <a:xfrm>
            <a:off x="12508802" y="18388013"/>
            <a:ext cx="65341" cy="65341"/>
          </a:xfrm>
          <a:prstGeom prst="rect">
            <a:avLst/>
          </a:prstGeom>
          <a:solidFill>
            <a:srgbClr val="BE936F"/>
          </a:solidFill>
          <a:ln w="6067">
            <a:solidFill>
              <a:srgbClr val="FFFFFF"/>
            </a:solidFill>
            <a:prstDash val="solid"/>
          </a:ln>
        </p:spPr>
      </p:sp>
      <p:sp>
        <p:nvSpPr>
          <p:cNvPr id="774" name="shape-419"/>
          <p:cNvSpPr>
            <a:spLocks noGrp="1"/>
          </p:cNvSpPr>
          <p:nvPr/>
        </p:nvSpPr>
        <p:spPr>
          <a:xfrm>
            <a:off x="12574143" y="18388013"/>
            <a:ext cx="65341" cy="65341"/>
          </a:xfrm>
          <a:prstGeom prst="rect">
            <a:avLst/>
          </a:prstGeom>
          <a:solidFill>
            <a:srgbClr val="734624"/>
          </a:solidFill>
          <a:ln w="6067">
            <a:solidFill>
              <a:srgbClr val="FFFFFF"/>
            </a:solidFill>
            <a:prstDash val="solid"/>
          </a:ln>
        </p:spPr>
      </p:sp>
      <p:sp>
        <p:nvSpPr>
          <p:cNvPr id="775" name="shape-420"/>
          <p:cNvSpPr>
            <a:spLocks noGrp="1"/>
          </p:cNvSpPr>
          <p:nvPr/>
        </p:nvSpPr>
        <p:spPr>
          <a:xfrm>
            <a:off x="12639485" y="18388013"/>
            <a:ext cx="65341" cy="65341"/>
          </a:xfrm>
          <a:prstGeom prst="rect">
            <a:avLst/>
          </a:prstGeom>
          <a:solidFill>
            <a:srgbClr val="DFC8B3"/>
          </a:solidFill>
          <a:ln w="6067">
            <a:solidFill>
              <a:srgbClr val="FFFFFF"/>
            </a:solidFill>
            <a:prstDash val="solid"/>
          </a:ln>
        </p:spPr>
      </p:sp>
      <p:sp>
        <p:nvSpPr>
          <p:cNvPr id="776" name="shape-421"/>
          <p:cNvSpPr>
            <a:spLocks noGrp="1"/>
          </p:cNvSpPr>
          <p:nvPr/>
        </p:nvSpPr>
        <p:spPr>
          <a:xfrm>
            <a:off x="12704826" y="18388013"/>
            <a:ext cx="65341" cy="65341"/>
          </a:xfrm>
          <a:prstGeom prst="rect">
            <a:avLst/>
          </a:prstGeom>
          <a:solidFill>
            <a:srgbClr val="9B6840"/>
          </a:solidFill>
          <a:ln w="6067">
            <a:solidFill>
              <a:srgbClr val="FFFFFF"/>
            </a:solidFill>
            <a:prstDash val="solid"/>
          </a:ln>
        </p:spPr>
      </p:sp>
      <p:sp>
        <p:nvSpPr>
          <p:cNvPr id="777" name="shape-422"/>
          <p:cNvSpPr>
            <a:spLocks noGrp="1"/>
          </p:cNvSpPr>
          <p:nvPr/>
        </p:nvSpPr>
        <p:spPr>
          <a:xfrm>
            <a:off x="12770168" y="18388013"/>
            <a:ext cx="65341" cy="65341"/>
          </a:xfrm>
          <a:prstGeom prst="rect">
            <a:avLst/>
          </a:prstGeom>
          <a:solidFill>
            <a:srgbClr val="F5ECE2"/>
          </a:solidFill>
          <a:ln w="6067">
            <a:solidFill>
              <a:srgbClr val="FFFFFF"/>
            </a:solidFill>
            <a:prstDash val="solid"/>
          </a:ln>
        </p:spPr>
      </p:sp>
      <p:sp>
        <p:nvSpPr>
          <p:cNvPr id="778" name="shape-423"/>
          <p:cNvSpPr>
            <a:spLocks noGrp="1"/>
          </p:cNvSpPr>
          <p:nvPr/>
        </p:nvSpPr>
        <p:spPr>
          <a:xfrm>
            <a:off x="11790045" y="18453354"/>
            <a:ext cx="65341" cy="65341"/>
          </a:xfrm>
          <a:prstGeom prst="rect">
            <a:avLst/>
          </a:prstGeom>
          <a:solidFill>
            <a:srgbClr val="9B6840"/>
          </a:solidFill>
          <a:ln w="6067">
            <a:solidFill>
              <a:srgbClr val="FFFFFF"/>
            </a:solidFill>
            <a:prstDash val="solid"/>
          </a:ln>
        </p:spPr>
      </p:sp>
      <p:sp>
        <p:nvSpPr>
          <p:cNvPr id="779" name="shape-424"/>
          <p:cNvSpPr>
            <a:spLocks noGrp="1"/>
          </p:cNvSpPr>
          <p:nvPr/>
        </p:nvSpPr>
        <p:spPr>
          <a:xfrm>
            <a:off x="11855387" y="18453354"/>
            <a:ext cx="65341" cy="65341"/>
          </a:xfrm>
          <a:prstGeom prst="rect">
            <a:avLst/>
          </a:prstGeom>
          <a:solidFill>
            <a:srgbClr val="DFC8B3"/>
          </a:solidFill>
          <a:ln w="6067">
            <a:solidFill>
              <a:srgbClr val="FFFFFF"/>
            </a:solidFill>
            <a:prstDash val="solid"/>
          </a:ln>
        </p:spPr>
      </p:sp>
      <p:sp>
        <p:nvSpPr>
          <p:cNvPr id="780" name="shape-425"/>
          <p:cNvSpPr>
            <a:spLocks noGrp="1"/>
          </p:cNvSpPr>
          <p:nvPr/>
        </p:nvSpPr>
        <p:spPr>
          <a:xfrm>
            <a:off x="11920728" y="18453354"/>
            <a:ext cx="65341" cy="65341"/>
          </a:xfrm>
          <a:prstGeom prst="rect">
            <a:avLst/>
          </a:prstGeom>
          <a:solidFill>
            <a:srgbClr val="734624"/>
          </a:solidFill>
          <a:ln w="6067">
            <a:solidFill>
              <a:srgbClr val="FFFFFF"/>
            </a:solidFill>
            <a:prstDash val="solid"/>
          </a:ln>
        </p:spPr>
      </p:sp>
      <p:sp>
        <p:nvSpPr>
          <p:cNvPr id="781" name="shape-426"/>
          <p:cNvSpPr>
            <a:spLocks noGrp="1"/>
          </p:cNvSpPr>
          <p:nvPr/>
        </p:nvSpPr>
        <p:spPr>
          <a:xfrm>
            <a:off x="11986070" y="18453354"/>
            <a:ext cx="65341" cy="65341"/>
          </a:xfrm>
          <a:prstGeom prst="rect">
            <a:avLst/>
          </a:prstGeom>
          <a:solidFill>
            <a:srgbClr val="BE936F"/>
          </a:solidFill>
          <a:ln w="6067">
            <a:solidFill>
              <a:srgbClr val="FFFFFF"/>
            </a:solidFill>
            <a:prstDash val="solid"/>
          </a:ln>
        </p:spPr>
      </p:sp>
      <p:sp>
        <p:nvSpPr>
          <p:cNvPr id="782" name="shape-427"/>
          <p:cNvSpPr>
            <a:spLocks noGrp="1"/>
          </p:cNvSpPr>
          <p:nvPr/>
        </p:nvSpPr>
        <p:spPr>
          <a:xfrm>
            <a:off x="12051411" y="18453354"/>
            <a:ext cx="65341" cy="65341"/>
          </a:xfrm>
          <a:prstGeom prst="rect">
            <a:avLst/>
          </a:prstGeom>
          <a:solidFill>
            <a:srgbClr val="F5ECE2"/>
          </a:solidFill>
          <a:ln w="6067">
            <a:solidFill>
              <a:srgbClr val="FFFFFF"/>
            </a:solidFill>
            <a:prstDash val="solid"/>
          </a:ln>
        </p:spPr>
      </p:sp>
      <p:sp>
        <p:nvSpPr>
          <p:cNvPr id="783" name="shape-428"/>
          <p:cNvSpPr>
            <a:spLocks noGrp="1"/>
          </p:cNvSpPr>
          <p:nvPr/>
        </p:nvSpPr>
        <p:spPr>
          <a:xfrm>
            <a:off x="12116753" y="18453354"/>
            <a:ext cx="65341" cy="65341"/>
          </a:xfrm>
          <a:prstGeom prst="rect">
            <a:avLst/>
          </a:prstGeom>
          <a:solidFill>
            <a:srgbClr val="9B6840"/>
          </a:solidFill>
          <a:ln w="6067">
            <a:solidFill>
              <a:srgbClr val="FFFFFF"/>
            </a:solidFill>
            <a:prstDash val="solid"/>
          </a:ln>
        </p:spPr>
      </p:sp>
      <p:sp>
        <p:nvSpPr>
          <p:cNvPr id="784" name="shape-429"/>
          <p:cNvSpPr>
            <a:spLocks noGrp="1"/>
          </p:cNvSpPr>
          <p:nvPr/>
        </p:nvSpPr>
        <p:spPr>
          <a:xfrm>
            <a:off x="12182094" y="18453354"/>
            <a:ext cx="65341" cy="65341"/>
          </a:xfrm>
          <a:prstGeom prst="rect">
            <a:avLst/>
          </a:prstGeom>
          <a:solidFill>
            <a:srgbClr val="DFC8B3"/>
          </a:solidFill>
          <a:ln w="6067">
            <a:solidFill>
              <a:srgbClr val="FFFFFF"/>
            </a:solidFill>
            <a:prstDash val="solid"/>
          </a:ln>
        </p:spPr>
      </p:sp>
      <p:sp>
        <p:nvSpPr>
          <p:cNvPr id="785" name="shape-430"/>
          <p:cNvSpPr>
            <a:spLocks noGrp="1"/>
          </p:cNvSpPr>
          <p:nvPr/>
        </p:nvSpPr>
        <p:spPr>
          <a:xfrm>
            <a:off x="12247436" y="18453354"/>
            <a:ext cx="65341" cy="65341"/>
          </a:xfrm>
          <a:prstGeom prst="rect">
            <a:avLst/>
          </a:prstGeom>
          <a:solidFill>
            <a:srgbClr val="734624"/>
          </a:solidFill>
          <a:ln w="6067">
            <a:solidFill>
              <a:srgbClr val="FFFFFF"/>
            </a:solidFill>
            <a:prstDash val="solid"/>
          </a:ln>
        </p:spPr>
      </p:sp>
      <p:sp>
        <p:nvSpPr>
          <p:cNvPr id="786" name="shape-431"/>
          <p:cNvSpPr>
            <a:spLocks noGrp="1"/>
          </p:cNvSpPr>
          <p:nvPr/>
        </p:nvSpPr>
        <p:spPr>
          <a:xfrm>
            <a:off x="12312777" y="18453354"/>
            <a:ext cx="65341" cy="65341"/>
          </a:xfrm>
          <a:prstGeom prst="rect">
            <a:avLst/>
          </a:prstGeom>
          <a:solidFill>
            <a:srgbClr val="BE936F"/>
          </a:solidFill>
          <a:ln w="6067">
            <a:solidFill>
              <a:srgbClr val="FFFFFF"/>
            </a:solidFill>
            <a:prstDash val="solid"/>
          </a:ln>
        </p:spPr>
      </p:sp>
      <p:sp>
        <p:nvSpPr>
          <p:cNvPr id="787" name="shape-432"/>
          <p:cNvSpPr>
            <a:spLocks noGrp="1"/>
          </p:cNvSpPr>
          <p:nvPr/>
        </p:nvSpPr>
        <p:spPr>
          <a:xfrm>
            <a:off x="12378119" y="18453354"/>
            <a:ext cx="65341" cy="65341"/>
          </a:xfrm>
          <a:prstGeom prst="rect">
            <a:avLst/>
          </a:prstGeom>
          <a:solidFill>
            <a:srgbClr val="F5ECE2"/>
          </a:solidFill>
          <a:ln w="6067">
            <a:solidFill>
              <a:srgbClr val="FFFFFF"/>
            </a:solidFill>
            <a:prstDash val="solid"/>
          </a:ln>
        </p:spPr>
      </p:sp>
      <p:sp>
        <p:nvSpPr>
          <p:cNvPr id="788" name="shape-433"/>
          <p:cNvSpPr>
            <a:spLocks noGrp="1"/>
          </p:cNvSpPr>
          <p:nvPr/>
        </p:nvSpPr>
        <p:spPr>
          <a:xfrm>
            <a:off x="12443460" y="18453354"/>
            <a:ext cx="65341" cy="65341"/>
          </a:xfrm>
          <a:prstGeom prst="rect">
            <a:avLst/>
          </a:prstGeom>
          <a:solidFill>
            <a:srgbClr val="9B6840"/>
          </a:solidFill>
          <a:ln w="6067">
            <a:solidFill>
              <a:srgbClr val="FFFFFF"/>
            </a:solidFill>
            <a:prstDash val="solid"/>
          </a:ln>
        </p:spPr>
      </p:sp>
      <p:sp>
        <p:nvSpPr>
          <p:cNvPr id="789" name="shape-434"/>
          <p:cNvSpPr>
            <a:spLocks noGrp="1"/>
          </p:cNvSpPr>
          <p:nvPr/>
        </p:nvSpPr>
        <p:spPr>
          <a:xfrm>
            <a:off x="12508802" y="18453354"/>
            <a:ext cx="65341" cy="65341"/>
          </a:xfrm>
          <a:prstGeom prst="rect">
            <a:avLst/>
          </a:prstGeom>
          <a:solidFill>
            <a:srgbClr val="DFC8B3"/>
          </a:solidFill>
          <a:ln w="6067">
            <a:solidFill>
              <a:srgbClr val="FFFFFF"/>
            </a:solidFill>
            <a:prstDash val="solid"/>
          </a:ln>
        </p:spPr>
      </p:sp>
      <p:sp>
        <p:nvSpPr>
          <p:cNvPr id="790" name="shape-435"/>
          <p:cNvSpPr>
            <a:spLocks noGrp="1"/>
          </p:cNvSpPr>
          <p:nvPr/>
        </p:nvSpPr>
        <p:spPr>
          <a:xfrm>
            <a:off x="12574143" y="18453354"/>
            <a:ext cx="65341" cy="65341"/>
          </a:xfrm>
          <a:prstGeom prst="rect">
            <a:avLst/>
          </a:prstGeom>
          <a:solidFill>
            <a:srgbClr val="734624"/>
          </a:solidFill>
          <a:ln w="6067">
            <a:solidFill>
              <a:srgbClr val="FFFFFF"/>
            </a:solidFill>
            <a:prstDash val="solid"/>
          </a:ln>
        </p:spPr>
      </p:sp>
      <p:sp>
        <p:nvSpPr>
          <p:cNvPr id="791" name="shape-436"/>
          <p:cNvSpPr>
            <a:spLocks noGrp="1"/>
          </p:cNvSpPr>
          <p:nvPr/>
        </p:nvSpPr>
        <p:spPr>
          <a:xfrm>
            <a:off x="12639485" y="18453354"/>
            <a:ext cx="65341" cy="65341"/>
          </a:xfrm>
          <a:prstGeom prst="rect">
            <a:avLst/>
          </a:prstGeom>
          <a:solidFill>
            <a:srgbClr val="BE936F"/>
          </a:solidFill>
          <a:ln w="6067">
            <a:solidFill>
              <a:srgbClr val="FFFFFF"/>
            </a:solidFill>
            <a:prstDash val="solid"/>
          </a:ln>
        </p:spPr>
      </p:sp>
      <p:sp>
        <p:nvSpPr>
          <p:cNvPr id="792" name="shape-437"/>
          <p:cNvSpPr>
            <a:spLocks noGrp="1"/>
          </p:cNvSpPr>
          <p:nvPr/>
        </p:nvSpPr>
        <p:spPr>
          <a:xfrm>
            <a:off x="12704826" y="18453354"/>
            <a:ext cx="65341" cy="65341"/>
          </a:xfrm>
          <a:prstGeom prst="rect">
            <a:avLst/>
          </a:prstGeom>
          <a:solidFill>
            <a:srgbClr val="F5ECE2"/>
          </a:solidFill>
          <a:ln w="6067">
            <a:solidFill>
              <a:srgbClr val="FFFFFF"/>
            </a:solidFill>
            <a:prstDash val="solid"/>
          </a:ln>
        </p:spPr>
      </p:sp>
      <p:sp>
        <p:nvSpPr>
          <p:cNvPr id="793" name="shape-438"/>
          <p:cNvSpPr>
            <a:spLocks noGrp="1"/>
          </p:cNvSpPr>
          <p:nvPr/>
        </p:nvSpPr>
        <p:spPr>
          <a:xfrm>
            <a:off x="12770168" y="18453354"/>
            <a:ext cx="65341" cy="65341"/>
          </a:xfrm>
          <a:prstGeom prst="rect">
            <a:avLst/>
          </a:prstGeom>
          <a:solidFill>
            <a:srgbClr val="9B6840"/>
          </a:solidFill>
          <a:ln w="6067">
            <a:solidFill>
              <a:srgbClr val="FFFFFF"/>
            </a:solidFill>
            <a:prstDash val="solid"/>
          </a:ln>
        </p:spPr>
      </p:sp>
      <p:sp>
        <p:nvSpPr>
          <p:cNvPr id="794" name="shape-439"/>
          <p:cNvSpPr>
            <a:spLocks noGrp="1"/>
          </p:cNvSpPr>
          <p:nvPr/>
        </p:nvSpPr>
        <p:spPr>
          <a:xfrm>
            <a:off x="11790045" y="18518696"/>
            <a:ext cx="65341" cy="65341"/>
          </a:xfrm>
          <a:prstGeom prst="rect">
            <a:avLst/>
          </a:prstGeom>
          <a:solidFill>
            <a:srgbClr val="DFC8B3"/>
          </a:solidFill>
          <a:ln w="6067">
            <a:solidFill>
              <a:srgbClr val="FFFFFF"/>
            </a:solidFill>
            <a:prstDash val="solid"/>
          </a:ln>
        </p:spPr>
      </p:sp>
      <p:sp>
        <p:nvSpPr>
          <p:cNvPr id="795" name="shape-440"/>
          <p:cNvSpPr>
            <a:spLocks noGrp="1"/>
          </p:cNvSpPr>
          <p:nvPr/>
        </p:nvSpPr>
        <p:spPr>
          <a:xfrm>
            <a:off x="11855387" y="18518696"/>
            <a:ext cx="65341" cy="65341"/>
          </a:xfrm>
          <a:prstGeom prst="rect">
            <a:avLst/>
          </a:prstGeom>
          <a:solidFill>
            <a:srgbClr val="F5ECE2"/>
          </a:solidFill>
          <a:ln w="6067">
            <a:solidFill>
              <a:srgbClr val="FFFFFF"/>
            </a:solidFill>
            <a:prstDash val="solid"/>
          </a:ln>
        </p:spPr>
      </p:sp>
      <p:sp>
        <p:nvSpPr>
          <p:cNvPr id="796" name="shape-441"/>
          <p:cNvSpPr>
            <a:spLocks noGrp="1"/>
          </p:cNvSpPr>
          <p:nvPr/>
        </p:nvSpPr>
        <p:spPr>
          <a:xfrm>
            <a:off x="11920728" y="18518696"/>
            <a:ext cx="65341" cy="65341"/>
          </a:xfrm>
          <a:prstGeom prst="rect">
            <a:avLst/>
          </a:prstGeom>
          <a:solidFill>
            <a:srgbClr val="734624"/>
          </a:solidFill>
          <a:ln w="6067">
            <a:solidFill>
              <a:srgbClr val="FFFFFF"/>
            </a:solidFill>
            <a:prstDash val="solid"/>
          </a:ln>
        </p:spPr>
      </p:sp>
      <p:sp>
        <p:nvSpPr>
          <p:cNvPr id="797" name="shape-442"/>
          <p:cNvSpPr>
            <a:spLocks noGrp="1"/>
          </p:cNvSpPr>
          <p:nvPr/>
        </p:nvSpPr>
        <p:spPr>
          <a:xfrm>
            <a:off x="11986070" y="18518696"/>
            <a:ext cx="65341" cy="65341"/>
          </a:xfrm>
          <a:prstGeom prst="rect">
            <a:avLst/>
          </a:prstGeom>
          <a:solidFill>
            <a:srgbClr val="9B6840"/>
          </a:solidFill>
          <a:ln w="6067">
            <a:solidFill>
              <a:srgbClr val="FFFFFF"/>
            </a:solidFill>
            <a:prstDash val="solid"/>
          </a:ln>
        </p:spPr>
      </p:sp>
      <p:sp>
        <p:nvSpPr>
          <p:cNvPr id="798" name="shape-443"/>
          <p:cNvSpPr>
            <a:spLocks noGrp="1"/>
          </p:cNvSpPr>
          <p:nvPr/>
        </p:nvSpPr>
        <p:spPr>
          <a:xfrm>
            <a:off x="12051411" y="18518696"/>
            <a:ext cx="65341" cy="65341"/>
          </a:xfrm>
          <a:prstGeom prst="rect">
            <a:avLst/>
          </a:prstGeom>
          <a:solidFill>
            <a:srgbClr val="BE936F"/>
          </a:solidFill>
          <a:ln w="6067">
            <a:solidFill>
              <a:srgbClr val="FFFFFF"/>
            </a:solidFill>
            <a:prstDash val="solid"/>
          </a:ln>
        </p:spPr>
      </p:sp>
      <p:sp>
        <p:nvSpPr>
          <p:cNvPr id="799" name="shape-444"/>
          <p:cNvSpPr>
            <a:spLocks noGrp="1"/>
          </p:cNvSpPr>
          <p:nvPr/>
        </p:nvSpPr>
        <p:spPr>
          <a:xfrm>
            <a:off x="12116753" y="18518696"/>
            <a:ext cx="65341" cy="65341"/>
          </a:xfrm>
          <a:prstGeom prst="rect">
            <a:avLst/>
          </a:prstGeom>
          <a:solidFill>
            <a:srgbClr val="DFC8B3"/>
          </a:solidFill>
          <a:ln w="6067">
            <a:solidFill>
              <a:srgbClr val="FFFFFF"/>
            </a:solidFill>
            <a:prstDash val="solid"/>
          </a:ln>
        </p:spPr>
      </p:sp>
      <p:sp>
        <p:nvSpPr>
          <p:cNvPr id="800" name="shape-445"/>
          <p:cNvSpPr>
            <a:spLocks noGrp="1"/>
          </p:cNvSpPr>
          <p:nvPr/>
        </p:nvSpPr>
        <p:spPr>
          <a:xfrm>
            <a:off x="12182094" y="18518696"/>
            <a:ext cx="65341" cy="65341"/>
          </a:xfrm>
          <a:prstGeom prst="rect">
            <a:avLst/>
          </a:prstGeom>
          <a:solidFill>
            <a:srgbClr val="F5ECE2"/>
          </a:solidFill>
          <a:ln w="6067">
            <a:solidFill>
              <a:srgbClr val="FFFFFF"/>
            </a:solidFill>
            <a:prstDash val="solid"/>
          </a:ln>
        </p:spPr>
      </p:sp>
      <p:sp>
        <p:nvSpPr>
          <p:cNvPr id="801" name="shape-446"/>
          <p:cNvSpPr>
            <a:spLocks noGrp="1"/>
          </p:cNvSpPr>
          <p:nvPr/>
        </p:nvSpPr>
        <p:spPr>
          <a:xfrm>
            <a:off x="12247436" y="18518696"/>
            <a:ext cx="65341" cy="65341"/>
          </a:xfrm>
          <a:prstGeom prst="rect">
            <a:avLst/>
          </a:prstGeom>
          <a:solidFill>
            <a:srgbClr val="734624"/>
          </a:solidFill>
          <a:ln w="6067">
            <a:solidFill>
              <a:srgbClr val="FFFFFF"/>
            </a:solidFill>
            <a:prstDash val="solid"/>
          </a:ln>
        </p:spPr>
      </p:sp>
      <p:sp>
        <p:nvSpPr>
          <p:cNvPr id="802" name="shape-447"/>
          <p:cNvSpPr>
            <a:spLocks noGrp="1"/>
          </p:cNvSpPr>
          <p:nvPr/>
        </p:nvSpPr>
        <p:spPr>
          <a:xfrm>
            <a:off x="12312777" y="18518696"/>
            <a:ext cx="65341" cy="65341"/>
          </a:xfrm>
          <a:prstGeom prst="rect">
            <a:avLst/>
          </a:prstGeom>
          <a:solidFill>
            <a:srgbClr val="9B6840"/>
          </a:solidFill>
          <a:ln w="6067">
            <a:solidFill>
              <a:srgbClr val="FFFFFF"/>
            </a:solidFill>
            <a:prstDash val="solid"/>
          </a:ln>
        </p:spPr>
      </p:sp>
      <p:sp>
        <p:nvSpPr>
          <p:cNvPr id="803" name="shape-448"/>
          <p:cNvSpPr>
            <a:spLocks noGrp="1"/>
          </p:cNvSpPr>
          <p:nvPr/>
        </p:nvSpPr>
        <p:spPr>
          <a:xfrm>
            <a:off x="12378119" y="18518696"/>
            <a:ext cx="65341" cy="65341"/>
          </a:xfrm>
          <a:prstGeom prst="rect">
            <a:avLst/>
          </a:prstGeom>
          <a:solidFill>
            <a:srgbClr val="BE936F"/>
          </a:solidFill>
          <a:ln w="6067">
            <a:solidFill>
              <a:srgbClr val="FFFFFF"/>
            </a:solidFill>
            <a:prstDash val="solid"/>
          </a:ln>
        </p:spPr>
      </p:sp>
      <p:sp>
        <p:nvSpPr>
          <p:cNvPr id="804" name="shape-449"/>
          <p:cNvSpPr>
            <a:spLocks noGrp="1"/>
          </p:cNvSpPr>
          <p:nvPr/>
        </p:nvSpPr>
        <p:spPr>
          <a:xfrm>
            <a:off x="12443460" y="18518696"/>
            <a:ext cx="65341" cy="65341"/>
          </a:xfrm>
          <a:prstGeom prst="rect">
            <a:avLst/>
          </a:prstGeom>
          <a:solidFill>
            <a:srgbClr val="DFC8B3"/>
          </a:solidFill>
          <a:ln w="6067">
            <a:solidFill>
              <a:srgbClr val="FFFFFF"/>
            </a:solidFill>
            <a:prstDash val="solid"/>
          </a:ln>
        </p:spPr>
      </p:sp>
      <p:sp>
        <p:nvSpPr>
          <p:cNvPr id="805" name="shape-450"/>
          <p:cNvSpPr>
            <a:spLocks noGrp="1"/>
          </p:cNvSpPr>
          <p:nvPr/>
        </p:nvSpPr>
        <p:spPr>
          <a:xfrm>
            <a:off x="12508802" y="18518696"/>
            <a:ext cx="65341" cy="65341"/>
          </a:xfrm>
          <a:prstGeom prst="rect">
            <a:avLst/>
          </a:prstGeom>
          <a:solidFill>
            <a:srgbClr val="F5ECE2"/>
          </a:solidFill>
          <a:ln w="6067">
            <a:solidFill>
              <a:srgbClr val="FFFFFF"/>
            </a:solidFill>
            <a:prstDash val="solid"/>
          </a:ln>
        </p:spPr>
      </p:sp>
      <p:sp>
        <p:nvSpPr>
          <p:cNvPr id="806" name="shape-451"/>
          <p:cNvSpPr>
            <a:spLocks noGrp="1"/>
          </p:cNvSpPr>
          <p:nvPr/>
        </p:nvSpPr>
        <p:spPr>
          <a:xfrm>
            <a:off x="12574143" y="18518696"/>
            <a:ext cx="65341" cy="65341"/>
          </a:xfrm>
          <a:prstGeom prst="rect">
            <a:avLst/>
          </a:prstGeom>
          <a:solidFill>
            <a:srgbClr val="734624"/>
          </a:solidFill>
          <a:ln w="6067">
            <a:solidFill>
              <a:srgbClr val="FFFFFF"/>
            </a:solidFill>
            <a:prstDash val="solid"/>
          </a:ln>
        </p:spPr>
      </p:sp>
      <p:sp>
        <p:nvSpPr>
          <p:cNvPr id="807" name="shape-452"/>
          <p:cNvSpPr>
            <a:spLocks noGrp="1"/>
          </p:cNvSpPr>
          <p:nvPr/>
        </p:nvSpPr>
        <p:spPr>
          <a:xfrm>
            <a:off x="12639485" y="18518696"/>
            <a:ext cx="65341" cy="65341"/>
          </a:xfrm>
          <a:prstGeom prst="rect">
            <a:avLst/>
          </a:prstGeom>
          <a:solidFill>
            <a:srgbClr val="9B6840"/>
          </a:solidFill>
          <a:ln w="6067">
            <a:solidFill>
              <a:srgbClr val="FFFFFF"/>
            </a:solidFill>
            <a:prstDash val="solid"/>
          </a:ln>
        </p:spPr>
      </p:sp>
      <p:sp>
        <p:nvSpPr>
          <p:cNvPr id="808" name="shape-453"/>
          <p:cNvSpPr>
            <a:spLocks noGrp="1"/>
          </p:cNvSpPr>
          <p:nvPr/>
        </p:nvSpPr>
        <p:spPr>
          <a:xfrm>
            <a:off x="12704826" y="18518696"/>
            <a:ext cx="65341" cy="65341"/>
          </a:xfrm>
          <a:prstGeom prst="rect">
            <a:avLst/>
          </a:prstGeom>
          <a:solidFill>
            <a:srgbClr val="BE936F"/>
          </a:solidFill>
          <a:ln w="6067">
            <a:solidFill>
              <a:srgbClr val="FFFFFF"/>
            </a:solidFill>
            <a:prstDash val="solid"/>
          </a:ln>
        </p:spPr>
      </p:sp>
      <p:sp>
        <p:nvSpPr>
          <p:cNvPr id="809" name="shape-454"/>
          <p:cNvSpPr>
            <a:spLocks noGrp="1"/>
          </p:cNvSpPr>
          <p:nvPr/>
        </p:nvSpPr>
        <p:spPr>
          <a:xfrm>
            <a:off x="12770168" y="18518696"/>
            <a:ext cx="65341" cy="65341"/>
          </a:xfrm>
          <a:prstGeom prst="rect">
            <a:avLst/>
          </a:prstGeom>
          <a:solidFill>
            <a:srgbClr val="DFC8B3"/>
          </a:solidFill>
          <a:ln w="6067">
            <a:solidFill>
              <a:srgbClr val="FFFFFF"/>
            </a:solidFill>
            <a:prstDash val="solid"/>
          </a:ln>
        </p:spPr>
      </p:sp>
      <p:sp>
        <p:nvSpPr>
          <p:cNvPr id="810" name="shape-455"/>
          <p:cNvSpPr>
            <a:spLocks noGrp="1"/>
          </p:cNvSpPr>
          <p:nvPr/>
        </p:nvSpPr>
        <p:spPr>
          <a:xfrm>
            <a:off x="11790045" y="18584037"/>
            <a:ext cx="65341" cy="65341"/>
          </a:xfrm>
          <a:prstGeom prst="rect">
            <a:avLst/>
          </a:prstGeom>
          <a:solidFill>
            <a:srgbClr val="734624"/>
          </a:solidFill>
          <a:ln w="6067">
            <a:solidFill>
              <a:srgbClr val="FFFFFF"/>
            </a:solidFill>
            <a:prstDash val="solid"/>
          </a:ln>
        </p:spPr>
      </p:sp>
      <p:sp>
        <p:nvSpPr>
          <p:cNvPr id="811" name="shape-456"/>
          <p:cNvSpPr>
            <a:spLocks noGrp="1"/>
          </p:cNvSpPr>
          <p:nvPr/>
        </p:nvSpPr>
        <p:spPr>
          <a:xfrm>
            <a:off x="11855387" y="18584037"/>
            <a:ext cx="65341" cy="65341"/>
          </a:xfrm>
          <a:prstGeom prst="rect">
            <a:avLst/>
          </a:prstGeom>
          <a:solidFill>
            <a:srgbClr val="734624"/>
          </a:solidFill>
          <a:ln w="6067">
            <a:solidFill>
              <a:srgbClr val="FFFFFF"/>
            </a:solidFill>
            <a:prstDash val="solid"/>
          </a:ln>
        </p:spPr>
      </p:sp>
      <p:sp>
        <p:nvSpPr>
          <p:cNvPr id="812" name="shape-457"/>
          <p:cNvSpPr>
            <a:spLocks noGrp="1"/>
          </p:cNvSpPr>
          <p:nvPr/>
        </p:nvSpPr>
        <p:spPr>
          <a:xfrm>
            <a:off x="11920728" y="18584037"/>
            <a:ext cx="65341" cy="65341"/>
          </a:xfrm>
          <a:prstGeom prst="rect">
            <a:avLst/>
          </a:prstGeom>
          <a:solidFill>
            <a:srgbClr val="734624"/>
          </a:solidFill>
          <a:ln w="6067">
            <a:solidFill>
              <a:srgbClr val="FFFFFF"/>
            </a:solidFill>
            <a:prstDash val="solid"/>
          </a:ln>
        </p:spPr>
      </p:sp>
      <p:sp>
        <p:nvSpPr>
          <p:cNvPr id="813" name="shape-458"/>
          <p:cNvSpPr>
            <a:spLocks noGrp="1"/>
          </p:cNvSpPr>
          <p:nvPr/>
        </p:nvSpPr>
        <p:spPr>
          <a:xfrm>
            <a:off x="11986070" y="18584037"/>
            <a:ext cx="65341" cy="65341"/>
          </a:xfrm>
          <a:prstGeom prst="rect">
            <a:avLst/>
          </a:prstGeom>
          <a:solidFill>
            <a:srgbClr val="734624"/>
          </a:solidFill>
          <a:ln w="6067">
            <a:solidFill>
              <a:srgbClr val="FFFFFF"/>
            </a:solidFill>
            <a:prstDash val="solid"/>
          </a:ln>
        </p:spPr>
      </p:sp>
      <p:sp>
        <p:nvSpPr>
          <p:cNvPr id="814" name="shape-459"/>
          <p:cNvSpPr>
            <a:spLocks noGrp="1"/>
          </p:cNvSpPr>
          <p:nvPr/>
        </p:nvSpPr>
        <p:spPr>
          <a:xfrm>
            <a:off x="12051411" y="18584037"/>
            <a:ext cx="65341" cy="65341"/>
          </a:xfrm>
          <a:prstGeom prst="rect">
            <a:avLst/>
          </a:prstGeom>
          <a:solidFill>
            <a:srgbClr val="734624"/>
          </a:solidFill>
          <a:ln w="6067">
            <a:solidFill>
              <a:srgbClr val="FFFFFF"/>
            </a:solidFill>
            <a:prstDash val="solid"/>
          </a:ln>
        </p:spPr>
      </p:sp>
      <p:sp>
        <p:nvSpPr>
          <p:cNvPr id="815" name="shape-460"/>
          <p:cNvSpPr>
            <a:spLocks noGrp="1"/>
          </p:cNvSpPr>
          <p:nvPr/>
        </p:nvSpPr>
        <p:spPr>
          <a:xfrm>
            <a:off x="12116753" y="18584037"/>
            <a:ext cx="65341" cy="65341"/>
          </a:xfrm>
          <a:prstGeom prst="rect">
            <a:avLst/>
          </a:prstGeom>
          <a:solidFill>
            <a:srgbClr val="734624"/>
          </a:solidFill>
          <a:ln w="6067">
            <a:solidFill>
              <a:srgbClr val="FFFFFF"/>
            </a:solidFill>
            <a:prstDash val="solid"/>
          </a:ln>
        </p:spPr>
      </p:sp>
      <p:sp>
        <p:nvSpPr>
          <p:cNvPr id="816" name="shape-461"/>
          <p:cNvSpPr>
            <a:spLocks noGrp="1"/>
          </p:cNvSpPr>
          <p:nvPr/>
        </p:nvSpPr>
        <p:spPr>
          <a:xfrm>
            <a:off x="12182094" y="18584037"/>
            <a:ext cx="65341" cy="65341"/>
          </a:xfrm>
          <a:prstGeom prst="rect">
            <a:avLst/>
          </a:prstGeom>
          <a:solidFill>
            <a:srgbClr val="734624"/>
          </a:solidFill>
          <a:ln w="6067">
            <a:solidFill>
              <a:srgbClr val="FFFFFF"/>
            </a:solidFill>
            <a:prstDash val="solid"/>
          </a:ln>
        </p:spPr>
      </p:sp>
      <p:sp>
        <p:nvSpPr>
          <p:cNvPr id="817" name="shape-462"/>
          <p:cNvSpPr>
            <a:spLocks noGrp="1"/>
          </p:cNvSpPr>
          <p:nvPr/>
        </p:nvSpPr>
        <p:spPr>
          <a:xfrm>
            <a:off x="12247436" y="18584037"/>
            <a:ext cx="65341" cy="65341"/>
          </a:xfrm>
          <a:prstGeom prst="rect">
            <a:avLst/>
          </a:prstGeom>
          <a:solidFill>
            <a:srgbClr val="734624"/>
          </a:solidFill>
          <a:ln w="6067">
            <a:solidFill>
              <a:srgbClr val="FFFFFF"/>
            </a:solidFill>
            <a:prstDash val="solid"/>
          </a:ln>
        </p:spPr>
      </p:sp>
      <p:sp>
        <p:nvSpPr>
          <p:cNvPr id="818" name="shape-463"/>
          <p:cNvSpPr>
            <a:spLocks noGrp="1"/>
          </p:cNvSpPr>
          <p:nvPr/>
        </p:nvSpPr>
        <p:spPr>
          <a:xfrm>
            <a:off x="12312777" y="18584037"/>
            <a:ext cx="65341" cy="65341"/>
          </a:xfrm>
          <a:prstGeom prst="rect">
            <a:avLst/>
          </a:prstGeom>
          <a:solidFill>
            <a:srgbClr val="734624"/>
          </a:solidFill>
          <a:ln w="6067">
            <a:solidFill>
              <a:srgbClr val="FFFFFF"/>
            </a:solidFill>
            <a:prstDash val="solid"/>
          </a:ln>
        </p:spPr>
      </p:sp>
      <p:sp>
        <p:nvSpPr>
          <p:cNvPr id="819" name="shape-464"/>
          <p:cNvSpPr>
            <a:spLocks noGrp="1"/>
          </p:cNvSpPr>
          <p:nvPr/>
        </p:nvSpPr>
        <p:spPr>
          <a:xfrm>
            <a:off x="12378119" y="18584037"/>
            <a:ext cx="65341" cy="65341"/>
          </a:xfrm>
          <a:prstGeom prst="rect">
            <a:avLst/>
          </a:prstGeom>
          <a:solidFill>
            <a:srgbClr val="734624"/>
          </a:solidFill>
          <a:ln w="6067">
            <a:solidFill>
              <a:srgbClr val="FFFFFF"/>
            </a:solidFill>
            <a:prstDash val="solid"/>
          </a:ln>
        </p:spPr>
      </p:sp>
      <p:sp>
        <p:nvSpPr>
          <p:cNvPr id="820" name="shape-465"/>
          <p:cNvSpPr>
            <a:spLocks noGrp="1"/>
          </p:cNvSpPr>
          <p:nvPr/>
        </p:nvSpPr>
        <p:spPr>
          <a:xfrm>
            <a:off x="12443460" y="18584037"/>
            <a:ext cx="65341" cy="65341"/>
          </a:xfrm>
          <a:prstGeom prst="rect">
            <a:avLst/>
          </a:prstGeom>
          <a:solidFill>
            <a:srgbClr val="734624"/>
          </a:solidFill>
          <a:ln w="6067">
            <a:solidFill>
              <a:srgbClr val="FFFFFF"/>
            </a:solidFill>
            <a:prstDash val="solid"/>
          </a:ln>
        </p:spPr>
      </p:sp>
      <p:sp>
        <p:nvSpPr>
          <p:cNvPr id="821" name="shape-466"/>
          <p:cNvSpPr>
            <a:spLocks noGrp="1"/>
          </p:cNvSpPr>
          <p:nvPr/>
        </p:nvSpPr>
        <p:spPr>
          <a:xfrm>
            <a:off x="12508802" y="18584037"/>
            <a:ext cx="65341" cy="65341"/>
          </a:xfrm>
          <a:prstGeom prst="rect">
            <a:avLst/>
          </a:prstGeom>
          <a:solidFill>
            <a:srgbClr val="734624"/>
          </a:solidFill>
          <a:ln w="6067">
            <a:solidFill>
              <a:srgbClr val="FFFFFF"/>
            </a:solidFill>
            <a:prstDash val="solid"/>
          </a:ln>
        </p:spPr>
      </p:sp>
      <p:sp>
        <p:nvSpPr>
          <p:cNvPr id="822" name="shape-467"/>
          <p:cNvSpPr>
            <a:spLocks noGrp="1"/>
          </p:cNvSpPr>
          <p:nvPr/>
        </p:nvSpPr>
        <p:spPr>
          <a:xfrm>
            <a:off x="12574143" y="18584037"/>
            <a:ext cx="65341" cy="65341"/>
          </a:xfrm>
          <a:prstGeom prst="rect">
            <a:avLst/>
          </a:prstGeom>
          <a:solidFill>
            <a:srgbClr val="734624"/>
          </a:solidFill>
          <a:ln w="6067">
            <a:solidFill>
              <a:srgbClr val="FFFFFF"/>
            </a:solidFill>
            <a:prstDash val="solid"/>
          </a:ln>
        </p:spPr>
      </p:sp>
      <p:sp>
        <p:nvSpPr>
          <p:cNvPr id="823" name="shape-468"/>
          <p:cNvSpPr>
            <a:spLocks noGrp="1"/>
          </p:cNvSpPr>
          <p:nvPr/>
        </p:nvSpPr>
        <p:spPr>
          <a:xfrm>
            <a:off x="12639485" y="18584037"/>
            <a:ext cx="65341" cy="65341"/>
          </a:xfrm>
          <a:prstGeom prst="rect">
            <a:avLst/>
          </a:prstGeom>
          <a:solidFill>
            <a:srgbClr val="734624"/>
          </a:solidFill>
          <a:ln w="6067">
            <a:solidFill>
              <a:srgbClr val="FFFFFF"/>
            </a:solidFill>
            <a:prstDash val="solid"/>
          </a:ln>
        </p:spPr>
      </p:sp>
      <p:sp>
        <p:nvSpPr>
          <p:cNvPr id="824" name="shape-469"/>
          <p:cNvSpPr>
            <a:spLocks noGrp="1"/>
          </p:cNvSpPr>
          <p:nvPr/>
        </p:nvSpPr>
        <p:spPr>
          <a:xfrm>
            <a:off x="12704826" y="18584037"/>
            <a:ext cx="65341" cy="65341"/>
          </a:xfrm>
          <a:prstGeom prst="rect">
            <a:avLst/>
          </a:prstGeom>
          <a:solidFill>
            <a:srgbClr val="734624"/>
          </a:solidFill>
          <a:ln w="6067">
            <a:solidFill>
              <a:srgbClr val="FFFFFF"/>
            </a:solidFill>
            <a:prstDash val="solid"/>
          </a:ln>
        </p:spPr>
      </p:sp>
      <p:sp>
        <p:nvSpPr>
          <p:cNvPr id="825" name="shape-470"/>
          <p:cNvSpPr>
            <a:spLocks noGrp="1"/>
          </p:cNvSpPr>
          <p:nvPr/>
        </p:nvSpPr>
        <p:spPr>
          <a:xfrm>
            <a:off x="12770168" y="18584037"/>
            <a:ext cx="65341" cy="65341"/>
          </a:xfrm>
          <a:prstGeom prst="rect">
            <a:avLst/>
          </a:prstGeom>
          <a:solidFill>
            <a:srgbClr val="734624"/>
          </a:solidFill>
          <a:ln w="6067">
            <a:solidFill>
              <a:srgbClr val="FFFFFF"/>
            </a:solidFill>
            <a:prstDash val="solid"/>
          </a:ln>
        </p:spPr>
      </p:sp>
      <p:sp>
        <p:nvSpPr>
          <p:cNvPr id="826" name="shape-471"/>
          <p:cNvSpPr>
            <a:spLocks noGrp="1"/>
          </p:cNvSpPr>
          <p:nvPr/>
        </p:nvSpPr>
        <p:spPr>
          <a:xfrm>
            <a:off x="11790045" y="18649379"/>
            <a:ext cx="65341" cy="65341"/>
          </a:xfrm>
          <a:prstGeom prst="rect">
            <a:avLst/>
          </a:prstGeom>
          <a:solidFill>
            <a:srgbClr val="BE936F"/>
          </a:solidFill>
          <a:ln w="6067">
            <a:solidFill>
              <a:srgbClr val="FFFFFF"/>
            </a:solidFill>
            <a:prstDash val="solid"/>
          </a:ln>
        </p:spPr>
      </p:sp>
      <p:sp>
        <p:nvSpPr>
          <p:cNvPr id="827" name="shape-472"/>
          <p:cNvSpPr>
            <a:spLocks noGrp="1"/>
          </p:cNvSpPr>
          <p:nvPr/>
        </p:nvSpPr>
        <p:spPr>
          <a:xfrm>
            <a:off x="11855387" y="18649379"/>
            <a:ext cx="65341" cy="65341"/>
          </a:xfrm>
          <a:prstGeom prst="rect">
            <a:avLst/>
          </a:prstGeom>
          <a:solidFill>
            <a:srgbClr val="9B6840"/>
          </a:solidFill>
          <a:ln w="6067">
            <a:solidFill>
              <a:srgbClr val="FFFFFF"/>
            </a:solidFill>
            <a:prstDash val="solid"/>
          </a:ln>
        </p:spPr>
      </p:sp>
      <p:sp>
        <p:nvSpPr>
          <p:cNvPr id="828" name="shape-473"/>
          <p:cNvSpPr>
            <a:spLocks noGrp="1"/>
          </p:cNvSpPr>
          <p:nvPr/>
        </p:nvSpPr>
        <p:spPr>
          <a:xfrm>
            <a:off x="11920728" y="18649379"/>
            <a:ext cx="65341" cy="65341"/>
          </a:xfrm>
          <a:prstGeom prst="rect">
            <a:avLst/>
          </a:prstGeom>
          <a:solidFill>
            <a:srgbClr val="734624"/>
          </a:solidFill>
          <a:ln w="6067">
            <a:solidFill>
              <a:srgbClr val="FFFFFF"/>
            </a:solidFill>
            <a:prstDash val="solid"/>
          </a:ln>
        </p:spPr>
      </p:sp>
      <p:sp>
        <p:nvSpPr>
          <p:cNvPr id="829" name="shape-474"/>
          <p:cNvSpPr>
            <a:spLocks noGrp="1"/>
          </p:cNvSpPr>
          <p:nvPr/>
        </p:nvSpPr>
        <p:spPr>
          <a:xfrm>
            <a:off x="11986070" y="18649379"/>
            <a:ext cx="65341" cy="65341"/>
          </a:xfrm>
          <a:prstGeom prst="rect">
            <a:avLst/>
          </a:prstGeom>
          <a:solidFill>
            <a:srgbClr val="F5ECE2"/>
          </a:solidFill>
          <a:ln w="6067">
            <a:solidFill>
              <a:srgbClr val="FFFFFF"/>
            </a:solidFill>
            <a:prstDash val="solid"/>
          </a:ln>
        </p:spPr>
      </p:sp>
      <p:sp>
        <p:nvSpPr>
          <p:cNvPr id="830" name="shape-475"/>
          <p:cNvSpPr>
            <a:spLocks noGrp="1"/>
          </p:cNvSpPr>
          <p:nvPr/>
        </p:nvSpPr>
        <p:spPr>
          <a:xfrm>
            <a:off x="12051411" y="18649379"/>
            <a:ext cx="65341" cy="65341"/>
          </a:xfrm>
          <a:prstGeom prst="rect">
            <a:avLst/>
          </a:prstGeom>
          <a:solidFill>
            <a:srgbClr val="DFC8B3"/>
          </a:solidFill>
          <a:ln w="6067">
            <a:solidFill>
              <a:srgbClr val="FFFFFF"/>
            </a:solidFill>
            <a:prstDash val="solid"/>
          </a:ln>
        </p:spPr>
      </p:sp>
      <p:sp>
        <p:nvSpPr>
          <p:cNvPr id="831" name="shape-476"/>
          <p:cNvSpPr>
            <a:spLocks noGrp="1"/>
          </p:cNvSpPr>
          <p:nvPr/>
        </p:nvSpPr>
        <p:spPr>
          <a:xfrm>
            <a:off x="12116753" y="18649379"/>
            <a:ext cx="65341" cy="65341"/>
          </a:xfrm>
          <a:prstGeom prst="rect">
            <a:avLst/>
          </a:prstGeom>
          <a:solidFill>
            <a:srgbClr val="BE936F"/>
          </a:solidFill>
          <a:ln w="6067">
            <a:solidFill>
              <a:srgbClr val="FFFFFF"/>
            </a:solidFill>
            <a:prstDash val="solid"/>
          </a:ln>
        </p:spPr>
      </p:sp>
      <p:sp>
        <p:nvSpPr>
          <p:cNvPr id="832" name="shape-477"/>
          <p:cNvSpPr>
            <a:spLocks noGrp="1"/>
          </p:cNvSpPr>
          <p:nvPr/>
        </p:nvSpPr>
        <p:spPr>
          <a:xfrm>
            <a:off x="12182094" y="18649379"/>
            <a:ext cx="65341" cy="65341"/>
          </a:xfrm>
          <a:prstGeom prst="rect">
            <a:avLst/>
          </a:prstGeom>
          <a:solidFill>
            <a:srgbClr val="9B6840"/>
          </a:solidFill>
          <a:ln w="6067">
            <a:solidFill>
              <a:srgbClr val="FFFFFF"/>
            </a:solidFill>
            <a:prstDash val="solid"/>
          </a:ln>
        </p:spPr>
      </p:sp>
      <p:sp>
        <p:nvSpPr>
          <p:cNvPr id="833" name="shape-478"/>
          <p:cNvSpPr>
            <a:spLocks noGrp="1"/>
          </p:cNvSpPr>
          <p:nvPr/>
        </p:nvSpPr>
        <p:spPr>
          <a:xfrm>
            <a:off x="12247436" y="18649379"/>
            <a:ext cx="65341" cy="65341"/>
          </a:xfrm>
          <a:prstGeom prst="rect">
            <a:avLst/>
          </a:prstGeom>
          <a:solidFill>
            <a:srgbClr val="734624"/>
          </a:solidFill>
          <a:ln w="6067">
            <a:solidFill>
              <a:srgbClr val="FFFFFF"/>
            </a:solidFill>
            <a:prstDash val="solid"/>
          </a:ln>
        </p:spPr>
      </p:sp>
      <p:sp>
        <p:nvSpPr>
          <p:cNvPr id="834" name="shape-479"/>
          <p:cNvSpPr>
            <a:spLocks noGrp="1"/>
          </p:cNvSpPr>
          <p:nvPr/>
        </p:nvSpPr>
        <p:spPr>
          <a:xfrm>
            <a:off x="12312777" y="18649379"/>
            <a:ext cx="65341" cy="65341"/>
          </a:xfrm>
          <a:prstGeom prst="rect">
            <a:avLst/>
          </a:prstGeom>
          <a:solidFill>
            <a:srgbClr val="F5ECE2"/>
          </a:solidFill>
          <a:ln w="6067">
            <a:solidFill>
              <a:srgbClr val="FFFFFF"/>
            </a:solidFill>
            <a:prstDash val="solid"/>
          </a:ln>
        </p:spPr>
      </p:sp>
      <p:sp>
        <p:nvSpPr>
          <p:cNvPr id="835" name="shape-480"/>
          <p:cNvSpPr>
            <a:spLocks noGrp="1"/>
          </p:cNvSpPr>
          <p:nvPr/>
        </p:nvSpPr>
        <p:spPr>
          <a:xfrm>
            <a:off x="12378119" y="18649379"/>
            <a:ext cx="65341" cy="65341"/>
          </a:xfrm>
          <a:prstGeom prst="rect">
            <a:avLst/>
          </a:prstGeom>
          <a:solidFill>
            <a:srgbClr val="DFC8B3"/>
          </a:solidFill>
          <a:ln w="6067">
            <a:solidFill>
              <a:srgbClr val="FFFFFF"/>
            </a:solidFill>
            <a:prstDash val="solid"/>
          </a:ln>
        </p:spPr>
      </p:sp>
      <p:sp>
        <p:nvSpPr>
          <p:cNvPr id="836" name="shape-481"/>
          <p:cNvSpPr>
            <a:spLocks noGrp="1"/>
          </p:cNvSpPr>
          <p:nvPr/>
        </p:nvSpPr>
        <p:spPr>
          <a:xfrm>
            <a:off x="12443460" y="18649379"/>
            <a:ext cx="65341" cy="65341"/>
          </a:xfrm>
          <a:prstGeom prst="rect">
            <a:avLst/>
          </a:prstGeom>
          <a:solidFill>
            <a:srgbClr val="BE936F"/>
          </a:solidFill>
          <a:ln w="6067">
            <a:solidFill>
              <a:srgbClr val="FFFFFF"/>
            </a:solidFill>
            <a:prstDash val="solid"/>
          </a:ln>
        </p:spPr>
      </p:sp>
      <p:sp>
        <p:nvSpPr>
          <p:cNvPr id="837" name="shape-482"/>
          <p:cNvSpPr>
            <a:spLocks noGrp="1"/>
          </p:cNvSpPr>
          <p:nvPr/>
        </p:nvSpPr>
        <p:spPr>
          <a:xfrm>
            <a:off x="12508802" y="18649379"/>
            <a:ext cx="65341" cy="65341"/>
          </a:xfrm>
          <a:prstGeom prst="rect">
            <a:avLst/>
          </a:prstGeom>
          <a:solidFill>
            <a:srgbClr val="9B6840"/>
          </a:solidFill>
          <a:ln w="6067">
            <a:solidFill>
              <a:srgbClr val="FFFFFF"/>
            </a:solidFill>
            <a:prstDash val="solid"/>
          </a:ln>
        </p:spPr>
      </p:sp>
      <p:sp>
        <p:nvSpPr>
          <p:cNvPr id="838" name="shape-483"/>
          <p:cNvSpPr>
            <a:spLocks noGrp="1"/>
          </p:cNvSpPr>
          <p:nvPr/>
        </p:nvSpPr>
        <p:spPr>
          <a:xfrm>
            <a:off x="12574143" y="18649379"/>
            <a:ext cx="65341" cy="65341"/>
          </a:xfrm>
          <a:prstGeom prst="rect">
            <a:avLst/>
          </a:prstGeom>
          <a:solidFill>
            <a:srgbClr val="734624"/>
          </a:solidFill>
          <a:ln w="6067">
            <a:solidFill>
              <a:srgbClr val="FFFFFF"/>
            </a:solidFill>
            <a:prstDash val="solid"/>
          </a:ln>
        </p:spPr>
      </p:sp>
      <p:sp>
        <p:nvSpPr>
          <p:cNvPr id="839" name="shape-484"/>
          <p:cNvSpPr>
            <a:spLocks noGrp="1"/>
          </p:cNvSpPr>
          <p:nvPr/>
        </p:nvSpPr>
        <p:spPr>
          <a:xfrm>
            <a:off x="12639485" y="18649379"/>
            <a:ext cx="65341" cy="65341"/>
          </a:xfrm>
          <a:prstGeom prst="rect">
            <a:avLst/>
          </a:prstGeom>
          <a:solidFill>
            <a:srgbClr val="F5ECE2"/>
          </a:solidFill>
          <a:ln w="6067">
            <a:solidFill>
              <a:srgbClr val="FFFFFF"/>
            </a:solidFill>
            <a:prstDash val="solid"/>
          </a:ln>
        </p:spPr>
      </p:sp>
      <p:sp>
        <p:nvSpPr>
          <p:cNvPr id="840" name="shape-485"/>
          <p:cNvSpPr>
            <a:spLocks noGrp="1"/>
          </p:cNvSpPr>
          <p:nvPr/>
        </p:nvSpPr>
        <p:spPr>
          <a:xfrm>
            <a:off x="12704826" y="18649379"/>
            <a:ext cx="65341" cy="65341"/>
          </a:xfrm>
          <a:prstGeom prst="rect">
            <a:avLst/>
          </a:prstGeom>
          <a:solidFill>
            <a:srgbClr val="DFC8B3"/>
          </a:solidFill>
          <a:ln w="6067">
            <a:solidFill>
              <a:srgbClr val="FFFFFF"/>
            </a:solidFill>
            <a:prstDash val="solid"/>
          </a:ln>
        </p:spPr>
      </p:sp>
      <p:sp>
        <p:nvSpPr>
          <p:cNvPr id="841" name="shape-486"/>
          <p:cNvSpPr>
            <a:spLocks noGrp="1"/>
          </p:cNvSpPr>
          <p:nvPr/>
        </p:nvSpPr>
        <p:spPr>
          <a:xfrm>
            <a:off x="12770168" y="18649379"/>
            <a:ext cx="65341" cy="65341"/>
          </a:xfrm>
          <a:prstGeom prst="rect">
            <a:avLst/>
          </a:prstGeom>
          <a:solidFill>
            <a:srgbClr val="BE936F"/>
          </a:solidFill>
          <a:ln w="6067">
            <a:solidFill>
              <a:srgbClr val="FFFFFF"/>
            </a:solidFill>
            <a:prstDash val="solid"/>
          </a:ln>
        </p:spPr>
      </p:sp>
      <p:sp>
        <p:nvSpPr>
          <p:cNvPr id="842" name="shape-487"/>
          <p:cNvSpPr>
            <a:spLocks noGrp="1"/>
          </p:cNvSpPr>
          <p:nvPr/>
        </p:nvSpPr>
        <p:spPr>
          <a:xfrm>
            <a:off x="11790045" y="18714720"/>
            <a:ext cx="65341" cy="65341"/>
          </a:xfrm>
          <a:prstGeom prst="rect">
            <a:avLst/>
          </a:prstGeom>
          <a:solidFill>
            <a:srgbClr val="F5ECE2"/>
          </a:solidFill>
          <a:ln w="6067">
            <a:solidFill>
              <a:srgbClr val="FFFFFF"/>
            </a:solidFill>
            <a:prstDash val="solid"/>
          </a:ln>
        </p:spPr>
      </p:sp>
      <p:sp>
        <p:nvSpPr>
          <p:cNvPr id="843" name="shape-488"/>
          <p:cNvSpPr>
            <a:spLocks noGrp="1"/>
          </p:cNvSpPr>
          <p:nvPr/>
        </p:nvSpPr>
        <p:spPr>
          <a:xfrm>
            <a:off x="11855387" y="18714720"/>
            <a:ext cx="65341" cy="65341"/>
          </a:xfrm>
          <a:prstGeom prst="rect">
            <a:avLst/>
          </a:prstGeom>
          <a:solidFill>
            <a:srgbClr val="BE936F"/>
          </a:solidFill>
          <a:ln w="6067">
            <a:solidFill>
              <a:srgbClr val="FFFFFF"/>
            </a:solidFill>
            <a:prstDash val="solid"/>
          </a:ln>
        </p:spPr>
      </p:sp>
      <p:sp>
        <p:nvSpPr>
          <p:cNvPr id="844" name="shape-489"/>
          <p:cNvSpPr>
            <a:spLocks noGrp="1"/>
          </p:cNvSpPr>
          <p:nvPr/>
        </p:nvSpPr>
        <p:spPr>
          <a:xfrm>
            <a:off x="11920728" y="18714720"/>
            <a:ext cx="65341" cy="65341"/>
          </a:xfrm>
          <a:prstGeom prst="rect">
            <a:avLst/>
          </a:prstGeom>
          <a:solidFill>
            <a:srgbClr val="734624"/>
          </a:solidFill>
          <a:ln w="6067">
            <a:solidFill>
              <a:srgbClr val="FFFFFF"/>
            </a:solidFill>
            <a:prstDash val="solid"/>
          </a:ln>
        </p:spPr>
      </p:sp>
      <p:sp>
        <p:nvSpPr>
          <p:cNvPr id="845" name="shape-490"/>
          <p:cNvSpPr>
            <a:spLocks noGrp="1"/>
          </p:cNvSpPr>
          <p:nvPr/>
        </p:nvSpPr>
        <p:spPr>
          <a:xfrm>
            <a:off x="11986070" y="18714720"/>
            <a:ext cx="65341" cy="65341"/>
          </a:xfrm>
          <a:prstGeom prst="rect">
            <a:avLst/>
          </a:prstGeom>
          <a:solidFill>
            <a:srgbClr val="DFC8B3"/>
          </a:solidFill>
          <a:ln w="6067">
            <a:solidFill>
              <a:srgbClr val="FFFFFF"/>
            </a:solidFill>
            <a:prstDash val="solid"/>
          </a:ln>
        </p:spPr>
      </p:sp>
      <p:sp>
        <p:nvSpPr>
          <p:cNvPr id="846" name="shape-491"/>
          <p:cNvSpPr>
            <a:spLocks noGrp="1"/>
          </p:cNvSpPr>
          <p:nvPr/>
        </p:nvSpPr>
        <p:spPr>
          <a:xfrm>
            <a:off x="12051411" y="18714720"/>
            <a:ext cx="65341" cy="65341"/>
          </a:xfrm>
          <a:prstGeom prst="rect">
            <a:avLst/>
          </a:prstGeom>
          <a:solidFill>
            <a:srgbClr val="9B6840"/>
          </a:solidFill>
          <a:ln w="6067">
            <a:solidFill>
              <a:srgbClr val="FFFFFF"/>
            </a:solidFill>
            <a:prstDash val="solid"/>
          </a:ln>
        </p:spPr>
      </p:sp>
      <p:sp>
        <p:nvSpPr>
          <p:cNvPr id="847" name="shape-492"/>
          <p:cNvSpPr>
            <a:spLocks noGrp="1"/>
          </p:cNvSpPr>
          <p:nvPr/>
        </p:nvSpPr>
        <p:spPr>
          <a:xfrm>
            <a:off x="12116753" y="18714720"/>
            <a:ext cx="65341" cy="65341"/>
          </a:xfrm>
          <a:prstGeom prst="rect">
            <a:avLst/>
          </a:prstGeom>
          <a:solidFill>
            <a:srgbClr val="F5ECE2"/>
          </a:solidFill>
          <a:ln w="6067">
            <a:solidFill>
              <a:srgbClr val="FFFFFF"/>
            </a:solidFill>
            <a:prstDash val="solid"/>
          </a:ln>
        </p:spPr>
      </p:sp>
      <p:sp>
        <p:nvSpPr>
          <p:cNvPr id="848" name="shape-493"/>
          <p:cNvSpPr>
            <a:spLocks noGrp="1"/>
          </p:cNvSpPr>
          <p:nvPr/>
        </p:nvSpPr>
        <p:spPr>
          <a:xfrm>
            <a:off x="12182094" y="18714720"/>
            <a:ext cx="65341" cy="65341"/>
          </a:xfrm>
          <a:prstGeom prst="rect">
            <a:avLst/>
          </a:prstGeom>
          <a:solidFill>
            <a:srgbClr val="BE936F"/>
          </a:solidFill>
          <a:ln w="6067">
            <a:solidFill>
              <a:srgbClr val="FFFFFF"/>
            </a:solidFill>
            <a:prstDash val="solid"/>
          </a:ln>
        </p:spPr>
      </p:sp>
      <p:sp>
        <p:nvSpPr>
          <p:cNvPr id="849" name="shape-494"/>
          <p:cNvSpPr>
            <a:spLocks noGrp="1"/>
          </p:cNvSpPr>
          <p:nvPr/>
        </p:nvSpPr>
        <p:spPr>
          <a:xfrm>
            <a:off x="12247436" y="18714720"/>
            <a:ext cx="65341" cy="65341"/>
          </a:xfrm>
          <a:prstGeom prst="rect">
            <a:avLst/>
          </a:prstGeom>
          <a:solidFill>
            <a:srgbClr val="734624"/>
          </a:solidFill>
          <a:ln w="6067">
            <a:solidFill>
              <a:srgbClr val="FFFFFF"/>
            </a:solidFill>
            <a:prstDash val="solid"/>
          </a:ln>
        </p:spPr>
      </p:sp>
      <p:sp>
        <p:nvSpPr>
          <p:cNvPr id="850" name="shape-495"/>
          <p:cNvSpPr>
            <a:spLocks noGrp="1"/>
          </p:cNvSpPr>
          <p:nvPr/>
        </p:nvSpPr>
        <p:spPr>
          <a:xfrm>
            <a:off x="12312777" y="18714720"/>
            <a:ext cx="65341" cy="65341"/>
          </a:xfrm>
          <a:prstGeom prst="rect">
            <a:avLst/>
          </a:prstGeom>
          <a:solidFill>
            <a:srgbClr val="DFC8B3"/>
          </a:solidFill>
          <a:ln w="6067">
            <a:solidFill>
              <a:srgbClr val="FFFFFF"/>
            </a:solidFill>
            <a:prstDash val="solid"/>
          </a:ln>
        </p:spPr>
      </p:sp>
      <p:sp>
        <p:nvSpPr>
          <p:cNvPr id="851" name="shape-496"/>
          <p:cNvSpPr>
            <a:spLocks noGrp="1"/>
          </p:cNvSpPr>
          <p:nvPr/>
        </p:nvSpPr>
        <p:spPr>
          <a:xfrm>
            <a:off x="12378119" y="18714720"/>
            <a:ext cx="65341" cy="65341"/>
          </a:xfrm>
          <a:prstGeom prst="rect">
            <a:avLst/>
          </a:prstGeom>
          <a:solidFill>
            <a:srgbClr val="9B6840"/>
          </a:solidFill>
          <a:ln w="6067">
            <a:solidFill>
              <a:srgbClr val="FFFFFF"/>
            </a:solidFill>
            <a:prstDash val="solid"/>
          </a:ln>
        </p:spPr>
      </p:sp>
      <p:sp>
        <p:nvSpPr>
          <p:cNvPr id="852" name="shape-497"/>
          <p:cNvSpPr>
            <a:spLocks noGrp="1"/>
          </p:cNvSpPr>
          <p:nvPr/>
        </p:nvSpPr>
        <p:spPr>
          <a:xfrm>
            <a:off x="12443460" y="18714720"/>
            <a:ext cx="65341" cy="65341"/>
          </a:xfrm>
          <a:prstGeom prst="rect">
            <a:avLst/>
          </a:prstGeom>
          <a:solidFill>
            <a:srgbClr val="F5ECE2"/>
          </a:solidFill>
          <a:ln w="6067">
            <a:solidFill>
              <a:srgbClr val="FFFFFF"/>
            </a:solidFill>
            <a:prstDash val="solid"/>
          </a:ln>
        </p:spPr>
      </p:sp>
      <p:sp>
        <p:nvSpPr>
          <p:cNvPr id="853" name="shape-498"/>
          <p:cNvSpPr>
            <a:spLocks noGrp="1"/>
          </p:cNvSpPr>
          <p:nvPr/>
        </p:nvSpPr>
        <p:spPr>
          <a:xfrm>
            <a:off x="12508802" y="18714720"/>
            <a:ext cx="65341" cy="65341"/>
          </a:xfrm>
          <a:prstGeom prst="rect">
            <a:avLst/>
          </a:prstGeom>
          <a:solidFill>
            <a:srgbClr val="BE936F"/>
          </a:solidFill>
          <a:ln w="6067">
            <a:solidFill>
              <a:srgbClr val="FFFFFF"/>
            </a:solidFill>
            <a:prstDash val="solid"/>
          </a:ln>
        </p:spPr>
      </p:sp>
      <p:sp>
        <p:nvSpPr>
          <p:cNvPr id="854" name="shape-499"/>
          <p:cNvSpPr>
            <a:spLocks noGrp="1"/>
          </p:cNvSpPr>
          <p:nvPr/>
        </p:nvSpPr>
        <p:spPr>
          <a:xfrm>
            <a:off x="12574143" y="18714720"/>
            <a:ext cx="65341" cy="65341"/>
          </a:xfrm>
          <a:prstGeom prst="rect">
            <a:avLst/>
          </a:prstGeom>
          <a:solidFill>
            <a:srgbClr val="734624"/>
          </a:solidFill>
          <a:ln w="6067">
            <a:solidFill>
              <a:srgbClr val="FFFFFF"/>
            </a:solidFill>
            <a:prstDash val="solid"/>
          </a:ln>
        </p:spPr>
      </p:sp>
      <p:sp>
        <p:nvSpPr>
          <p:cNvPr id="855" name="shape-500"/>
          <p:cNvSpPr>
            <a:spLocks noGrp="1"/>
          </p:cNvSpPr>
          <p:nvPr/>
        </p:nvSpPr>
        <p:spPr>
          <a:xfrm>
            <a:off x="12639485" y="18714720"/>
            <a:ext cx="65341" cy="65341"/>
          </a:xfrm>
          <a:prstGeom prst="rect">
            <a:avLst/>
          </a:prstGeom>
          <a:solidFill>
            <a:srgbClr val="DFC8B3"/>
          </a:solidFill>
          <a:ln w="6067">
            <a:solidFill>
              <a:srgbClr val="FFFFFF"/>
            </a:solidFill>
            <a:prstDash val="solid"/>
          </a:ln>
        </p:spPr>
      </p:sp>
      <p:sp>
        <p:nvSpPr>
          <p:cNvPr id="856" name="shape-501"/>
          <p:cNvSpPr>
            <a:spLocks noGrp="1"/>
          </p:cNvSpPr>
          <p:nvPr/>
        </p:nvSpPr>
        <p:spPr>
          <a:xfrm>
            <a:off x="12704826" y="18714720"/>
            <a:ext cx="65341" cy="65341"/>
          </a:xfrm>
          <a:prstGeom prst="rect">
            <a:avLst/>
          </a:prstGeom>
          <a:solidFill>
            <a:srgbClr val="9B6840"/>
          </a:solidFill>
          <a:ln w="6067">
            <a:solidFill>
              <a:srgbClr val="FFFFFF"/>
            </a:solidFill>
            <a:prstDash val="solid"/>
          </a:ln>
        </p:spPr>
      </p:sp>
      <p:sp>
        <p:nvSpPr>
          <p:cNvPr id="857" name="shape-502"/>
          <p:cNvSpPr>
            <a:spLocks noGrp="1"/>
          </p:cNvSpPr>
          <p:nvPr/>
        </p:nvSpPr>
        <p:spPr>
          <a:xfrm>
            <a:off x="12770168" y="18714720"/>
            <a:ext cx="65341" cy="65341"/>
          </a:xfrm>
          <a:prstGeom prst="rect">
            <a:avLst/>
          </a:prstGeom>
          <a:solidFill>
            <a:srgbClr val="F5ECE2"/>
          </a:solidFill>
          <a:ln w="6067">
            <a:solidFill>
              <a:srgbClr val="FFFFFF"/>
            </a:solidFill>
            <a:prstDash val="solid"/>
          </a:ln>
        </p:spPr>
      </p:sp>
      <p:sp>
        <p:nvSpPr>
          <p:cNvPr id="858" name="shape-503"/>
          <p:cNvSpPr>
            <a:spLocks noGrp="1"/>
          </p:cNvSpPr>
          <p:nvPr/>
        </p:nvSpPr>
        <p:spPr>
          <a:xfrm>
            <a:off x="11790045" y="18388013"/>
            <a:ext cx="1045464" cy="392049"/>
          </a:xfrm>
          <a:prstGeom prst="rect">
            <a:avLst/>
          </a:prstGeom>
          <a:noFill/>
          <a:ln w="6535">
            <a:solidFill>
              <a:srgbClr val="536779"/>
            </a:solidFill>
            <a:prstDash val="solid"/>
          </a:ln>
        </p:spPr>
      </p:sp>
      <p:sp>
        <p:nvSpPr>
          <p:cNvPr id="859" name="Pattern weights 38 × 16"/>
          <p:cNvSpPr>
            <a:spLocks noGrp="1"/>
          </p:cNvSpPr>
          <p:nvPr/>
        </p:nvSpPr>
        <p:spPr>
          <a:xfrm>
            <a:off x="11229975" y="18836069"/>
            <a:ext cx="2268284" cy="205359"/>
          </a:xfrm>
          <a:prstGeom prst="rect">
            <a:avLst/>
          </a:prstGeom>
          <a:noFill/>
          <a:ln w="0">
            <a:noFill/>
          </a:ln>
        </p:spPr>
        <p:txBody>
          <a:bodyPr wrap="none" lIns="0" tIns="0" rIns="0" bIns="0" anchor="ctr">
            <a:noAutofit/>
          </a:bodyPr>
          <a:lstStyle>
            <a:defPPr algn="ctr">
              <a:defRPr sz="1562" b="0" i="0">
                <a:solidFill>
                  <a:srgbClr val="805431"/>
                </a:solidFill>
                <a:latin typeface="Times New Roman" panose="02020503050405090304"/>
                <a:ea typeface="Times New Roman" panose="02020503050405090304"/>
                <a:cs typeface="Times New Roman" panose="02020503050405090304"/>
              </a:defRPr>
            </a:defPPr>
          </a:lstStyle>
          <a:p>
            <a:pPr algn="ctr">
              <a:defRPr sz="1562" b="0" i="0">
                <a:solidFill>
                  <a:srgbClr val="805431"/>
                </a:solidFill>
                <a:latin typeface="Times New Roman" panose="02020503050405090304"/>
                <a:ea typeface="Times New Roman" panose="02020503050405090304"/>
                <a:cs typeface="Times New Roman" panose="02020503050405090304"/>
              </a:defRPr>
            </a:pPr>
            <a:r>
              <a:rPr sz="1562" b="0" i="0">
                <a:solidFill>
                  <a:srgbClr val="805431"/>
                </a:solidFill>
                <a:latin typeface="Times New Roman" panose="02020503050405090304"/>
                <a:ea typeface="Times New Roman" panose="02020503050405090304"/>
                <a:cs typeface="Times New Roman" panose="02020503050405090304"/>
              </a:rPr>
              <a:t>Pattern weights 38 × 16</a:t>
            </a:r>
            <a:endParaRPr sz="1562" b="0" i="0">
              <a:solidFill>
                <a:srgbClr val="805431"/>
              </a:solidFill>
              <a:latin typeface="Times New Roman" panose="02020503050405090304"/>
              <a:ea typeface="Times New Roman" panose="02020503050405090304"/>
              <a:cs typeface="Times New Roman" panose="02020503050405090304"/>
            </a:endParaRPr>
          </a:p>
        </p:txBody>
      </p:sp>
      <p:sp>
        <p:nvSpPr>
          <p:cNvPr id="860" name="operator-×"/>
          <p:cNvSpPr>
            <a:spLocks noGrp="1"/>
          </p:cNvSpPr>
          <p:nvPr/>
        </p:nvSpPr>
        <p:spPr>
          <a:xfrm>
            <a:off x="13180886" y="18472023"/>
            <a:ext cx="224028" cy="224028"/>
          </a:xfrm>
          <a:prstGeom prst="ellipse">
            <a:avLst/>
          </a:prstGeom>
          <a:solidFill>
            <a:srgbClr val="FFFFFF"/>
          </a:solidFill>
          <a:ln w="16204">
            <a:solidFill>
              <a:srgbClr val="17202D"/>
            </a:solidFill>
          </a:ln>
        </p:spPr>
      </p:sp>
      <p:sp>
        <p:nvSpPr>
          <p:cNvPr id="861" name="×"/>
          <p:cNvSpPr>
            <a:spLocks noGrp="1"/>
          </p:cNvSpPr>
          <p:nvPr/>
        </p:nvSpPr>
        <p:spPr>
          <a:xfrm>
            <a:off x="13180886" y="18472023"/>
            <a:ext cx="224028" cy="224028"/>
          </a:xfrm>
          <a:prstGeom prst="rect">
            <a:avLst/>
          </a:prstGeom>
          <a:noFill/>
          <a:ln w="0">
            <a:noFill/>
          </a:ln>
        </p:spPr>
        <p:txBody>
          <a:bodyPr wrap="none" lIns="0" tIns="0" rIns="0" bIns="0" anchor="ctr">
            <a:noAutofit/>
          </a:bodyPr>
          <a:lstStyle>
            <a:defPPr algn="ctr">
              <a:defRPr sz="1779" b="0" i="0">
                <a:solidFill>
                  <a:srgbClr val="1B1B1B"/>
                </a:solidFill>
                <a:latin typeface="Times New Roman" panose="02020503050405090304"/>
                <a:ea typeface="Times New Roman" panose="02020503050405090304"/>
                <a:cs typeface="Times New Roman" panose="02020503050405090304"/>
              </a:defRPr>
            </a:defPPr>
          </a:lstStyle>
          <a:p>
            <a:pPr algn="ctr">
              <a:defRPr sz="1779" b="0" i="0">
                <a:solidFill>
                  <a:srgbClr val="1B1B1B"/>
                </a:solidFill>
                <a:latin typeface="Times New Roman" panose="02020503050405090304"/>
                <a:ea typeface="Times New Roman" panose="02020503050405090304"/>
                <a:cs typeface="Times New Roman" panose="02020503050405090304"/>
              </a:defRPr>
            </a:pPr>
            <a:r>
              <a:rPr sz="1779" b="0" i="0">
                <a:solidFill>
                  <a:srgbClr val="1B1B1B"/>
                </a:solidFill>
                <a:latin typeface="Times New Roman" panose="02020503050405090304"/>
                <a:ea typeface="Times New Roman" panose="02020503050405090304"/>
                <a:cs typeface="Times New Roman" panose="02020503050405090304"/>
              </a:rPr>
              <a:t>×</a:t>
            </a:r>
            <a:endParaRPr sz="1779" b="0" i="0">
              <a:solidFill>
                <a:srgbClr val="1B1B1B"/>
              </a:solidFill>
              <a:latin typeface="Times New Roman" panose="02020503050405090304"/>
              <a:ea typeface="Times New Roman" panose="02020503050405090304"/>
              <a:cs typeface="Times New Roman" panose="02020503050405090304"/>
            </a:endParaRPr>
          </a:p>
        </p:txBody>
      </p:sp>
      <p:sp>
        <p:nvSpPr>
          <p:cNvPr id="862" name="line-504"/>
          <p:cNvSpPr>
            <a:spLocks noGrp="1"/>
          </p:cNvSpPr>
          <p:nvPr/>
        </p:nvSpPr>
        <p:spPr>
          <a:xfrm>
            <a:off x="12835509" y="18584037"/>
            <a:ext cx="336042" cy="93"/>
          </a:xfrm>
          <a:custGeom>
            <a:avLst/>
            <a:gdLst/>
            <a:ahLst/>
            <a:cxnLst/>
            <a:pathLst>
              <a:path w="342900" h="95">
                <a:moveTo>
                  <a:pt x="0" y="0"/>
                </a:moveTo>
                <a:lnTo>
                  <a:pt x="342900" y="0"/>
                </a:lnTo>
              </a:path>
            </a:pathLst>
          </a:custGeom>
          <a:noFill/>
          <a:ln w="14468">
            <a:solidFill>
              <a:srgbClr val="805431"/>
            </a:solidFill>
            <a:prstDash val="solid"/>
          </a:ln>
        </p:spPr>
      </p:sp>
      <p:sp>
        <p:nvSpPr>
          <p:cNvPr id="863" name="line-505"/>
          <p:cNvSpPr>
            <a:spLocks noGrp="1"/>
          </p:cNvSpPr>
          <p:nvPr/>
        </p:nvSpPr>
        <p:spPr>
          <a:xfrm>
            <a:off x="13113594" y="18584037"/>
            <a:ext cx="57957" cy="30173"/>
          </a:xfrm>
          <a:custGeom>
            <a:avLst/>
            <a:gdLst/>
            <a:ahLst/>
            <a:cxnLst/>
            <a:pathLst>
              <a:path w="59140" h="30789">
                <a:moveTo>
                  <a:pt x="59140" y="0"/>
                </a:moveTo>
                <a:lnTo>
                  <a:pt x="0" y="30789"/>
                </a:lnTo>
              </a:path>
            </a:pathLst>
          </a:custGeom>
          <a:noFill/>
          <a:ln w="14468">
            <a:solidFill>
              <a:srgbClr val="805431"/>
            </a:solidFill>
            <a:prstDash val="solid"/>
          </a:ln>
        </p:spPr>
      </p:sp>
      <p:sp>
        <p:nvSpPr>
          <p:cNvPr id="864" name="line-506"/>
          <p:cNvSpPr>
            <a:spLocks noGrp="1"/>
          </p:cNvSpPr>
          <p:nvPr/>
        </p:nvSpPr>
        <p:spPr>
          <a:xfrm>
            <a:off x="13113594" y="18553864"/>
            <a:ext cx="57957" cy="30173"/>
          </a:xfrm>
          <a:custGeom>
            <a:avLst/>
            <a:gdLst/>
            <a:ahLst/>
            <a:cxnLst/>
            <a:pathLst>
              <a:path w="59140" h="30789">
                <a:moveTo>
                  <a:pt x="59140" y="30789"/>
                </a:moveTo>
                <a:lnTo>
                  <a:pt x="0" y="0"/>
                </a:lnTo>
              </a:path>
            </a:pathLst>
          </a:custGeom>
          <a:noFill/>
          <a:ln w="14468">
            <a:solidFill>
              <a:srgbClr val="805431"/>
            </a:solidFill>
            <a:prstDash val="solid"/>
          </a:ln>
        </p:spPr>
      </p:sp>
      <p:sp>
        <p:nvSpPr>
          <p:cNvPr id="865" name="line-507"/>
          <p:cNvSpPr>
            <a:spLocks noGrp="1"/>
          </p:cNvSpPr>
          <p:nvPr/>
        </p:nvSpPr>
        <p:spPr>
          <a:xfrm>
            <a:off x="15691866" y="17678591"/>
            <a:ext cx="93" cy="616077"/>
          </a:xfrm>
          <a:custGeom>
            <a:avLst/>
            <a:gdLst/>
            <a:ahLst/>
            <a:cxnLst/>
            <a:pathLst>
              <a:path w="95" h="628650">
                <a:moveTo>
                  <a:pt x="0" y="0"/>
                </a:moveTo>
                <a:lnTo>
                  <a:pt x="0" y="628650"/>
                </a:lnTo>
              </a:path>
            </a:pathLst>
          </a:custGeom>
          <a:noFill/>
          <a:ln w="13890">
            <a:solidFill>
              <a:srgbClr val="805431"/>
            </a:solidFill>
            <a:prstDash val="solid"/>
          </a:ln>
        </p:spPr>
      </p:sp>
      <p:sp>
        <p:nvSpPr>
          <p:cNvPr id="866" name="line-508"/>
          <p:cNvSpPr>
            <a:spLocks noGrp="1"/>
          </p:cNvSpPr>
          <p:nvPr/>
        </p:nvSpPr>
        <p:spPr>
          <a:xfrm>
            <a:off x="13292900" y="18294668"/>
            <a:ext cx="2398967" cy="93"/>
          </a:xfrm>
          <a:custGeom>
            <a:avLst/>
            <a:gdLst/>
            <a:ahLst/>
            <a:cxnLst/>
            <a:pathLst>
              <a:path w="2447925" h="95">
                <a:moveTo>
                  <a:pt x="2447925" y="0"/>
                </a:moveTo>
                <a:lnTo>
                  <a:pt x="0" y="0"/>
                </a:lnTo>
              </a:path>
            </a:pathLst>
          </a:custGeom>
          <a:noFill/>
          <a:ln w="13890">
            <a:solidFill>
              <a:srgbClr val="805431"/>
            </a:solidFill>
            <a:prstDash val="solid"/>
          </a:ln>
        </p:spPr>
      </p:sp>
      <p:sp>
        <p:nvSpPr>
          <p:cNvPr id="867" name="line-509"/>
          <p:cNvSpPr>
            <a:spLocks noGrp="1"/>
          </p:cNvSpPr>
          <p:nvPr/>
        </p:nvSpPr>
        <p:spPr>
          <a:xfrm>
            <a:off x="13292900" y="18294668"/>
            <a:ext cx="93" cy="168021"/>
          </a:xfrm>
          <a:custGeom>
            <a:avLst/>
            <a:gdLst/>
            <a:ahLst/>
            <a:cxnLst/>
            <a:pathLst>
              <a:path w="95" h="171450">
                <a:moveTo>
                  <a:pt x="0" y="0"/>
                </a:moveTo>
                <a:lnTo>
                  <a:pt x="0" y="171450"/>
                </a:lnTo>
              </a:path>
            </a:pathLst>
          </a:custGeom>
          <a:noFill/>
          <a:ln w="13890">
            <a:solidFill>
              <a:srgbClr val="805431"/>
            </a:solidFill>
            <a:prstDash val="solid"/>
          </a:ln>
        </p:spPr>
      </p:sp>
      <p:sp>
        <p:nvSpPr>
          <p:cNvPr id="868" name="line-510"/>
          <p:cNvSpPr>
            <a:spLocks noGrp="1"/>
          </p:cNvSpPr>
          <p:nvPr/>
        </p:nvSpPr>
        <p:spPr>
          <a:xfrm>
            <a:off x="13262726" y="18404731"/>
            <a:ext cx="30173" cy="57957"/>
          </a:xfrm>
          <a:custGeom>
            <a:avLst/>
            <a:gdLst/>
            <a:ahLst/>
            <a:cxnLst/>
            <a:pathLst>
              <a:path w="30789" h="59140">
                <a:moveTo>
                  <a:pt x="30789" y="59140"/>
                </a:moveTo>
                <a:lnTo>
                  <a:pt x="0" y="0"/>
                </a:lnTo>
              </a:path>
            </a:pathLst>
          </a:custGeom>
          <a:noFill/>
          <a:ln w="13890">
            <a:solidFill>
              <a:srgbClr val="805431"/>
            </a:solidFill>
            <a:prstDash val="solid"/>
          </a:ln>
        </p:spPr>
      </p:sp>
      <p:sp>
        <p:nvSpPr>
          <p:cNvPr id="869" name="line-511"/>
          <p:cNvSpPr>
            <a:spLocks noGrp="1"/>
          </p:cNvSpPr>
          <p:nvPr/>
        </p:nvSpPr>
        <p:spPr>
          <a:xfrm>
            <a:off x="13292900" y="18404731"/>
            <a:ext cx="30173" cy="57957"/>
          </a:xfrm>
          <a:custGeom>
            <a:avLst/>
            <a:gdLst/>
            <a:ahLst/>
            <a:cxnLst/>
            <a:pathLst>
              <a:path w="30789" h="59140">
                <a:moveTo>
                  <a:pt x="0" y="59140"/>
                </a:moveTo>
                <a:lnTo>
                  <a:pt x="30789" y="0"/>
                </a:lnTo>
              </a:path>
            </a:pathLst>
          </a:custGeom>
          <a:noFill/>
          <a:ln w="13890">
            <a:solidFill>
              <a:srgbClr val="805431"/>
            </a:solidFill>
            <a:prstDash val="solid"/>
          </a:ln>
        </p:spPr>
      </p:sp>
      <p:sp>
        <p:nvSpPr>
          <p:cNvPr id="870" name="shape-512"/>
          <p:cNvSpPr>
            <a:spLocks noGrp="1"/>
          </p:cNvSpPr>
          <p:nvPr/>
        </p:nvSpPr>
        <p:spPr>
          <a:xfrm>
            <a:off x="13778294" y="18388013"/>
            <a:ext cx="65341" cy="65341"/>
          </a:xfrm>
          <a:prstGeom prst="rect">
            <a:avLst/>
          </a:prstGeom>
          <a:solidFill>
            <a:srgbClr val="EAF1E9"/>
          </a:solidFill>
          <a:ln w="6067">
            <a:solidFill>
              <a:srgbClr val="FFFFFF"/>
            </a:solidFill>
            <a:prstDash val="solid"/>
          </a:ln>
        </p:spPr>
      </p:sp>
      <p:sp>
        <p:nvSpPr>
          <p:cNvPr id="871" name="shape-513"/>
          <p:cNvSpPr>
            <a:spLocks noGrp="1"/>
          </p:cNvSpPr>
          <p:nvPr/>
        </p:nvSpPr>
        <p:spPr>
          <a:xfrm>
            <a:off x="13843635" y="18388013"/>
            <a:ext cx="65341" cy="65341"/>
          </a:xfrm>
          <a:prstGeom prst="rect">
            <a:avLst/>
          </a:prstGeom>
          <a:solidFill>
            <a:srgbClr val="92B398"/>
          </a:solidFill>
          <a:ln w="6067">
            <a:solidFill>
              <a:srgbClr val="FFFFFF"/>
            </a:solidFill>
            <a:prstDash val="solid"/>
          </a:ln>
        </p:spPr>
      </p:sp>
      <p:sp>
        <p:nvSpPr>
          <p:cNvPr id="872" name="shape-514"/>
          <p:cNvSpPr>
            <a:spLocks noGrp="1"/>
          </p:cNvSpPr>
          <p:nvPr/>
        </p:nvSpPr>
        <p:spPr>
          <a:xfrm>
            <a:off x="13908977" y="18388013"/>
            <a:ext cx="65341" cy="65341"/>
          </a:xfrm>
          <a:prstGeom prst="rect">
            <a:avLst/>
          </a:prstGeom>
          <a:solidFill>
            <a:srgbClr val="295A39"/>
          </a:solidFill>
          <a:ln w="6067">
            <a:solidFill>
              <a:srgbClr val="FFFFFF"/>
            </a:solidFill>
            <a:prstDash val="solid"/>
          </a:ln>
        </p:spPr>
      </p:sp>
      <p:sp>
        <p:nvSpPr>
          <p:cNvPr id="873" name="shape-515"/>
          <p:cNvSpPr>
            <a:spLocks noGrp="1"/>
          </p:cNvSpPr>
          <p:nvPr/>
        </p:nvSpPr>
        <p:spPr>
          <a:xfrm>
            <a:off x="13974318" y="18388013"/>
            <a:ext cx="65341" cy="65341"/>
          </a:xfrm>
          <a:prstGeom prst="rect">
            <a:avLst/>
          </a:prstGeom>
          <a:solidFill>
            <a:srgbClr val="C4D8C7"/>
          </a:solidFill>
          <a:ln w="6067">
            <a:solidFill>
              <a:srgbClr val="FFFFFF"/>
            </a:solidFill>
            <a:prstDash val="solid"/>
          </a:ln>
        </p:spPr>
      </p:sp>
      <p:sp>
        <p:nvSpPr>
          <p:cNvPr id="874" name="shape-516"/>
          <p:cNvSpPr>
            <a:spLocks noGrp="1"/>
          </p:cNvSpPr>
          <p:nvPr/>
        </p:nvSpPr>
        <p:spPr>
          <a:xfrm>
            <a:off x="13778294" y="18453354"/>
            <a:ext cx="65341" cy="65341"/>
          </a:xfrm>
          <a:prstGeom prst="rect">
            <a:avLst/>
          </a:prstGeom>
          <a:solidFill>
            <a:srgbClr val="557F60"/>
          </a:solidFill>
          <a:ln w="6067">
            <a:solidFill>
              <a:srgbClr val="FFFFFF"/>
            </a:solidFill>
            <a:prstDash val="solid"/>
          </a:ln>
        </p:spPr>
      </p:sp>
      <p:sp>
        <p:nvSpPr>
          <p:cNvPr id="875" name="shape-517"/>
          <p:cNvSpPr>
            <a:spLocks noGrp="1"/>
          </p:cNvSpPr>
          <p:nvPr/>
        </p:nvSpPr>
        <p:spPr>
          <a:xfrm>
            <a:off x="13843635" y="18453354"/>
            <a:ext cx="65341" cy="65341"/>
          </a:xfrm>
          <a:prstGeom prst="rect">
            <a:avLst/>
          </a:prstGeom>
          <a:solidFill>
            <a:srgbClr val="C4D8C7"/>
          </a:solidFill>
          <a:ln w="6067">
            <a:solidFill>
              <a:srgbClr val="FFFFFF"/>
            </a:solidFill>
            <a:prstDash val="solid"/>
          </a:ln>
        </p:spPr>
      </p:sp>
      <p:sp>
        <p:nvSpPr>
          <p:cNvPr id="876" name="shape-518"/>
          <p:cNvSpPr>
            <a:spLocks noGrp="1"/>
          </p:cNvSpPr>
          <p:nvPr/>
        </p:nvSpPr>
        <p:spPr>
          <a:xfrm>
            <a:off x="13908977" y="18453354"/>
            <a:ext cx="65341" cy="65341"/>
          </a:xfrm>
          <a:prstGeom prst="rect">
            <a:avLst/>
          </a:prstGeom>
          <a:solidFill>
            <a:srgbClr val="295A39"/>
          </a:solidFill>
          <a:ln w="6067">
            <a:solidFill>
              <a:srgbClr val="FFFFFF"/>
            </a:solidFill>
            <a:prstDash val="solid"/>
          </a:ln>
        </p:spPr>
      </p:sp>
      <p:sp>
        <p:nvSpPr>
          <p:cNvPr id="877" name="shape-519"/>
          <p:cNvSpPr>
            <a:spLocks noGrp="1"/>
          </p:cNvSpPr>
          <p:nvPr/>
        </p:nvSpPr>
        <p:spPr>
          <a:xfrm>
            <a:off x="13974318" y="18453354"/>
            <a:ext cx="65341" cy="65341"/>
          </a:xfrm>
          <a:prstGeom prst="rect">
            <a:avLst/>
          </a:prstGeom>
          <a:solidFill>
            <a:srgbClr val="92B398"/>
          </a:solidFill>
          <a:ln w="6067">
            <a:solidFill>
              <a:srgbClr val="FFFFFF"/>
            </a:solidFill>
            <a:prstDash val="solid"/>
          </a:ln>
        </p:spPr>
      </p:sp>
      <p:sp>
        <p:nvSpPr>
          <p:cNvPr id="878" name="shape-520"/>
          <p:cNvSpPr>
            <a:spLocks noGrp="1"/>
          </p:cNvSpPr>
          <p:nvPr/>
        </p:nvSpPr>
        <p:spPr>
          <a:xfrm>
            <a:off x="13778294" y="18518696"/>
            <a:ext cx="65341" cy="65341"/>
          </a:xfrm>
          <a:prstGeom prst="rect">
            <a:avLst/>
          </a:prstGeom>
          <a:solidFill>
            <a:srgbClr val="C4D8C7"/>
          </a:solidFill>
          <a:ln w="6067">
            <a:solidFill>
              <a:srgbClr val="FFFFFF"/>
            </a:solidFill>
            <a:prstDash val="solid"/>
          </a:ln>
        </p:spPr>
      </p:sp>
      <p:sp>
        <p:nvSpPr>
          <p:cNvPr id="879" name="shape-521"/>
          <p:cNvSpPr>
            <a:spLocks noGrp="1"/>
          </p:cNvSpPr>
          <p:nvPr/>
        </p:nvSpPr>
        <p:spPr>
          <a:xfrm>
            <a:off x="13843635" y="18518696"/>
            <a:ext cx="65341" cy="65341"/>
          </a:xfrm>
          <a:prstGeom prst="rect">
            <a:avLst/>
          </a:prstGeom>
          <a:solidFill>
            <a:srgbClr val="EAF1E9"/>
          </a:solidFill>
          <a:ln w="6067">
            <a:solidFill>
              <a:srgbClr val="FFFFFF"/>
            </a:solidFill>
            <a:prstDash val="solid"/>
          </a:ln>
        </p:spPr>
      </p:sp>
      <p:sp>
        <p:nvSpPr>
          <p:cNvPr id="880" name="shape-522"/>
          <p:cNvSpPr>
            <a:spLocks noGrp="1"/>
          </p:cNvSpPr>
          <p:nvPr/>
        </p:nvSpPr>
        <p:spPr>
          <a:xfrm>
            <a:off x="13908977" y="18518696"/>
            <a:ext cx="65341" cy="65341"/>
          </a:xfrm>
          <a:prstGeom prst="rect">
            <a:avLst/>
          </a:prstGeom>
          <a:solidFill>
            <a:srgbClr val="295A39"/>
          </a:solidFill>
          <a:ln w="6067">
            <a:solidFill>
              <a:srgbClr val="FFFFFF"/>
            </a:solidFill>
            <a:prstDash val="solid"/>
          </a:ln>
        </p:spPr>
      </p:sp>
      <p:sp>
        <p:nvSpPr>
          <p:cNvPr id="881" name="shape-523"/>
          <p:cNvSpPr>
            <a:spLocks noGrp="1"/>
          </p:cNvSpPr>
          <p:nvPr/>
        </p:nvSpPr>
        <p:spPr>
          <a:xfrm>
            <a:off x="13974318" y="18518696"/>
            <a:ext cx="65341" cy="65341"/>
          </a:xfrm>
          <a:prstGeom prst="rect">
            <a:avLst/>
          </a:prstGeom>
          <a:solidFill>
            <a:srgbClr val="557F60"/>
          </a:solidFill>
          <a:ln w="6067">
            <a:solidFill>
              <a:srgbClr val="FFFFFF"/>
            </a:solidFill>
            <a:prstDash val="solid"/>
          </a:ln>
        </p:spPr>
      </p:sp>
      <p:sp>
        <p:nvSpPr>
          <p:cNvPr id="882" name="shape-524"/>
          <p:cNvSpPr>
            <a:spLocks noGrp="1"/>
          </p:cNvSpPr>
          <p:nvPr/>
        </p:nvSpPr>
        <p:spPr>
          <a:xfrm>
            <a:off x="13778294" y="18584037"/>
            <a:ext cx="65341" cy="65341"/>
          </a:xfrm>
          <a:prstGeom prst="rect">
            <a:avLst/>
          </a:prstGeom>
          <a:solidFill>
            <a:srgbClr val="295A39"/>
          </a:solidFill>
          <a:ln w="6067">
            <a:solidFill>
              <a:srgbClr val="FFFFFF"/>
            </a:solidFill>
            <a:prstDash val="solid"/>
          </a:ln>
        </p:spPr>
      </p:sp>
      <p:sp>
        <p:nvSpPr>
          <p:cNvPr id="883" name="shape-525"/>
          <p:cNvSpPr>
            <a:spLocks noGrp="1"/>
          </p:cNvSpPr>
          <p:nvPr/>
        </p:nvSpPr>
        <p:spPr>
          <a:xfrm>
            <a:off x="13843635" y="18584037"/>
            <a:ext cx="65341" cy="65341"/>
          </a:xfrm>
          <a:prstGeom prst="rect">
            <a:avLst/>
          </a:prstGeom>
          <a:solidFill>
            <a:srgbClr val="295A39"/>
          </a:solidFill>
          <a:ln w="6067">
            <a:solidFill>
              <a:srgbClr val="FFFFFF"/>
            </a:solidFill>
            <a:prstDash val="solid"/>
          </a:ln>
        </p:spPr>
      </p:sp>
      <p:sp>
        <p:nvSpPr>
          <p:cNvPr id="884" name="shape-526"/>
          <p:cNvSpPr>
            <a:spLocks noGrp="1"/>
          </p:cNvSpPr>
          <p:nvPr/>
        </p:nvSpPr>
        <p:spPr>
          <a:xfrm>
            <a:off x="13908977" y="18584037"/>
            <a:ext cx="65341" cy="65341"/>
          </a:xfrm>
          <a:prstGeom prst="rect">
            <a:avLst/>
          </a:prstGeom>
          <a:solidFill>
            <a:srgbClr val="295A39"/>
          </a:solidFill>
          <a:ln w="6067">
            <a:solidFill>
              <a:srgbClr val="FFFFFF"/>
            </a:solidFill>
            <a:prstDash val="solid"/>
          </a:ln>
        </p:spPr>
      </p:sp>
      <p:sp>
        <p:nvSpPr>
          <p:cNvPr id="885" name="shape-527"/>
          <p:cNvSpPr>
            <a:spLocks noGrp="1"/>
          </p:cNvSpPr>
          <p:nvPr/>
        </p:nvSpPr>
        <p:spPr>
          <a:xfrm>
            <a:off x="13974318" y="18584037"/>
            <a:ext cx="65341" cy="65341"/>
          </a:xfrm>
          <a:prstGeom prst="rect">
            <a:avLst/>
          </a:prstGeom>
          <a:solidFill>
            <a:srgbClr val="295A39"/>
          </a:solidFill>
          <a:ln w="6067">
            <a:solidFill>
              <a:srgbClr val="FFFFFF"/>
            </a:solidFill>
            <a:prstDash val="solid"/>
          </a:ln>
        </p:spPr>
      </p:sp>
      <p:sp>
        <p:nvSpPr>
          <p:cNvPr id="886" name="shape-528"/>
          <p:cNvSpPr>
            <a:spLocks noGrp="1"/>
          </p:cNvSpPr>
          <p:nvPr/>
        </p:nvSpPr>
        <p:spPr>
          <a:xfrm>
            <a:off x="13778294" y="18649379"/>
            <a:ext cx="65341" cy="65341"/>
          </a:xfrm>
          <a:prstGeom prst="rect">
            <a:avLst/>
          </a:prstGeom>
          <a:solidFill>
            <a:srgbClr val="92B398"/>
          </a:solidFill>
          <a:ln w="6067">
            <a:solidFill>
              <a:srgbClr val="FFFFFF"/>
            </a:solidFill>
            <a:prstDash val="solid"/>
          </a:ln>
        </p:spPr>
      </p:sp>
      <p:sp>
        <p:nvSpPr>
          <p:cNvPr id="887" name="shape-529"/>
          <p:cNvSpPr>
            <a:spLocks noGrp="1"/>
          </p:cNvSpPr>
          <p:nvPr/>
        </p:nvSpPr>
        <p:spPr>
          <a:xfrm>
            <a:off x="13843635" y="18649379"/>
            <a:ext cx="65341" cy="65341"/>
          </a:xfrm>
          <a:prstGeom prst="rect">
            <a:avLst/>
          </a:prstGeom>
          <a:solidFill>
            <a:srgbClr val="557F60"/>
          </a:solidFill>
          <a:ln w="6067">
            <a:solidFill>
              <a:srgbClr val="FFFFFF"/>
            </a:solidFill>
            <a:prstDash val="solid"/>
          </a:ln>
        </p:spPr>
      </p:sp>
      <p:sp>
        <p:nvSpPr>
          <p:cNvPr id="888" name="shape-530"/>
          <p:cNvSpPr>
            <a:spLocks noGrp="1"/>
          </p:cNvSpPr>
          <p:nvPr/>
        </p:nvSpPr>
        <p:spPr>
          <a:xfrm>
            <a:off x="13908977" y="18649379"/>
            <a:ext cx="65341" cy="65341"/>
          </a:xfrm>
          <a:prstGeom prst="rect">
            <a:avLst/>
          </a:prstGeom>
          <a:solidFill>
            <a:srgbClr val="295A39"/>
          </a:solidFill>
          <a:ln w="6067">
            <a:solidFill>
              <a:srgbClr val="FFFFFF"/>
            </a:solidFill>
            <a:prstDash val="solid"/>
          </a:ln>
        </p:spPr>
      </p:sp>
      <p:sp>
        <p:nvSpPr>
          <p:cNvPr id="889" name="shape-531"/>
          <p:cNvSpPr>
            <a:spLocks noGrp="1"/>
          </p:cNvSpPr>
          <p:nvPr/>
        </p:nvSpPr>
        <p:spPr>
          <a:xfrm>
            <a:off x="13974318" y="18649379"/>
            <a:ext cx="65341" cy="65341"/>
          </a:xfrm>
          <a:prstGeom prst="rect">
            <a:avLst/>
          </a:prstGeom>
          <a:solidFill>
            <a:srgbClr val="EAF1E9"/>
          </a:solidFill>
          <a:ln w="6067">
            <a:solidFill>
              <a:srgbClr val="FFFFFF"/>
            </a:solidFill>
            <a:prstDash val="solid"/>
          </a:ln>
        </p:spPr>
      </p:sp>
      <p:sp>
        <p:nvSpPr>
          <p:cNvPr id="890" name="shape-532"/>
          <p:cNvSpPr>
            <a:spLocks noGrp="1"/>
          </p:cNvSpPr>
          <p:nvPr/>
        </p:nvSpPr>
        <p:spPr>
          <a:xfrm>
            <a:off x="13778294" y="18714720"/>
            <a:ext cx="65341" cy="65341"/>
          </a:xfrm>
          <a:prstGeom prst="rect">
            <a:avLst/>
          </a:prstGeom>
          <a:solidFill>
            <a:srgbClr val="EAF1E9"/>
          </a:solidFill>
          <a:ln w="6067">
            <a:solidFill>
              <a:srgbClr val="FFFFFF"/>
            </a:solidFill>
            <a:prstDash val="solid"/>
          </a:ln>
        </p:spPr>
      </p:sp>
      <p:sp>
        <p:nvSpPr>
          <p:cNvPr id="891" name="shape-533"/>
          <p:cNvSpPr>
            <a:spLocks noGrp="1"/>
          </p:cNvSpPr>
          <p:nvPr/>
        </p:nvSpPr>
        <p:spPr>
          <a:xfrm>
            <a:off x="13843635" y="18714720"/>
            <a:ext cx="65341" cy="65341"/>
          </a:xfrm>
          <a:prstGeom prst="rect">
            <a:avLst/>
          </a:prstGeom>
          <a:solidFill>
            <a:srgbClr val="92B398"/>
          </a:solidFill>
          <a:ln w="6067">
            <a:solidFill>
              <a:srgbClr val="FFFFFF"/>
            </a:solidFill>
            <a:prstDash val="solid"/>
          </a:ln>
        </p:spPr>
      </p:sp>
      <p:sp>
        <p:nvSpPr>
          <p:cNvPr id="892" name="shape-534"/>
          <p:cNvSpPr>
            <a:spLocks noGrp="1"/>
          </p:cNvSpPr>
          <p:nvPr/>
        </p:nvSpPr>
        <p:spPr>
          <a:xfrm>
            <a:off x="13908977" y="18714720"/>
            <a:ext cx="65341" cy="65341"/>
          </a:xfrm>
          <a:prstGeom prst="rect">
            <a:avLst/>
          </a:prstGeom>
          <a:solidFill>
            <a:srgbClr val="295A39"/>
          </a:solidFill>
          <a:ln w="6067">
            <a:solidFill>
              <a:srgbClr val="FFFFFF"/>
            </a:solidFill>
            <a:prstDash val="solid"/>
          </a:ln>
        </p:spPr>
      </p:sp>
      <p:sp>
        <p:nvSpPr>
          <p:cNvPr id="893" name="shape-535"/>
          <p:cNvSpPr>
            <a:spLocks noGrp="1"/>
          </p:cNvSpPr>
          <p:nvPr/>
        </p:nvSpPr>
        <p:spPr>
          <a:xfrm>
            <a:off x="13974318" y="18714720"/>
            <a:ext cx="65341" cy="65341"/>
          </a:xfrm>
          <a:prstGeom prst="rect">
            <a:avLst/>
          </a:prstGeom>
          <a:solidFill>
            <a:srgbClr val="C4D8C7"/>
          </a:solidFill>
          <a:ln w="6067">
            <a:solidFill>
              <a:srgbClr val="FFFFFF"/>
            </a:solidFill>
            <a:prstDash val="solid"/>
          </a:ln>
        </p:spPr>
      </p:sp>
      <p:sp>
        <p:nvSpPr>
          <p:cNvPr id="894" name="shape-536"/>
          <p:cNvSpPr>
            <a:spLocks noGrp="1"/>
          </p:cNvSpPr>
          <p:nvPr/>
        </p:nvSpPr>
        <p:spPr>
          <a:xfrm>
            <a:off x="13778294" y="18388013"/>
            <a:ext cx="261366" cy="392049"/>
          </a:xfrm>
          <a:prstGeom prst="rect">
            <a:avLst/>
          </a:prstGeom>
          <a:noFill/>
          <a:ln w="6535">
            <a:solidFill>
              <a:srgbClr val="536779"/>
            </a:solidFill>
            <a:prstDash val="solid"/>
          </a:ln>
        </p:spPr>
      </p:sp>
      <p:sp>
        <p:nvSpPr>
          <p:cNvPr id="895" name="line-537"/>
          <p:cNvSpPr>
            <a:spLocks noGrp="1"/>
          </p:cNvSpPr>
          <p:nvPr/>
        </p:nvSpPr>
        <p:spPr>
          <a:xfrm>
            <a:off x="13414248" y="18584037"/>
            <a:ext cx="364046" cy="93"/>
          </a:xfrm>
          <a:custGeom>
            <a:avLst/>
            <a:gdLst/>
            <a:ahLst/>
            <a:cxnLst/>
            <a:pathLst>
              <a:path w="371475" h="95">
                <a:moveTo>
                  <a:pt x="0" y="0"/>
                </a:moveTo>
                <a:lnTo>
                  <a:pt x="371475" y="0"/>
                </a:lnTo>
              </a:path>
            </a:pathLst>
          </a:custGeom>
          <a:noFill/>
          <a:ln w="17363">
            <a:solidFill>
              <a:srgbClr val="315F46"/>
            </a:solidFill>
            <a:prstDash val="solid"/>
          </a:ln>
        </p:spPr>
      </p:sp>
      <p:sp>
        <p:nvSpPr>
          <p:cNvPr id="896" name="line-538"/>
          <p:cNvSpPr>
            <a:spLocks noGrp="1"/>
          </p:cNvSpPr>
          <p:nvPr/>
        </p:nvSpPr>
        <p:spPr>
          <a:xfrm>
            <a:off x="13720336" y="18584037"/>
            <a:ext cx="57957" cy="30173"/>
          </a:xfrm>
          <a:custGeom>
            <a:avLst/>
            <a:gdLst/>
            <a:ahLst/>
            <a:cxnLst/>
            <a:pathLst>
              <a:path w="59140" h="30789">
                <a:moveTo>
                  <a:pt x="59140" y="0"/>
                </a:moveTo>
                <a:lnTo>
                  <a:pt x="0" y="30789"/>
                </a:lnTo>
              </a:path>
            </a:pathLst>
          </a:custGeom>
          <a:noFill/>
          <a:ln w="17363">
            <a:solidFill>
              <a:srgbClr val="315F46"/>
            </a:solidFill>
            <a:prstDash val="solid"/>
          </a:ln>
        </p:spPr>
      </p:sp>
      <p:sp>
        <p:nvSpPr>
          <p:cNvPr id="897" name="line-539"/>
          <p:cNvSpPr>
            <a:spLocks noGrp="1"/>
          </p:cNvSpPr>
          <p:nvPr/>
        </p:nvSpPr>
        <p:spPr>
          <a:xfrm>
            <a:off x="13720336" y="18553864"/>
            <a:ext cx="57957" cy="30173"/>
          </a:xfrm>
          <a:custGeom>
            <a:avLst/>
            <a:gdLst/>
            <a:ahLst/>
            <a:cxnLst/>
            <a:pathLst>
              <a:path w="59140" h="30789">
                <a:moveTo>
                  <a:pt x="59140" y="30789"/>
                </a:moveTo>
                <a:lnTo>
                  <a:pt x="0" y="0"/>
                </a:lnTo>
              </a:path>
            </a:pathLst>
          </a:custGeom>
          <a:noFill/>
          <a:ln w="17363">
            <a:solidFill>
              <a:srgbClr val="315F46"/>
            </a:solidFill>
            <a:prstDash val="solid"/>
          </a:ln>
        </p:spPr>
      </p:sp>
      <p:sp>
        <p:nvSpPr>
          <p:cNvPr id="898" name="Pattern context Cᴾ&#10;38 × 20"/>
          <p:cNvSpPr>
            <a:spLocks noGrp="1"/>
          </p:cNvSpPr>
          <p:nvPr/>
        </p:nvSpPr>
        <p:spPr>
          <a:xfrm>
            <a:off x="14217015" y="18406682"/>
            <a:ext cx="2128266" cy="401384"/>
          </a:xfrm>
          <a:prstGeom prst="rect">
            <a:avLst/>
          </a:prstGeom>
          <a:noFill/>
          <a:ln w="0">
            <a:noFill/>
          </a:ln>
        </p:spPr>
        <p:txBody>
          <a:bodyPr wrap="none" lIns="0" tIns="0" rIns="0" bIns="0" anchor="ctr">
            <a:noAutofit/>
          </a:bodyPr>
          <a:lstStyle>
            <a:defPPr algn="ctr">
              <a:defRPr sz="1564" b="0" i="0">
                <a:solidFill>
                  <a:srgbClr val="315F46"/>
                </a:solidFill>
                <a:latin typeface="Times New Roman" panose="02020503050405090304"/>
                <a:ea typeface="Times New Roman" panose="02020503050405090304"/>
                <a:cs typeface="Times New Roman" panose="02020503050405090304"/>
              </a:defRPr>
            </a:defPPr>
          </a:lstStyle>
          <a:p>
            <a:pPr algn="ctr">
              <a:lnSpc>
                <a:spcPct val="95000"/>
              </a:lnSpc>
              <a:defRPr sz="1564" b="0" i="0">
                <a:solidFill>
                  <a:srgbClr val="315F46"/>
                </a:solidFill>
                <a:latin typeface="Times New Roman" panose="02020503050405090304"/>
                <a:ea typeface="Times New Roman" panose="02020503050405090304"/>
                <a:cs typeface="Times New Roman" panose="02020503050405090304"/>
              </a:defRPr>
            </a:pPr>
            <a:r>
              <a:rPr sz="1564" b="0" i="0">
                <a:solidFill>
                  <a:srgbClr val="315F46"/>
                </a:solidFill>
                <a:latin typeface="Times New Roman" panose="02020503050405090304"/>
                <a:ea typeface="Times New Roman" panose="02020503050405090304"/>
                <a:cs typeface="Times New Roman" panose="02020503050405090304"/>
              </a:rPr>
              <a:t>Pattern context Cᴾ</a:t>
            </a:r>
            <a:endParaRPr sz="1564" b="0" i="0">
              <a:solidFill>
                <a:srgbClr val="315F46"/>
              </a:solidFill>
              <a:latin typeface="Times New Roman" panose="02020503050405090304"/>
              <a:ea typeface="Times New Roman" panose="02020503050405090304"/>
              <a:cs typeface="Times New Roman" panose="02020503050405090304"/>
            </a:endParaRPr>
          </a:p>
          <a:p>
            <a:pPr algn="ctr">
              <a:lnSpc>
                <a:spcPct val="95000"/>
              </a:lnSpc>
              <a:defRPr sz="1564" b="0" i="0">
                <a:solidFill>
                  <a:srgbClr val="315F46"/>
                </a:solidFill>
                <a:latin typeface="Times New Roman" panose="02020503050405090304"/>
                <a:ea typeface="Times New Roman" panose="02020503050405090304"/>
                <a:cs typeface="Times New Roman" panose="02020503050405090304"/>
              </a:defRPr>
            </a:pPr>
            <a:r>
              <a:rPr sz="1564" b="0" i="0">
                <a:solidFill>
                  <a:srgbClr val="315F46"/>
                </a:solidFill>
                <a:latin typeface="Times New Roman" panose="02020503050405090304"/>
                <a:ea typeface="Times New Roman" panose="02020503050405090304"/>
                <a:cs typeface="Times New Roman" panose="02020503050405090304"/>
              </a:rPr>
              <a:t>38 × 20</a:t>
            </a:r>
            <a:endParaRPr sz="1564" b="0" i="0">
              <a:solidFill>
                <a:srgbClr val="315F46"/>
              </a:solidFill>
              <a:latin typeface="Times New Roman" panose="02020503050405090304"/>
              <a:ea typeface="Times New Roman" panose="02020503050405090304"/>
              <a:cs typeface="Times New Roman" panose="02020503050405090304"/>
            </a:endParaRPr>
          </a:p>
        </p:txBody>
      </p:sp>
      <p:sp>
        <p:nvSpPr>
          <p:cNvPr id="899" name="line-540"/>
          <p:cNvSpPr>
            <a:spLocks noGrp="1"/>
          </p:cNvSpPr>
          <p:nvPr/>
        </p:nvSpPr>
        <p:spPr>
          <a:xfrm>
            <a:off x="10996613" y="19162776"/>
            <a:ext cx="5554028" cy="93"/>
          </a:xfrm>
          <a:custGeom>
            <a:avLst/>
            <a:gdLst/>
            <a:ahLst/>
            <a:cxnLst/>
            <a:pathLst>
              <a:path w="5667375" h="95">
                <a:moveTo>
                  <a:pt x="0" y="0"/>
                </a:moveTo>
                <a:lnTo>
                  <a:pt x="5667375" y="0"/>
                </a:lnTo>
              </a:path>
            </a:pathLst>
          </a:custGeom>
          <a:noFill/>
          <a:ln w="7468">
            <a:solidFill>
              <a:srgbClr val="C5D7CB"/>
            </a:solidFill>
            <a:prstDash val="solid"/>
          </a:ln>
        </p:spPr>
      </p:sp>
      <p:sp>
        <p:nvSpPr>
          <p:cNvPr id="900" name="Geographic key update"/>
          <p:cNvSpPr>
            <a:spLocks noGrp="1"/>
          </p:cNvSpPr>
          <p:nvPr/>
        </p:nvSpPr>
        <p:spPr>
          <a:xfrm>
            <a:off x="10996613" y="19761327"/>
            <a:ext cx="2482977" cy="252032"/>
          </a:xfrm>
          <a:prstGeom prst="rect">
            <a:avLst/>
          </a:prstGeom>
          <a:noFill/>
          <a:ln w="0">
            <a:noFill/>
          </a:ln>
        </p:spPr>
        <p:txBody>
          <a:bodyPr wrap="none" lIns="0" tIns="0" rIns="0" bIns="0" anchor="ctr">
            <a:noAutofit/>
          </a:bodyPr>
          <a:lstStyle>
            <a:defPPr algn="ctr">
              <a:defRPr sz="1940" b="1" i="0">
                <a:solidFill>
                  <a:srgbClr val="315F46"/>
                </a:solidFill>
                <a:latin typeface="Times New Roman" panose="02020503050405090304"/>
                <a:ea typeface="Times New Roman" panose="02020503050405090304"/>
                <a:cs typeface="Times New Roman" panose="02020503050405090304"/>
              </a:defRPr>
            </a:defPPr>
          </a:lstStyle>
          <a:p>
            <a:pPr algn="ctr">
              <a:defRPr sz="1940" b="1" i="0">
                <a:solidFill>
                  <a:srgbClr val="315F46"/>
                </a:solidFill>
                <a:latin typeface="Times New Roman" panose="02020503050405090304"/>
                <a:ea typeface="Times New Roman" panose="02020503050405090304"/>
                <a:cs typeface="Times New Roman" panose="02020503050405090304"/>
              </a:defRPr>
            </a:pPr>
            <a:r>
              <a:rPr sz="1940" b="1" i="0">
                <a:solidFill>
                  <a:srgbClr val="315F46"/>
                </a:solidFill>
                <a:latin typeface="Times New Roman" panose="02020503050405090304"/>
                <a:ea typeface="Times New Roman" panose="02020503050405090304"/>
                <a:cs typeface="Times New Roman" panose="02020503050405090304"/>
              </a:rPr>
              <a:t>Geographic key update</a:t>
            </a:r>
            <a:endParaRPr sz="1940" b="1" i="0">
              <a:solidFill>
                <a:srgbClr val="315F46"/>
              </a:solidFill>
              <a:latin typeface="Times New Roman" panose="02020503050405090304"/>
              <a:ea typeface="Times New Roman" panose="02020503050405090304"/>
              <a:cs typeface="Times New Roman" panose="02020503050405090304"/>
            </a:endParaRPr>
          </a:p>
        </p:txBody>
      </p:sp>
      <p:sp>
        <p:nvSpPr>
          <p:cNvPr id="901" name="shape-541"/>
          <p:cNvSpPr>
            <a:spLocks noGrp="1"/>
          </p:cNvSpPr>
          <p:nvPr/>
        </p:nvSpPr>
        <p:spPr>
          <a:xfrm>
            <a:off x="11472672" y="20246721"/>
            <a:ext cx="93345" cy="93345"/>
          </a:xfrm>
          <a:prstGeom prst="rect">
            <a:avLst/>
          </a:prstGeom>
          <a:solidFill>
            <a:srgbClr val="F4F5F5"/>
          </a:solidFill>
          <a:ln w="6067">
            <a:solidFill>
              <a:srgbClr val="FFFFFF"/>
            </a:solidFill>
            <a:prstDash val="solid"/>
          </a:ln>
        </p:spPr>
      </p:sp>
      <p:sp>
        <p:nvSpPr>
          <p:cNvPr id="902" name="shape-542"/>
          <p:cNvSpPr>
            <a:spLocks noGrp="1"/>
          </p:cNvSpPr>
          <p:nvPr/>
        </p:nvSpPr>
        <p:spPr>
          <a:xfrm>
            <a:off x="11566017" y="20246721"/>
            <a:ext cx="93345" cy="93345"/>
          </a:xfrm>
          <a:prstGeom prst="rect">
            <a:avLst/>
          </a:prstGeom>
          <a:solidFill>
            <a:srgbClr val="CCD4DA"/>
          </a:solidFill>
          <a:ln w="6067">
            <a:solidFill>
              <a:srgbClr val="FFFFFF"/>
            </a:solidFill>
            <a:prstDash val="solid"/>
          </a:ln>
        </p:spPr>
      </p:sp>
      <p:sp>
        <p:nvSpPr>
          <p:cNvPr id="903" name="shape-543"/>
          <p:cNvSpPr>
            <a:spLocks noGrp="1"/>
          </p:cNvSpPr>
          <p:nvPr/>
        </p:nvSpPr>
        <p:spPr>
          <a:xfrm>
            <a:off x="11659362" y="20246721"/>
            <a:ext cx="93345" cy="93345"/>
          </a:xfrm>
          <a:prstGeom prst="rect">
            <a:avLst/>
          </a:prstGeom>
          <a:solidFill>
            <a:srgbClr val="7B909E"/>
          </a:solidFill>
          <a:ln w="6067">
            <a:solidFill>
              <a:srgbClr val="FFFFFF"/>
            </a:solidFill>
            <a:prstDash val="solid"/>
          </a:ln>
        </p:spPr>
      </p:sp>
      <p:sp>
        <p:nvSpPr>
          <p:cNvPr id="904" name="shape-544"/>
          <p:cNvSpPr>
            <a:spLocks noGrp="1"/>
          </p:cNvSpPr>
          <p:nvPr/>
        </p:nvSpPr>
        <p:spPr>
          <a:xfrm>
            <a:off x="11752707" y="20246721"/>
            <a:ext cx="93345" cy="93345"/>
          </a:xfrm>
          <a:prstGeom prst="rect">
            <a:avLst/>
          </a:prstGeom>
          <a:solidFill>
            <a:srgbClr val="E4E8EA"/>
          </a:solidFill>
          <a:ln w="6067">
            <a:solidFill>
              <a:srgbClr val="FFFFFF"/>
            </a:solidFill>
            <a:prstDash val="solid"/>
          </a:ln>
        </p:spPr>
      </p:sp>
      <p:sp>
        <p:nvSpPr>
          <p:cNvPr id="905" name="shape-545"/>
          <p:cNvSpPr>
            <a:spLocks noGrp="1"/>
          </p:cNvSpPr>
          <p:nvPr/>
        </p:nvSpPr>
        <p:spPr>
          <a:xfrm>
            <a:off x="11472672" y="20340066"/>
            <a:ext cx="93345" cy="93345"/>
          </a:xfrm>
          <a:prstGeom prst="rect">
            <a:avLst/>
          </a:prstGeom>
          <a:solidFill>
            <a:srgbClr val="AAB8C1"/>
          </a:solidFill>
          <a:ln w="6067">
            <a:solidFill>
              <a:srgbClr val="FFFFFF"/>
            </a:solidFill>
            <a:prstDash val="solid"/>
          </a:ln>
        </p:spPr>
      </p:sp>
      <p:sp>
        <p:nvSpPr>
          <p:cNvPr id="906" name="shape-546"/>
          <p:cNvSpPr>
            <a:spLocks noGrp="1"/>
          </p:cNvSpPr>
          <p:nvPr/>
        </p:nvSpPr>
        <p:spPr>
          <a:xfrm>
            <a:off x="11566017" y="20340066"/>
            <a:ext cx="93345" cy="93345"/>
          </a:xfrm>
          <a:prstGeom prst="rect">
            <a:avLst/>
          </a:prstGeom>
          <a:solidFill>
            <a:srgbClr val="E4E8EA"/>
          </a:solidFill>
          <a:ln w="6067">
            <a:solidFill>
              <a:srgbClr val="FFFFFF"/>
            </a:solidFill>
            <a:prstDash val="solid"/>
          </a:ln>
        </p:spPr>
      </p:sp>
      <p:sp>
        <p:nvSpPr>
          <p:cNvPr id="907" name="shape-547"/>
          <p:cNvSpPr>
            <a:spLocks noGrp="1"/>
          </p:cNvSpPr>
          <p:nvPr/>
        </p:nvSpPr>
        <p:spPr>
          <a:xfrm>
            <a:off x="11659362" y="20340066"/>
            <a:ext cx="93345" cy="93345"/>
          </a:xfrm>
          <a:prstGeom prst="rect">
            <a:avLst/>
          </a:prstGeom>
          <a:solidFill>
            <a:srgbClr val="7B909E"/>
          </a:solidFill>
          <a:ln w="6067">
            <a:solidFill>
              <a:srgbClr val="FFFFFF"/>
            </a:solidFill>
            <a:prstDash val="solid"/>
          </a:ln>
        </p:spPr>
      </p:sp>
      <p:sp>
        <p:nvSpPr>
          <p:cNvPr id="908" name="shape-548"/>
          <p:cNvSpPr>
            <a:spLocks noGrp="1"/>
          </p:cNvSpPr>
          <p:nvPr/>
        </p:nvSpPr>
        <p:spPr>
          <a:xfrm>
            <a:off x="11752707" y="20340066"/>
            <a:ext cx="93345" cy="93345"/>
          </a:xfrm>
          <a:prstGeom prst="rect">
            <a:avLst/>
          </a:prstGeom>
          <a:solidFill>
            <a:srgbClr val="CCD4DA"/>
          </a:solidFill>
          <a:ln w="6067">
            <a:solidFill>
              <a:srgbClr val="FFFFFF"/>
            </a:solidFill>
            <a:prstDash val="solid"/>
          </a:ln>
        </p:spPr>
      </p:sp>
      <p:sp>
        <p:nvSpPr>
          <p:cNvPr id="909" name="shape-549"/>
          <p:cNvSpPr>
            <a:spLocks noGrp="1"/>
          </p:cNvSpPr>
          <p:nvPr/>
        </p:nvSpPr>
        <p:spPr>
          <a:xfrm>
            <a:off x="11472672" y="20433411"/>
            <a:ext cx="93345" cy="93345"/>
          </a:xfrm>
          <a:prstGeom prst="rect">
            <a:avLst/>
          </a:prstGeom>
          <a:solidFill>
            <a:srgbClr val="E4E8EA"/>
          </a:solidFill>
          <a:ln w="6067">
            <a:solidFill>
              <a:srgbClr val="FFFFFF"/>
            </a:solidFill>
            <a:prstDash val="solid"/>
          </a:ln>
        </p:spPr>
      </p:sp>
      <p:sp>
        <p:nvSpPr>
          <p:cNvPr id="910" name="shape-550"/>
          <p:cNvSpPr>
            <a:spLocks noGrp="1"/>
          </p:cNvSpPr>
          <p:nvPr/>
        </p:nvSpPr>
        <p:spPr>
          <a:xfrm>
            <a:off x="11566017" y="20433411"/>
            <a:ext cx="93345" cy="93345"/>
          </a:xfrm>
          <a:prstGeom prst="rect">
            <a:avLst/>
          </a:prstGeom>
          <a:solidFill>
            <a:srgbClr val="F4F5F5"/>
          </a:solidFill>
          <a:ln w="6067">
            <a:solidFill>
              <a:srgbClr val="FFFFFF"/>
            </a:solidFill>
            <a:prstDash val="solid"/>
          </a:ln>
        </p:spPr>
      </p:sp>
      <p:sp>
        <p:nvSpPr>
          <p:cNvPr id="911" name="shape-551"/>
          <p:cNvSpPr>
            <a:spLocks noGrp="1"/>
          </p:cNvSpPr>
          <p:nvPr/>
        </p:nvSpPr>
        <p:spPr>
          <a:xfrm>
            <a:off x="11659362" y="20433411"/>
            <a:ext cx="93345" cy="93345"/>
          </a:xfrm>
          <a:prstGeom prst="rect">
            <a:avLst/>
          </a:prstGeom>
          <a:solidFill>
            <a:srgbClr val="7B909E"/>
          </a:solidFill>
          <a:ln w="6067">
            <a:solidFill>
              <a:srgbClr val="FFFFFF"/>
            </a:solidFill>
            <a:prstDash val="solid"/>
          </a:ln>
        </p:spPr>
      </p:sp>
      <p:sp>
        <p:nvSpPr>
          <p:cNvPr id="912" name="shape-552"/>
          <p:cNvSpPr>
            <a:spLocks noGrp="1"/>
          </p:cNvSpPr>
          <p:nvPr/>
        </p:nvSpPr>
        <p:spPr>
          <a:xfrm>
            <a:off x="11752707" y="20433411"/>
            <a:ext cx="93345" cy="93345"/>
          </a:xfrm>
          <a:prstGeom prst="rect">
            <a:avLst/>
          </a:prstGeom>
          <a:solidFill>
            <a:srgbClr val="AAB8C1"/>
          </a:solidFill>
          <a:ln w="6067">
            <a:solidFill>
              <a:srgbClr val="FFFFFF"/>
            </a:solidFill>
            <a:prstDash val="solid"/>
          </a:ln>
        </p:spPr>
      </p:sp>
      <p:sp>
        <p:nvSpPr>
          <p:cNvPr id="913" name="shape-553"/>
          <p:cNvSpPr>
            <a:spLocks noGrp="1"/>
          </p:cNvSpPr>
          <p:nvPr/>
        </p:nvSpPr>
        <p:spPr>
          <a:xfrm>
            <a:off x="11472672" y="20526756"/>
            <a:ext cx="93345" cy="93345"/>
          </a:xfrm>
          <a:prstGeom prst="rect">
            <a:avLst/>
          </a:prstGeom>
          <a:solidFill>
            <a:srgbClr val="7B909E"/>
          </a:solidFill>
          <a:ln w="6067">
            <a:solidFill>
              <a:srgbClr val="FFFFFF"/>
            </a:solidFill>
            <a:prstDash val="solid"/>
          </a:ln>
        </p:spPr>
      </p:sp>
      <p:sp>
        <p:nvSpPr>
          <p:cNvPr id="914" name="shape-554"/>
          <p:cNvSpPr>
            <a:spLocks noGrp="1"/>
          </p:cNvSpPr>
          <p:nvPr/>
        </p:nvSpPr>
        <p:spPr>
          <a:xfrm>
            <a:off x="11566017" y="20526756"/>
            <a:ext cx="93345" cy="93345"/>
          </a:xfrm>
          <a:prstGeom prst="rect">
            <a:avLst/>
          </a:prstGeom>
          <a:solidFill>
            <a:srgbClr val="7B909E"/>
          </a:solidFill>
          <a:ln w="6067">
            <a:solidFill>
              <a:srgbClr val="FFFFFF"/>
            </a:solidFill>
            <a:prstDash val="solid"/>
          </a:ln>
        </p:spPr>
      </p:sp>
      <p:sp>
        <p:nvSpPr>
          <p:cNvPr id="915" name="shape-555"/>
          <p:cNvSpPr>
            <a:spLocks noGrp="1"/>
          </p:cNvSpPr>
          <p:nvPr/>
        </p:nvSpPr>
        <p:spPr>
          <a:xfrm>
            <a:off x="11659362" y="20526756"/>
            <a:ext cx="93345" cy="93345"/>
          </a:xfrm>
          <a:prstGeom prst="rect">
            <a:avLst/>
          </a:prstGeom>
          <a:solidFill>
            <a:srgbClr val="7B909E"/>
          </a:solidFill>
          <a:ln w="6067">
            <a:solidFill>
              <a:srgbClr val="FFFFFF"/>
            </a:solidFill>
            <a:prstDash val="solid"/>
          </a:ln>
        </p:spPr>
      </p:sp>
      <p:sp>
        <p:nvSpPr>
          <p:cNvPr id="916" name="shape-556"/>
          <p:cNvSpPr>
            <a:spLocks noGrp="1"/>
          </p:cNvSpPr>
          <p:nvPr/>
        </p:nvSpPr>
        <p:spPr>
          <a:xfrm>
            <a:off x="11752707" y="20526756"/>
            <a:ext cx="93345" cy="93345"/>
          </a:xfrm>
          <a:prstGeom prst="rect">
            <a:avLst/>
          </a:prstGeom>
          <a:solidFill>
            <a:srgbClr val="7B909E"/>
          </a:solidFill>
          <a:ln w="6067">
            <a:solidFill>
              <a:srgbClr val="FFFFFF"/>
            </a:solidFill>
            <a:prstDash val="solid"/>
          </a:ln>
        </p:spPr>
      </p:sp>
      <p:sp>
        <p:nvSpPr>
          <p:cNvPr id="917" name="shape-557"/>
          <p:cNvSpPr>
            <a:spLocks noGrp="1"/>
          </p:cNvSpPr>
          <p:nvPr/>
        </p:nvSpPr>
        <p:spPr>
          <a:xfrm>
            <a:off x="11472672" y="20620101"/>
            <a:ext cx="93345" cy="93345"/>
          </a:xfrm>
          <a:prstGeom prst="rect">
            <a:avLst/>
          </a:prstGeom>
          <a:solidFill>
            <a:srgbClr val="CCD4DA"/>
          </a:solidFill>
          <a:ln w="6067">
            <a:solidFill>
              <a:srgbClr val="FFFFFF"/>
            </a:solidFill>
            <a:prstDash val="solid"/>
          </a:ln>
        </p:spPr>
      </p:sp>
      <p:sp>
        <p:nvSpPr>
          <p:cNvPr id="918" name="shape-558"/>
          <p:cNvSpPr>
            <a:spLocks noGrp="1"/>
          </p:cNvSpPr>
          <p:nvPr/>
        </p:nvSpPr>
        <p:spPr>
          <a:xfrm>
            <a:off x="11566017" y="20620101"/>
            <a:ext cx="93345" cy="93345"/>
          </a:xfrm>
          <a:prstGeom prst="rect">
            <a:avLst/>
          </a:prstGeom>
          <a:solidFill>
            <a:srgbClr val="AAB8C1"/>
          </a:solidFill>
          <a:ln w="6067">
            <a:solidFill>
              <a:srgbClr val="FFFFFF"/>
            </a:solidFill>
            <a:prstDash val="solid"/>
          </a:ln>
        </p:spPr>
      </p:sp>
      <p:sp>
        <p:nvSpPr>
          <p:cNvPr id="919" name="shape-559"/>
          <p:cNvSpPr>
            <a:spLocks noGrp="1"/>
          </p:cNvSpPr>
          <p:nvPr/>
        </p:nvSpPr>
        <p:spPr>
          <a:xfrm>
            <a:off x="11659362" y="20620101"/>
            <a:ext cx="93345" cy="93345"/>
          </a:xfrm>
          <a:prstGeom prst="rect">
            <a:avLst/>
          </a:prstGeom>
          <a:solidFill>
            <a:srgbClr val="7B909E"/>
          </a:solidFill>
          <a:ln w="6067">
            <a:solidFill>
              <a:srgbClr val="FFFFFF"/>
            </a:solidFill>
            <a:prstDash val="solid"/>
          </a:ln>
        </p:spPr>
      </p:sp>
      <p:sp>
        <p:nvSpPr>
          <p:cNvPr id="920" name="shape-560"/>
          <p:cNvSpPr>
            <a:spLocks noGrp="1"/>
          </p:cNvSpPr>
          <p:nvPr/>
        </p:nvSpPr>
        <p:spPr>
          <a:xfrm>
            <a:off x="11752707" y="20620101"/>
            <a:ext cx="93345" cy="93345"/>
          </a:xfrm>
          <a:prstGeom prst="rect">
            <a:avLst/>
          </a:prstGeom>
          <a:solidFill>
            <a:srgbClr val="F4F5F5"/>
          </a:solidFill>
          <a:ln w="6067">
            <a:solidFill>
              <a:srgbClr val="FFFFFF"/>
            </a:solidFill>
            <a:prstDash val="solid"/>
          </a:ln>
        </p:spPr>
      </p:sp>
      <p:sp>
        <p:nvSpPr>
          <p:cNvPr id="921" name="shape-561"/>
          <p:cNvSpPr>
            <a:spLocks noGrp="1"/>
          </p:cNvSpPr>
          <p:nvPr/>
        </p:nvSpPr>
        <p:spPr>
          <a:xfrm>
            <a:off x="11472672" y="20713446"/>
            <a:ext cx="93345" cy="93345"/>
          </a:xfrm>
          <a:prstGeom prst="rect">
            <a:avLst/>
          </a:prstGeom>
          <a:solidFill>
            <a:srgbClr val="F4F5F5"/>
          </a:solidFill>
          <a:ln w="6067">
            <a:solidFill>
              <a:srgbClr val="FFFFFF"/>
            </a:solidFill>
            <a:prstDash val="solid"/>
          </a:ln>
        </p:spPr>
      </p:sp>
      <p:sp>
        <p:nvSpPr>
          <p:cNvPr id="922" name="shape-562"/>
          <p:cNvSpPr>
            <a:spLocks noGrp="1"/>
          </p:cNvSpPr>
          <p:nvPr/>
        </p:nvSpPr>
        <p:spPr>
          <a:xfrm>
            <a:off x="11566017" y="20713446"/>
            <a:ext cx="93345" cy="93345"/>
          </a:xfrm>
          <a:prstGeom prst="rect">
            <a:avLst/>
          </a:prstGeom>
          <a:solidFill>
            <a:srgbClr val="CCD4DA"/>
          </a:solidFill>
          <a:ln w="6067">
            <a:solidFill>
              <a:srgbClr val="FFFFFF"/>
            </a:solidFill>
            <a:prstDash val="solid"/>
          </a:ln>
        </p:spPr>
      </p:sp>
      <p:sp>
        <p:nvSpPr>
          <p:cNvPr id="923" name="shape-563"/>
          <p:cNvSpPr>
            <a:spLocks noGrp="1"/>
          </p:cNvSpPr>
          <p:nvPr/>
        </p:nvSpPr>
        <p:spPr>
          <a:xfrm>
            <a:off x="11659362" y="20713446"/>
            <a:ext cx="93345" cy="93345"/>
          </a:xfrm>
          <a:prstGeom prst="rect">
            <a:avLst/>
          </a:prstGeom>
          <a:solidFill>
            <a:srgbClr val="7B909E"/>
          </a:solidFill>
          <a:ln w="6067">
            <a:solidFill>
              <a:srgbClr val="FFFFFF"/>
            </a:solidFill>
            <a:prstDash val="solid"/>
          </a:ln>
        </p:spPr>
      </p:sp>
      <p:sp>
        <p:nvSpPr>
          <p:cNvPr id="924" name="shape-564"/>
          <p:cNvSpPr>
            <a:spLocks noGrp="1"/>
          </p:cNvSpPr>
          <p:nvPr/>
        </p:nvSpPr>
        <p:spPr>
          <a:xfrm>
            <a:off x="11752707" y="20713446"/>
            <a:ext cx="93345" cy="93345"/>
          </a:xfrm>
          <a:prstGeom prst="rect">
            <a:avLst/>
          </a:prstGeom>
          <a:solidFill>
            <a:srgbClr val="E4E8EA"/>
          </a:solidFill>
          <a:ln w="6067">
            <a:solidFill>
              <a:srgbClr val="FFFFFF"/>
            </a:solidFill>
            <a:prstDash val="solid"/>
          </a:ln>
        </p:spPr>
      </p:sp>
      <p:sp>
        <p:nvSpPr>
          <p:cNvPr id="925" name="shape-565"/>
          <p:cNvSpPr>
            <a:spLocks noGrp="1"/>
          </p:cNvSpPr>
          <p:nvPr/>
        </p:nvSpPr>
        <p:spPr>
          <a:xfrm>
            <a:off x="11472672" y="20246721"/>
            <a:ext cx="373380" cy="560070"/>
          </a:xfrm>
          <a:prstGeom prst="rect">
            <a:avLst/>
          </a:prstGeom>
          <a:noFill/>
          <a:ln w="6535">
            <a:solidFill>
              <a:srgbClr val="536779"/>
            </a:solidFill>
            <a:prstDash val="solid"/>
          </a:ln>
        </p:spPr>
      </p:sp>
      <p:sp>
        <p:nvSpPr>
          <p:cNvPr id="926" name="+"/>
          <p:cNvSpPr>
            <a:spLocks noGrp="1"/>
          </p:cNvSpPr>
          <p:nvPr/>
        </p:nvSpPr>
        <p:spPr>
          <a:xfrm>
            <a:off x="12340780" y="20358735"/>
            <a:ext cx="401384" cy="336042"/>
          </a:xfrm>
          <a:prstGeom prst="rect">
            <a:avLst/>
          </a:prstGeom>
          <a:noFill/>
          <a:ln w="0">
            <a:noFill/>
          </a:ln>
        </p:spPr>
        <p:txBody>
          <a:bodyPr wrap="none" lIns="0" tIns="0" rIns="0" bIns="0" anchor="ctr">
            <a:noAutofit/>
          </a:bodyPr>
          <a:lstStyle>
            <a:defPPr algn="ctr">
              <a:defRPr sz="2426" b="0" i="0">
                <a:solidFill>
                  <a:srgbClr val="315F46"/>
                </a:solidFill>
                <a:latin typeface="Times New Roman" panose="02020503050405090304"/>
                <a:ea typeface="Times New Roman" panose="02020503050405090304"/>
                <a:cs typeface="Times New Roman" panose="02020503050405090304"/>
              </a:defRPr>
            </a:defPPr>
          </a:lstStyle>
          <a:p>
            <a:pPr algn="ctr">
              <a:defRPr sz="2426" b="0" i="0">
                <a:solidFill>
                  <a:srgbClr val="315F46"/>
                </a:solidFill>
                <a:latin typeface="Times New Roman" panose="02020503050405090304"/>
                <a:ea typeface="Times New Roman" panose="02020503050405090304"/>
                <a:cs typeface="Times New Roman" panose="02020503050405090304"/>
              </a:defRPr>
            </a:pPr>
            <a:r>
              <a:rPr sz="2426" b="0" i="0">
                <a:solidFill>
                  <a:srgbClr val="315F46"/>
                </a:solidFill>
                <a:latin typeface="Times New Roman" panose="02020503050405090304"/>
                <a:ea typeface="Times New Roman" panose="02020503050405090304"/>
                <a:cs typeface="Times New Roman" panose="02020503050405090304"/>
              </a:rPr>
              <a:t>+</a:t>
            </a:r>
            <a:endParaRPr sz="2426" b="0" i="0">
              <a:solidFill>
                <a:srgbClr val="315F46"/>
              </a:solidFill>
              <a:latin typeface="Times New Roman" panose="02020503050405090304"/>
              <a:ea typeface="Times New Roman" panose="02020503050405090304"/>
              <a:cs typeface="Times New Roman" panose="02020503050405090304"/>
            </a:endParaRPr>
          </a:p>
        </p:txBody>
      </p:sp>
      <p:sp>
        <p:nvSpPr>
          <p:cNvPr id="927" name="shape-566"/>
          <p:cNvSpPr>
            <a:spLocks noGrp="1"/>
          </p:cNvSpPr>
          <p:nvPr/>
        </p:nvSpPr>
        <p:spPr>
          <a:xfrm>
            <a:off x="13143548" y="20246721"/>
            <a:ext cx="93345" cy="93345"/>
          </a:xfrm>
          <a:prstGeom prst="rect">
            <a:avLst/>
          </a:prstGeom>
          <a:solidFill>
            <a:srgbClr val="EAF1E9"/>
          </a:solidFill>
          <a:ln w="6067">
            <a:solidFill>
              <a:srgbClr val="FFFFFF"/>
            </a:solidFill>
            <a:prstDash val="solid"/>
          </a:ln>
        </p:spPr>
      </p:sp>
      <p:sp>
        <p:nvSpPr>
          <p:cNvPr id="928" name="shape-567"/>
          <p:cNvSpPr>
            <a:spLocks noGrp="1"/>
          </p:cNvSpPr>
          <p:nvPr/>
        </p:nvSpPr>
        <p:spPr>
          <a:xfrm>
            <a:off x="13236893" y="20246721"/>
            <a:ext cx="93345" cy="93345"/>
          </a:xfrm>
          <a:prstGeom prst="rect">
            <a:avLst/>
          </a:prstGeom>
          <a:solidFill>
            <a:srgbClr val="92B398"/>
          </a:solidFill>
          <a:ln w="6067">
            <a:solidFill>
              <a:srgbClr val="FFFFFF"/>
            </a:solidFill>
            <a:prstDash val="solid"/>
          </a:ln>
        </p:spPr>
      </p:sp>
      <p:sp>
        <p:nvSpPr>
          <p:cNvPr id="929" name="shape-568"/>
          <p:cNvSpPr>
            <a:spLocks noGrp="1"/>
          </p:cNvSpPr>
          <p:nvPr/>
        </p:nvSpPr>
        <p:spPr>
          <a:xfrm>
            <a:off x="13330238" y="20246721"/>
            <a:ext cx="93345" cy="93345"/>
          </a:xfrm>
          <a:prstGeom prst="rect">
            <a:avLst/>
          </a:prstGeom>
          <a:solidFill>
            <a:srgbClr val="295A39"/>
          </a:solidFill>
          <a:ln w="6067">
            <a:solidFill>
              <a:srgbClr val="FFFFFF"/>
            </a:solidFill>
            <a:prstDash val="solid"/>
          </a:ln>
        </p:spPr>
      </p:sp>
      <p:sp>
        <p:nvSpPr>
          <p:cNvPr id="930" name="shape-569"/>
          <p:cNvSpPr>
            <a:spLocks noGrp="1"/>
          </p:cNvSpPr>
          <p:nvPr/>
        </p:nvSpPr>
        <p:spPr>
          <a:xfrm>
            <a:off x="13423583" y="20246721"/>
            <a:ext cx="93345" cy="93345"/>
          </a:xfrm>
          <a:prstGeom prst="rect">
            <a:avLst/>
          </a:prstGeom>
          <a:solidFill>
            <a:srgbClr val="C4D8C7"/>
          </a:solidFill>
          <a:ln w="6067">
            <a:solidFill>
              <a:srgbClr val="FFFFFF"/>
            </a:solidFill>
            <a:prstDash val="solid"/>
          </a:ln>
        </p:spPr>
      </p:sp>
      <p:sp>
        <p:nvSpPr>
          <p:cNvPr id="931" name="shape-570"/>
          <p:cNvSpPr>
            <a:spLocks noGrp="1"/>
          </p:cNvSpPr>
          <p:nvPr/>
        </p:nvSpPr>
        <p:spPr>
          <a:xfrm>
            <a:off x="13143548" y="20340066"/>
            <a:ext cx="93345" cy="93345"/>
          </a:xfrm>
          <a:prstGeom prst="rect">
            <a:avLst/>
          </a:prstGeom>
          <a:solidFill>
            <a:srgbClr val="557F60"/>
          </a:solidFill>
          <a:ln w="6067">
            <a:solidFill>
              <a:srgbClr val="FFFFFF"/>
            </a:solidFill>
            <a:prstDash val="solid"/>
          </a:ln>
        </p:spPr>
      </p:sp>
      <p:sp>
        <p:nvSpPr>
          <p:cNvPr id="932" name="shape-571"/>
          <p:cNvSpPr>
            <a:spLocks noGrp="1"/>
          </p:cNvSpPr>
          <p:nvPr/>
        </p:nvSpPr>
        <p:spPr>
          <a:xfrm>
            <a:off x="13236893" y="20340066"/>
            <a:ext cx="93345" cy="93345"/>
          </a:xfrm>
          <a:prstGeom prst="rect">
            <a:avLst/>
          </a:prstGeom>
          <a:solidFill>
            <a:srgbClr val="C4D8C7"/>
          </a:solidFill>
          <a:ln w="6067">
            <a:solidFill>
              <a:srgbClr val="FFFFFF"/>
            </a:solidFill>
            <a:prstDash val="solid"/>
          </a:ln>
        </p:spPr>
      </p:sp>
      <p:sp>
        <p:nvSpPr>
          <p:cNvPr id="933" name="shape-572"/>
          <p:cNvSpPr>
            <a:spLocks noGrp="1"/>
          </p:cNvSpPr>
          <p:nvPr/>
        </p:nvSpPr>
        <p:spPr>
          <a:xfrm>
            <a:off x="13330238" y="20340066"/>
            <a:ext cx="93345" cy="93345"/>
          </a:xfrm>
          <a:prstGeom prst="rect">
            <a:avLst/>
          </a:prstGeom>
          <a:solidFill>
            <a:srgbClr val="295A39"/>
          </a:solidFill>
          <a:ln w="6067">
            <a:solidFill>
              <a:srgbClr val="FFFFFF"/>
            </a:solidFill>
            <a:prstDash val="solid"/>
          </a:ln>
        </p:spPr>
      </p:sp>
      <p:sp>
        <p:nvSpPr>
          <p:cNvPr id="934" name="shape-573"/>
          <p:cNvSpPr>
            <a:spLocks noGrp="1"/>
          </p:cNvSpPr>
          <p:nvPr/>
        </p:nvSpPr>
        <p:spPr>
          <a:xfrm>
            <a:off x="13423583" y="20340066"/>
            <a:ext cx="93345" cy="93345"/>
          </a:xfrm>
          <a:prstGeom prst="rect">
            <a:avLst/>
          </a:prstGeom>
          <a:solidFill>
            <a:srgbClr val="92B398"/>
          </a:solidFill>
          <a:ln w="6067">
            <a:solidFill>
              <a:srgbClr val="FFFFFF"/>
            </a:solidFill>
            <a:prstDash val="solid"/>
          </a:ln>
        </p:spPr>
      </p:sp>
      <p:sp>
        <p:nvSpPr>
          <p:cNvPr id="935" name="shape-574"/>
          <p:cNvSpPr>
            <a:spLocks noGrp="1"/>
          </p:cNvSpPr>
          <p:nvPr/>
        </p:nvSpPr>
        <p:spPr>
          <a:xfrm>
            <a:off x="13143548" y="20433411"/>
            <a:ext cx="93345" cy="93345"/>
          </a:xfrm>
          <a:prstGeom prst="rect">
            <a:avLst/>
          </a:prstGeom>
          <a:solidFill>
            <a:srgbClr val="C4D8C7"/>
          </a:solidFill>
          <a:ln w="6067">
            <a:solidFill>
              <a:srgbClr val="FFFFFF"/>
            </a:solidFill>
            <a:prstDash val="solid"/>
          </a:ln>
        </p:spPr>
      </p:sp>
      <p:sp>
        <p:nvSpPr>
          <p:cNvPr id="936" name="shape-575"/>
          <p:cNvSpPr>
            <a:spLocks noGrp="1"/>
          </p:cNvSpPr>
          <p:nvPr/>
        </p:nvSpPr>
        <p:spPr>
          <a:xfrm>
            <a:off x="13236893" y="20433411"/>
            <a:ext cx="93345" cy="93345"/>
          </a:xfrm>
          <a:prstGeom prst="rect">
            <a:avLst/>
          </a:prstGeom>
          <a:solidFill>
            <a:srgbClr val="EAF1E9"/>
          </a:solidFill>
          <a:ln w="6067">
            <a:solidFill>
              <a:srgbClr val="FFFFFF"/>
            </a:solidFill>
            <a:prstDash val="solid"/>
          </a:ln>
        </p:spPr>
      </p:sp>
      <p:sp>
        <p:nvSpPr>
          <p:cNvPr id="937" name="shape-576"/>
          <p:cNvSpPr>
            <a:spLocks noGrp="1"/>
          </p:cNvSpPr>
          <p:nvPr/>
        </p:nvSpPr>
        <p:spPr>
          <a:xfrm>
            <a:off x="13330238" y="20433411"/>
            <a:ext cx="93345" cy="93345"/>
          </a:xfrm>
          <a:prstGeom prst="rect">
            <a:avLst/>
          </a:prstGeom>
          <a:solidFill>
            <a:srgbClr val="295A39"/>
          </a:solidFill>
          <a:ln w="6067">
            <a:solidFill>
              <a:srgbClr val="FFFFFF"/>
            </a:solidFill>
            <a:prstDash val="solid"/>
          </a:ln>
        </p:spPr>
      </p:sp>
      <p:sp>
        <p:nvSpPr>
          <p:cNvPr id="938" name="shape-577"/>
          <p:cNvSpPr>
            <a:spLocks noGrp="1"/>
          </p:cNvSpPr>
          <p:nvPr/>
        </p:nvSpPr>
        <p:spPr>
          <a:xfrm>
            <a:off x="13423583" y="20433411"/>
            <a:ext cx="93345" cy="93345"/>
          </a:xfrm>
          <a:prstGeom prst="rect">
            <a:avLst/>
          </a:prstGeom>
          <a:solidFill>
            <a:srgbClr val="557F60"/>
          </a:solidFill>
          <a:ln w="6067">
            <a:solidFill>
              <a:srgbClr val="FFFFFF"/>
            </a:solidFill>
            <a:prstDash val="solid"/>
          </a:ln>
        </p:spPr>
      </p:sp>
      <p:sp>
        <p:nvSpPr>
          <p:cNvPr id="939" name="shape-578"/>
          <p:cNvSpPr>
            <a:spLocks noGrp="1"/>
          </p:cNvSpPr>
          <p:nvPr/>
        </p:nvSpPr>
        <p:spPr>
          <a:xfrm>
            <a:off x="13143548" y="20526756"/>
            <a:ext cx="93345" cy="93345"/>
          </a:xfrm>
          <a:prstGeom prst="rect">
            <a:avLst/>
          </a:prstGeom>
          <a:solidFill>
            <a:srgbClr val="295A39"/>
          </a:solidFill>
          <a:ln w="6067">
            <a:solidFill>
              <a:srgbClr val="FFFFFF"/>
            </a:solidFill>
            <a:prstDash val="solid"/>
          </a:ln>
        </p:spPr>
      </p:sp>
      <p:sp>
        <p:nvSpPr>
          <p:cNvPr id="940" name="shape-579"/>
          <p:cNvSpPr>
            <a:spLocks noGrp="1"/>
          </p:cNvSpPr>
          <p:nvPr/>
        </p:nvSpPr>
        <p:spPr>
          <a:xfrm>
            <a:off x="13236893" y="20526756"/>
            <a:ext cx="93345" cy="93345"/>
          </a:xfrm>
          <a:prstGeom prst="rect">
            <a:avLst/>
          </a:prstGeom>
          <a:solidFill>
            <a:srgbClr val="295A39"/>
          </a:solidFill>
          <a:ln w="6067">
            <a:solidFill>
              <a:srgbClr val="FFFFFF"/>
            </a:solidFill>
            <a:prstDash val="solid"/>
          </a:ln>
        </p:spPr>
      </p:sp>
      <p:sp>
        <p:nvSpPr>
          <p:cNvPr id="941" name="shape-580"/>
          <p:cNvSpPr>
            <a:spLocks noGrp="1"/>
          </p:cNvSpPr>
          <p:nvPr/>
        </p:nvSpPr>
        <p:spPr>
          <a:xfrm>
            <a:off x="13330238" y="20526756"/>
            <a:ext cx="93345" cy="93345"/>
          </a:xfrm>
          <a:prstGeom prst="rect">
            <a:avLst/>
          </a:prstGeom>
          <a:solidFill>
            <a:srgbClr val="295A39"/>
          </a:solidFill>
          <a:ln w="6067">
            <a:solidFill>
              <a:srgbClr val="FFFFFF"/>
            </a:solidFill>
            <a:prstDash val="solid"/>
          </a:ln>
        </p:spPr>
      </p:sp>
      <p:sp>
        <p:nvSpPr>
          <p:cNvPr id="942" name="shape-581"/>
          <p:cNvSpPr>
            <a:spLocks noGrp="1"/>
          </p:cNvSpPr>
          <p:nvPr/>
        </p:nvSpPr>
        <p:spPr>
          <a:xfrm>
            <a:off x="13423583" y="20526756"/>
            <a:ext cx="93345" cy="93345"/>
          </a:xfrm>
          <a:prstGeom prst="rect">
            <a:avLst/>
          </a:prstGeom>
          <a:solidFill>
            <a:srgbClr val="295A39"/>
          </a:solidFill>
          <a:ln w="6067">
            <a:solidFill>
              <a:srgbClr val="FFFFFF"/>
            </a:solidFill>
            <a:prstDash val="solid"/>
          </a:ln>
        </p:spPr>
      </p:sp>
      <p:sp>
        <p:nvSpPr>
          <p:cNvPr id="943" name="shape-582"/>
          <p:cNvSpPr>
            <a:spLocks noGrp="1"/>
          </p:cNvSpPr>
          <p:nvPr/>
        </p:nvSpPr>
        <p:spPr>
          <a:xfrm>
            <a:off x="13143548" y="20620101"/>
            <a:ext cx="93345" cy="93345"/>
          </a:xfrm>
          <a:prstGeom prst="rect">
            <a:avLst/>
          </a:prstGeom>
          <a:solidFill>
            <a:srgbClr val="92B398"/>
          </a:solidFill>
          <a:ln w="6067">
            <a:solidFill>
              <a:srgbClr val="FFFFFF"/>
            </a:solidFill>
            <a:prstDash val="solid"/>
          </a:ln>
        </p:spPr>
      </p:sp>
      <p:sp>
        <p:nvSpPr>
          <p:cNvPr id="944" name="shape-583"/>
          <p:cNvSpPr>
            <a:spLocks noGrp="1"/>
          </p:cNvSpPr>
          <p:nvPr/>
        </p:nvSpPr>
        <p:spPr>
          <a:xfrm>
            <a:off x="13236893" y="20620101"/>
            <a:ext cx="93345" cy="93345"/>
          </a:xfrm>
          <a:prstGeom prst="rect">
            <a:avLst/>
          </a:prstGeom>
          <a:solidFill>
            <a:srgbClr val="557F60"/>
          </a:solidFill>
          <a:ln w="6067">
            <a:solidFill>
              <a:srgbClr val="FFFFFF"/>
            </a:solidFill>
            <a:prstDash val="solid"/>
          </a:ln>
        </p:spPr>
      </p:sp>
      <p:sp>
        <p:nvSpPr>
          <p:cNvPr id="945" name="shape-584"/>
          <p:cNvSpPr>
            <a:spLocks noGrp="1"/>
          </p:cNvSpPr>
          <p:nvPr/>
        </p:nvSpPr>
        <p:spPr>
          <a:xfrm>
            <a:off x="13330238" y="20620101"/>
            <a:ext cx="93345" cy="93345"/>
          </a:xfrm>
          <a:prstGeom prst="rect">
            <a:avLst/>
          </a:prstGeom>
          <a:solidFill>
            <a:srgbClr val="295A39"/>
          </a:solidFill>
          <a:ln w="6067">
            <a:solidFill>
              <a:srgbClr val="FFFFFF"/>
            </a:solidFill>
            <a:prstDash val="solid"/>
          </a:ln>
        </p:spPr>
      </p:sp>
      <p:sp>
        <p:nvSpPr>
          <p:cNvPr id="946" name="shape-585"/>
          <p:cNvSpPr>
            <a:spLocks noGrp="1"/>
          </p:cNvSpPr>
          <p:nvPr/>
        </p:nvSpPr>
        <p:spPr>
          <a:xfrm>
            <a:off x="13423583" y="20620101"/>
            <a:ext cx="93345" cy="93345"/>
          </a:xfrm>
          <a:prstGeom prst="rect">
            <a:avLst/>
          </a:prstGeom>
          <a:solidFill>
            <a:srgbClr val="EAF1E9"/>
          </a:solidFill>
          <a:ln w="6067">
            <a:solidFill>
              <a:srgbClr val="FFFFFF"/>
            </a:solidFill>
            <a:prstDash val="solid"/>
          </a:ln>
        </p:spPr>
      </p:sp>
      <p:sp>
        <p:nvSpPr>
          <p:cNvPr id="947" name="shape-586"/>
          <p:cNvSpPr>
            <a:spLocks noGrp="1"/>
          </p:cNvSpPr>
          <p:nvPr/>
        </p:nvSpPr>
        <p:spPr>
          <a:xfrm>
            <a:off x="13143548" y="20713446"/>
            <a:ext cx="93345" cy="93345"/>
          </a:xfrm>
          <a:prstGeom prst="rect">
            <a:avLst/>
          </a:prstGeom>
          <a:solidFill>
            <a:srgbClr val="EAF1E9"/>
          </a:solidFill>
          <a:ln w="6067">
            <a:solidFill>
              <a:srgbClr val="FFFFFF"/>
            </a:solidFill>
            <a:prstDash val="solid"/>
          </a:ln>
        </p:spPr>
      </p:sp>
      <p:sp>
        <p:nvSpPr>
          <p:cNvPr id="948" name="shape-587"/>
          <p:cNvSpPr>
            <a:spLocks noGrp="1"/>
          </p:cNvSpPr>
          <p:nvPr/>
        </p:nvSpPr>
        <p:spPr>
          <a:xfrm>
            <a:off x="13236893" y="20713446"/>
            <a:ext cx="93345" cy="93345"/>
          </a:xfrm>
          <a:prstGeom prst="rect">
            <a:avLst/>
          </a:prstGeom>
          <a:solidFill>
            <a:srgbClr val="92B398"/>
          </a:solidFill>
          <a:ln w="6067">
            <a:solidFill>
              <a:srgbClr val="FFFFFF"/>
            </a:solidFill>
            <a:prstDash val="solid"/>
          </a:ln>
        </p:spPr>
      </p:sp>
      <p:sp>
        <p:nvSpPr>
          <p:cNvPr id="949" name="shape-588"/>
          <p:cNvSpPr>
            <a:spLocks noGrp="1"/>
          </p:cNvSpPr>
          <p:nvPr/>
        </p:nvSpPr>
        <p:spPr>
          <a:xfrm>
            <a:off x="13330238" y="20713446"/>
            <a:ext cx="93345" cy="93345"/>
          </a:xfrm>
          <a:prstGeom prst="rect">
            <a:avLst/>
          </a:prstGeom>
          <a:solidFill>
            <a:srgbClr val="295A39"/>
          </a:solidFill>
          <a:ln w="6067">
            <a:solidFill>
              <a:srgbClr val="FFFFFF"/>
            </a:solidFill>
            <a:prstDash val="solid"/>
          </a:ln>
        </p:spPr>
      </p:sp>
      <p:sp>
        <p:nvSpPr>
          <p:cNvPr id="950" name="shape-589"/>
          <p:cNvSpPr>
            <a:spLocks noGrp="1"/>
          </p:cNvSpPr>
          <p:nvPr/>
        </p:nvSpPr>
        <p:spPr>
          <a:xfrm>
            <a:off x="13423583" y="20713446"/>
            <a:ext cx="93345" cy="93345"/>
          </a:xfrm>
          <a:prstGeom prst="rect">
            <a:avLst/>
          </a:prstGeom>
          <a:solidFill>
            <a:srgbClr val="C4D8C7"/>
          </a:solidFill>
          <a:ln w="6067">
            <a:solidFill>
              <a:srgbClr val="FFFFFF"/>
            </a:solidFill>
            <a:prstDash val="solid"/>
          </a:ln>
        </p:spPr>
      </p:sp>
      <p:sp>
        <p:nvSpPr>
          <p:cNvPr id="951" name="shape-590"/>
          <p:cNvSpPr>
            <a:spLocks noGrp="1"/>
          </p:cNvSpPr>
          <p:nvPr/>
        </p:nvSpPr>
        <p:spPr>
          <a:xfrm>
            <a:off x="13143548" y="20246721"/>
            <a:ext cx="373380" cy="560070"/>
          </a:xfrm>
          <a:prstGeom prst="rect">
            <a:avLst/>
          </a:prstGeom>
          <a:noFill/>
          <a:ln w="6535">
            <a:solidFill>
              <a:srgbClr val="536779"/>
            </a:solidFill>
            <a:prstDash val="solid"/>
          </a:ln>
        </p:spPr>
      </p:sp>
      <p:sp>
        <p:nvSpPr>
          <p:cNvPr id="957" name="line-596"/>
          <p:cNvSpPr>
            <a:spLocks noGrp="1"/>
          </p:cNvSpPr>
          <p:nvPr/>
        </p:nvSpPr>
        <p:spPr>
          <a:xfrm>
            <a:off x="13516928" y="20526756"/>
            <a:ext cx="1782890" cy="93"/>
          </a:xfrm>
          <a:custGeom>
            <a:avLst/>
            <a:gdLst/>
            <a:ahLst/>
            <a:cxnLst/>
            <a:pathLst>
              <a:path w="1819275" h="95">
                <a:moveTo>
                  <a:pt x="0" y="0"/>
                </a:moveTo>
                <a:lnTo>
                  <a:pt x="1819275" y="0"/>
                </a:lnTo>
              </a:path>
            </a:pathLst>
          </a:custGeom>
          <a:noFill/>
          <a:ln w="23150">
            <a:solidFill>
              <a:srgbClr val="315F46"/>
            </a:solidFill>
            <a:prstDash val="solid"/>
          </a:ln>
        </p:spPr>
      </p:sp>
      <p:sp>
        <p:nvSpPr>
          <p:cNvPr id="958" name="line-597"/>
          <p:cNvSpPr>
            <a:spLocks noGrp="1"/>
          </p:cNvSpPr>
          <p:nvPr/>
        </p:nvSpPr>
        <p:spPr>
          <a:xfrm>
            <a:off x="15241860" y="20526756"/>
            <a:ext cx="57957" cy="30173"/>
          </a:xfrm>
          <a:custGeom>
            <a:avLst/>
            <a:gdLst/>
            <a:ahLst/>
            <a:cxnLst/>
            <a:pathLst>
              <a:path w="59140" h="30789">
                <a:moveTo>
                  <a:pt x="59140" y="0"/>
                </a:moveTo>
                <a:lnTo>
                  <a:pt x="0" y="30789"/>
                </a:lnTo>
              </a:path>
            </a:pathLst>
          </a:custGeom>
          <a:noFill/>
          <a:ln w="23150">
            <a:solidFill>
              <a:srgbClr val="315F46"/>
            </a:solidFill>
            <a:prstDash val="solid"/>
          </a:ln>
        </p:spPr>
      </p:sp>
      <p:sp>
        <p:nvSpPr>
          <p:cNvPr id="959" name="line-598"/>
          <p:cNvSpPr>
            <a:spLocks noGrp="1"/>
          </p:cNvSpPr>
          <p:nvPr/>
        </p:nvSpPr>
        <p:spPr>
          <a:xfrm>
            <a:off x="15241860" y="20496583"/>
            <a:ext cx="57957" cy="30173"/>
          </a:xfrm>
          <a:custGeom>
            <a:avLst/>
            <a:gdLst/>
            <a:ahLst/>
            <a:cxnLst/>
            <a:pathLst>
              <a:path w="59140" h="30789">
                <a:moveTo>
                  <a:pt x="59140" y="30789"/>
                </a:moveTo>
                <a:lnTo>
                  <a:pt x="0" y="0"/>
                </a:lnTo>
              </a:path>
            </a:pathLst>
          </a:custGeom>
          <a:noFill/>
          <a:ln w="23150">
            <a:solidFill>
              <a:srgbClr val="315F46"/>
            </a:solidFill>
            <a:prstDash val="solid"/>
          </a:ln>
        </p:spPr>
      </p:sp>
      <p:sp>
        <p:nvSpPr>
          <p:cNvPr id="960" name="shape-599"/>
          <p:cNvSpPr>
            <a:spLocks noGrp="1"/>
          </p:cNvSpPr>
          <p:nvPr/>
        </p:nvSpPr>
        <p:spPr>
          <a:xfrm>
            <a:off x="15309152" y="20246721"/>
            <a:ext cx="93345" cy="93345"/>
          </a:xfrm>
          <a:prstGeom prst="rect">
            <a:avLst/>
          </a:prstGeom>
          <a:solidFill>
            <a:srgbClr val="A0C4A8"/>
          </a:solidFill>
          <a:ln w="6067">
            <a:solidFill>
              <a:srgbClr val="FFFFFF"/>
            </a:solidFill>
            <a:prstDash val="solid"/>
          </a:ln>
        </p:spPr>
      </p:sp>
      <p:sp>
        <p:nvSpPr>
          <p:cNvPr id="961" name="shape-600"/>
          <p:cNvSpPr>
            <a:spLocks noGrp="1"/>
          </p:cNvSpPr>
          <p:nvPr/>
        </p:nvSpPr>
        <p:spPr>
          <a:xfrm>
            <a:off x="15402497" y="20246721"/>
            <a:ext cx="93345" cy="93345"/>
          </a:xfrm>
          <a:prstGeom prst="rect">
            <a:avLst/>
          </a:prstGeom>
          <a:solidFill>
            <a:srgbClr val="3E7549"/>
          </a:solidFill>
          <a:ln w="6067">
            <a:solidFill>
              <a:srgbClr val="FFFFFF"/>
            </a:solidFill>
            <a:prstDash val="solid"/>
          </a:ln>
        </p:spPr>
      </p:sp>
      <p:sp>
        <p:nvSpPr>
          <p:cNvPr id="962" name="shape-601"/>
          <p:cNvSpPr>
            <a:spLocks noGrp="1"/>
          </p:cNvSpPr>
          <p:nvPr/>
        </p:nvSpPr>
        <p:spPr>
          <a:xfrm>
            <a:off x="15495842" y="20246721"/>
            <a:ext cx="93345" cy="93345"/>
          </a:xfrm>
          <a:prstGeom prst="rect">
            <a:avLst/>
          </a:prstGeom>
          <a:solidFill>
            <a:srgbClr val="D7E8D9"/>
          </a:solidFill>
          <a:ln w="6067">
            <a:solidFill>
              <a:srgbClr val="FFFFFF"/>
            </a:solidFill>
            <a:prstDash val="solid"/>
          </a:ln>
        </p:spPr>
      </p:sp>
      <p:sp>
        <p:nvSpPr>
          <p:cNvPr id="963" name="shape-602"/>
          <p:cNvSpPr>
            <a:spLocks noGrp="1"/>
          </p:cNvSpPr>
          <p:nvPr/>
        </p:nvSpPr>
        <p:spPr>
          <a:xfrm>
            <a:off x="15589186" y="20246721"/>
            <a:ext cx="93345" cy="93345"/>
          </a:xfrm>
          <a:prstGeom prst="rect">
            <a:avLst/>
          </a:prstGeom>
          <a:solidFill>
            <a:srgbClr val="67996F"/>
          </a:solidFill>
          <a:ln w="6067">
            <a:solidFill>
              <a:srgbClr val="FFFFFF"/>
            </a:solidFill>
            <a:prstDash val="solid"/>
          </a:ln>
        </p:spPr>
      </p:sp>
      <p:sp>
        <p:nvSpPr>
          <p:cNvPr id="964" name="shape-603"/>
          <p:cNvSpPr>
            <a:spLocks noGrp="1"/>
          </p:cNvSpPr>
          <p:nvPr/>
        </p:nvSpPr>
        <p:spPr>
          <a:xfrm>
            <a:off x="15309152" y="20340066"/>
            <a:ext cx="93345" cy="93345"/>
          </a:xfrm>
          <a:prstGeom prst="rect">
            <a:avLst/>
          </a:prstGeom>
          <a:solidFill>
            <a:srgbClr val="D7E8D9"/>
          </a:solidFill>
          <a:ln w="6067">
            <a:solidFill>
              <a:srgbClr val="FFFFFF"/>
            </a:solidFill>
            <a:prstDash val="solid"/>
          </a:ln>
        </p:spPr>
      </p:sp>
      <p:sp>
        <p:nvSpPr>
          <p:cNvPr id="965" name="shape-604"/>
          <p:cNvSpPr>
            <a:spLocks noGrp="1"/>
          </p:cNvSpPr>
          <p:nvPr/>
        </p:nvSpPr>
        <p:spPr>
          <a:xfrm>
            <a:off x="15402497" y="20340066"/>
            <a:ext cx="93345" cy="93345"/>
          </a:xfrm>
          <a:prstGeom prst="rect">
            <a:avLst/>
          </a:prstGeom>
          <a:solidFill>
            <a:srgbClr val="3E7549"/>
          </a:solidFill>
          <a:ln w="6067">
            <a:solidFill>
              <a:srgbClr val="FFFFFF"/>
            </a:solidFill>
            <a:prstDash val="solid"/>
          </a:ln>
        </p:spPr>
      </p:sp>
      <p:sp>
        <p:nvSpPr>
          <p:cNvPr id="966" name="shape-605"/>
          <p:cNvSpPr>
            <a:spLocks noGrp="1"/>
          </p:cNvSpPr>
          <p:nvPr/>
        </p:nvSpPr>
        <p:spPr>
          <a:xfrm>
            <a:off x="15495842" y="20340066"/>
            <a:ext cx="93345" cy="93345"/>
          </a:xfrm>
          <a:prstGeom prst="rect">
            <a:avLst/>
          </a:prstGeom>
          <a:solidFill>
            <a:srgbClr val="A0C4A8"/>
          </a:solidFill>
          <a:ln w="6067">
            <a:solidFill>
              <a:srgbClr val="FFFFFF"/>
            </a:solidFill>
            <a:prstDash val="solid"/>
          </a:ln>
        </p:spPr>
      </p:sp>
      <p:sp>
        <p:nvSpPr>
          <p:cNvPr id="967" name="shape-606"/>
          <p:cNvSpPr>
            <a:spLocks noGrp="1"/>
          </p:cNvSpPr>
          <p:nvPr/>
        </p:nvSpPr>
        <p:spPr>
          <a:xfrm>
            <a:off x="15589186" y="20340066"/>
            <a:ext cx="93345" cy="93345"/>
          </a:xfrm>
          <a:prstGeom prst="rect">
            <a:avLst/>
          </a:prstGeom>
          <a:solidFill>
            <a:srgbClr val="1D4D2A"/>
          </a:solidFill>
          <a:ln w="6067">
            <a:solidFill>
              <a:srgbClr val="FFFFFF"/>
            </a:solidFill>
            <a:prstDash val="solid"/>
          </a:ln>
        </p:spPr>
      </p:sp>
      <p:sp>
        <p:nvSpPr>
          <p:cNvPr id="968" name="shape-607"/>
          <p:cNvSpPr>
            <a:spLocks noGrp="1"/>
          </p:cNvSpPr>
          <p:nvPr/>
        </p:nvSpPr>
        <p:spPr>
          <a:xfrm>
            <a:off x="15309152" y="20433411"/>
            <a:ext cx="93345" cy="93345"/>
          </a:xfrm>
          <a:prstGeom prst="rect">
            <a:avLst/>
          </a:prstGeom>
          <a:solidFill>
            <a:srgbClr val="1D4D2A"/>
          </a:solidFill>
          <a:ln w="6067">
            <a:solidFill>
              <a:srgbClr val="FFFFFF"/>
            </a:solidFill>
            <a:prstDash val="solid"/>
          </a:ln>
        </p:spPr>
      </p:sp>
      <p:sp>
        <p:nvSpPr>
          <p:cNvPr id="969" name="shape-608"/>
          <p:cNvSpPr>
            <a:spLocks noGrp="1"/>
          </p:cNvSpPr>
          <p:nvPr/>
        </p:nvSpPr>
        <p:spPr>
          <a:xfrm>
            <a:off x="15402497" y="20433411"/>
            <a:ext cx="93345" cy="93345"/>
          </a:xfrm>
          <a:prstGeom prst="rect">
            <a:avLst/>
          </a:prstGeom>
          <a:solidFill>
            <a:srgbClr val="3E7549"/>
          </a:solidFill>
          <a:ln w="6067">
            <a:solidFill>
              <a:srgbClr val="FFFFFF"/>
            </a:solidFill>
            <a:prstDash val="solid"/>
          </a:ln>
        </p:spPr>
      </p:sp>
      <p:sp>
        <p:nvSpPr>
          <p:cNvPr id="970" name="shape-609"/>
          <p:cNvSpPr>
            <a:spLocks noGrp="1"/>
          </p:cNvSpPr>
          <p:nvPr/>
        </p:nvSpPr>
        <p:spPr>
          <a:xfrm>
            <a:off x="15495842" y="20433411"/>
            <a:ext cx="93345" cy="93345"/>
          </a:xfrm>
          <a:prstGeom prst="rect">
            <a:avLst/>
          </a:prstGeom>
          <a:solidFill>
            <a:srgbClr val="67996F"/>
          </a:solidFill>
          <a:ln w="6067">
            <a:solidFill>
              <a:srgbClr val="FFFFFF"/>
            </a:solidFill>
            <a:prstDash val="solid"/>
          </a:ln>
        </p:spPr>
      </p:sp>
      <p:sp>
        <p:nvSpPr>
          <p:cNvPr id="971" name="shape-610"/>
          <p:cNvSpPr>
            <a:spLocks noGrp="1"/>
          </p:cNvSpPr>
          <p:nvPr/>
        </p:nvSpPr>
        <p:spPr>
          <a:xfrm>
            <a:off x="15589186" y="20433411"/>
            <a:ext cx="93345" cy="93345"/>
          </a:xfrm>
          <a:prstGeom prst="rect">
            <a:avLst/>
          </a:prstGeom>
          <a:solidFill>
            <a:srgbClr val="A0C4A8"/>
          </a:solidFill>
          <a:ln w="6067">
            <a:solidFill>
              <a:srgbClr val="FFFFFF"/>
            </a:solidFill>
            <a:prstDash val="solid"/>
          </a:ln>
        </p:spPr>
      </p:sp>
      <p:sp>
        <p:nvSpPr>
          <p:cNvPr id="972" name="shape-611"/>
          <p:cNvSpPr>
            <a:spLocks noGrp="1"/>
          </p:cNvSpPr>
          <p:nvPr/>
        </p:nvSpPr>
        <p:spPr>
          <a:xfrm>
            <a:off x="15309152" y="20526756"/>
            <a:ext cx="93345" cy="93345"/>
          </a:xfrm>
          <a:prstGeom prst="rect">
            <a:avLst/>
          </a:prstGeom>
          <a:solidFill>
            <a:srgbClr val="D7E8D9"/>
          </a:solidFill>
          <a:ln w="6067">
            <a:solidFill>
              <a:srgbClr val="FFFFFF"/>
            </a:solidFill>
            <a:prstDash val="solid"/>
          </a:ln>
        </p:spPr>
      </p:sp>
      <p:sp>
        <p:nvSpPr>
          <p:cNvPr id="973" name="shape-612"/>
          <p:cNvSpPr>
            <a:spLocks noGrp="1"/>
          </p:cNvSpPr>
          <p:nvPr/>
        </p:nvSpPr>
        <p:spPr>
          <a:xfrm>
            <a:off x="15402497" y="20526756"/>
            <a:ext cx="93345" cy="93345"/>
          </a:xfrm>
          <a:prstGeom prst="rect">
            <a:avLst/>
          </a:prstGeom>
          <a:solidFill>
            <a:srgbClr val="D7E8D9"/>
          </a:solidFill>
          <a:ln w="6067">
            <a:solidFill>
              <a:srgbClr val="FFFFFF"/>
            </a:solidFill>
            <a:prstDash val="solid"/>
          </a:ln>
        </p:spPr>
      </p:sp>
      <p:sp>
        <p:nvSpPr>
          <p:cNvPr id="974" name="shape-613"/>
          <p:cNvSpPr>
            <a:spLocks noGrp="1"/>
          </p:cNvSpPr>
          <p:nvPr/>
        </p:nvSpPr>
        <p:spPr>
          <a:xfrm>
            <a:off x="15495842" y="20526756"/>
            <a:ext cx="93345" cy="93345"/>
          </a:xfrm>
          <a:prstGeom prst="rect">
            <a:avLst/>
          </a:prstGeom>
          <a:solidFill>
            <a:srgbClr val="D7E8D9"/>
          </a:solidFill>
          <a:ln w="6067">
            <a:solidFill>
              <a:srgbClr val="FFFFFF"/>
            </a:solidFill>
            <a:prstDash val="solid"/>
          </a:ln>
        </p:spPr>
      </p:sp>
      <p:sp>
        <p:nvSpPr>
          <p:cNvPr id="975" name="shape-614"/>
          <p:cNvSpPr>
            <a:spLocks noGrp="1"/>
          </p:cNvSpPr>
          <p:nvPr/>
        </p:nvSpPr>
        <p:spPr>
          <a:xfrm>
            <a:off x="15589186" y="20526756"/>
            <a:ext cx="93345" cy="93345"/>
          </a:xfrm>
          <a:prstGeom prst="rect">
            <a:avLst/>
          </a:prstGeom>
          <a:solidFill>
            <a:srgbClr val="D7E8D9"/>
          </a:solidFill>
          <a:ln w="6067">
            <a:solidFill>
              <a:srgbClr val="FFFFFF"/>
            </a:solidFill>
            <a:prstDash val="solid"/>
          </a:ln>
        </p:spPr>
      </p:sp>
      <p:sp>
        <p:nvSpPr>
          <p:cNvPr id="976" name="shape-615"/>
          <p:cNvSpPr>
            <a:spLocks noGrp="1"/>
          </p:cNvSpPr>
          <p:nvPr/>
        </p:nvSpPr>
        <p:spPr>
          <a:xfrm>
            <a:off x="15309152" y="20620101"/>
            <a:ext cx="93345" cy="93345"/>
          </a:xfrm>
          <a:prstGeom prst="rect">
            <a:avLst/>
          </a:prstGeom>
          <a:solidFill>
            <a:srgbClr val="1D4D2A"/>
          </a:solidFill>
          <a:ln w="6067">
            <a:solidFill>
              <a:srgbClr val="FFFFFF"/>
            </a:solidFill>
            <a:prstDash val="solid"/>
          </a:ln>
        </p:spPr>
      </p:sp>
      <p:sp>
        <p:nvSpPr>
          <p:cNvPr id="977" name="shape-616"/>
          <p:cNvSpPr>
            <a:spLocks noGrp="1"/>
          </p:cNvSpPr>
          <p:nvPr/>
        </p:nvSpPr>
        <p:spPr>
          <a:xfrm>
            <a:off x="15402497" y="20620101"/>
            <a:ext cx="93345" cy="93345"/>
          </a:xfrm>
          <a:prstGeom prst="rect">
            <a:avLst/>
          </a:prstGeom>
          <a:solidFill>
            <a:srgbClr val="D7E8D9"/>
          </a:solidFill>
          <a:ln w="6067">
            <a:solidFill>
              <a:srgbClr val="FFFFFF"/>
            </a:solidFill>
            <a:prstDash val="solid"/>
          </a:ln>
        </p:spPr>
      </p:sp>
      <p:sp>
        <p:nvSpPr>
          <p:cNvPr id="978" name="shape-617"/>
          <p:cNvSpPr>
            <a:spLocks noGrp="1"/>
          </p:cNvSpPr>
          <p:nvPr/>
        </p:nvSpPr>
        <p:spPr>
          <a:xfrm>
            <a:off x="15495842" y="20620101"/>
            <a:ext cx="93345" cy="93345"/>
          </a:xfrm>
          <a:prstGeom prst="rect">
            <a:avLst/>
          </a:prstGeom>
          <a:solidFill>
            <a:srgbClr val="A0C4A8"/>
          </a:solidFill>
          <a:ln w="6067">
            <a:solidFill>
              <a:srgbClr val="FFFFFF"/>
            </a:solidFill>
            <a:prstDash val="solid"/>
          </a:ln>
        </p:spPr>
      </p:sp>
      <p:sp>
        <p:nvSpPr>
          <p:cNvPr id="979" name="shape-618"/>
          <p:cNvSpPr>
            <a:spLocks noGrp="1"/>
          </p:cNvSpPr>
          <p:nvPr/>
        </p:nvSpPr>
        <p:spPr>
          <a:xfrm>
            <a:off x="15589186" y="20620101"/>
            <a:ext cx="93345" cy="93345"/>
          </a:xfrm>
          <a:prstGeom prst="rect">
            <a:avLst/>
          </a:prstGeom>
          <a:solidFill>
            <a:srgbClr val="67996F"/>
          </a:solidFill>
          <a:ln w="6067">
            <a:solidFill>
              <a:srgbClr val="FFFFFF"/>
            </a:solidFill>
            <a:prstDash val="solid"/>
          </a:ln>
        </p:spPr>
      </p:sp>
      <p:sp>
        <p:nvSpPr>
          <p:cNvPr id="980" name="shape-619"/>
          <p:cNvSpPr>
            <a:spLocks noGrp="1"/>
          </p:cNvSpPr>
          <p:nvPr/>
        </p:nvSpPr>
        <p:spPr>
          <a:xfrm>
            <a:off x="15309152" y="20713446"/>
            <a:ext cx="93345" cy="93345"/>
          </a:xfrm>
          <a:prstGeom prst="rect">
            <a:avLst/>
          </a:prstGeom>
          <a:solidFill>
            <a:srgbClr val="3E7549"/>
          </a:solidFill>
          <a:ln w="6067">
            <a:solidFill>
              <a:srgbClr val="FFFFFF"/>
            </a:solidFill>
            <a:prstDash val="solid"/>
          </a:ln>
        </p:spPr>
      </p:sp>
      <p:sp>
        <p:nvSpPr>
          <p:cNvPr id="981" name="shape-620"/>
          <p:cNvSpPr>
            <a:spLocks noGrp="1"/>
          </p:cNvSpPr>
          <p:nvPr/>
        </p:nvSpPr>
        <p:spPr>
          <a:xfrm>
            <a:off x="15402497" y="20713446"/>
            <a:ext cx="93345" cy="93345"/>
          </a:xfrm>
          <a:prstGeom prst="rect">
            <a:avLst/>
          </a:prstGeom>
          <a:solidFill>
            <a:srgbClr val="D7E8D9"/>
          </a:solidFill>
          <a:ln w="6067">
            <a:solidFill>
              <a:srgbClr val="FFFFFF"/>
            </a:solidFill>
            <a:prstDash val="solid"/>
          </a:ln>
        </p:spPr>
      </p:sp>
      <p:sp>
        <p:nvSpPr>
          <p:cNvPr id="982" name="shape-621"/>
          <p:cNvSpPr>
            <a:spLocks noGrp="1"/>
          </p:cNvSpPr>
          <p:nvPr/>
        </p:nvSpPr>
        <p:spPr>
          <a:xfrm>
            <a:off x="15495842" y="20713446"/>
            <a:ext cx="93345" cy="93345"/>
          </a:xfrm>
          <a:prstGeom prst="rect">
            <a:avLst/>
          </a:prstGeom>
          <a:solidFill>
            <a:srgbClr val="67996F"/>
          </a:solidFill>
          <a:ln w="6067">
            <a:solidFill>
              <a:srgbClr val="FFFFFF"/>
            </a:solidFill>
            <a:prstDash val="solid"/>
          </a:ln>
        </p:spPr>
      </p:sp>
      <p:sp>
        <p:nvSpPr>
          <p:cNvPr id="983" name="shape-622"/>
          <p:cNvSpPr>
            <a:spLocks noGrp="1"/>
          </p:cNvSpPr>
          <p:nvPr/>
        </p:nvSpPr>
        <p:spPr>
          <a:xfrm>
            <a:off x="15589186" y="20713446"/>
            <a:ext cx="93345" cy="93345"/>
          </a:xfrm>
          <a:prstGeom prst="rect">
            <a:avLst/>
          </a:prstGeom>
          <a:solidFill>
            <a:srgbClr val="1D4D2A"/>
          </a:solidFill>
          <a:ln w="6067">
            <a:solidFill>
              <a:srgbClr val="FFFFFF"/>
            </a:solidFill>
            <a:prstDash val="solid"/>
          </a:ln>
        </p:spPr>
      </p:sp>
      <p:sp>
        <p:nvSpPr>
          <p:cNvPr id="984" name="shape-623"/>
          <p:cNvSpPr>
            <a:spLocks noGrp="1"/>
          </p:cNvSpPr>
          <p:nvPr/>
        </p:nvSpPr>
        <p:spPr>
          <a:xfrm>
            <a:off x="15309152" y="20246721"/>
            <a:ext cx="373380" cy="560070"/>
          </a:xfrm>
          <a:prstGeom prst="rect">
            <a:avLst/>
          </a:prstGeom>
          <a:noFill/>
          <a:ln w="19677">
            <a:solidFill>
              <a:srgbClr val="315F46"/>
            </a:solidFill>
            <a:prstDash val="solid"/>
          </a:ln>
        </p:spPr>
      </p:sp>
      <p:sp>
        <p:nvSpPr>
          <p:cNvPr id="985" name="Base key Kᴳ"/>
          <p:cNvSpPr>
            <a:spLocks noGrp="1"/>
          </p:cNvSpPr>
          <p:nvPr/>
        </p:nvSpPr>
        <p:spPr>
          <a:xfrm>
            <a:off x="11033951" y="20890802"/>
            <a:ext cx="1409510" cy="224028"/>
          </a:xfrm>
          <a:prstGeom prst="rect">
            <a:avLst/>
          </a:prstGeom>
          <a:noFill/>
          <a:ln w="0">
            <a:noFill/>
          </a:ln>
        </p:spPr>
        <p:txBody>
          <a:bodyPr wrap="none" lIns="0" tIns="0" rIns="0" bIns="0" anchor="ctr">
            <a:noAutofit/>
          </a:bodyPr>
          <a:lstStyle>
            <a:defPPr algn="ctr">
              <a:defRPr sz="1745" b="0" i="0">
                <a:solidFill>
                  <a:srgbClr val="4F6678"/>
                </a:solidFill>
                <a:latin typeface="Times New Roman" panose="02020503050405090304"/>
                <a:ea typeface="Times New Roman" panose="02020503050405090304"/>
                <a:cs typeface="Times New Roman" panose="02020503050405090304"/>
              </a:defRPr>
            </a:defPPr>
          </a:lstStyle>
          <a:p>
            <a:pPr algn="ctr">
              <a:defRPr sz="1745" b="0" i="0">
                <a:solidFill>
                  <a:srgbClr val="4F6678"/>
                </a:solidFill>
                <a:latin typeface="Times New Roman" panose="02020503050405090304"/>
                <a:ea typeface="Times New Roman" panose="02020503050405090304"/>
                <a:cs typeface="Times New Roman" panose="02020503050405090304"/>
              </a:defRPr>
            </a:pPr>
            <a:r>
              <a:rPr sz="1745" b="0" i="0">
                <a:solidFill>
                  <a:srgbClr val="4F6678"/>
                </a:solidFill>
                <a:latin typeface="Times New Roman" panose="02020503050405090304"/>
                <a:ea typeface="Times New Roman" panose="02020503050405090304"/>
                <a:cs typeface="Times New Roman" panose="02020503050405090304"/>
              </a:rPr>
              <a:t>Base key Kᴳ</a:t>
            </a:r>
            <a:endParaRPr sz="1745" b="0" i="0">
              <a:solidFill>
                <a:srgbClr val="4F6678"/>
              </a:solidFill>
              <a:latin typeface="Times New Roman" panose="02020503050405090304"/>
              <a:ea typeface="Times New Roman" panose="02020503050405090304"/>
              <a:cs typeface="Times New Roman" panose="02020503050405090304"/>
            </a:endParaRPr>
          </a:p>
        </p:txBody>
      </p:sp>
      <p:sp>
        <p:nvSpPr>
          <p:cNvPr id="986" name="Context Cᴾ"/>
          <p:cNvSpPr>
            <a:spLocks noGrp="1"/>
          </p:cNvSpPr>
          <p:nvPr/>
        </p:nvSpPr>
        <p:spPr>
          <a:xfrm>
            <a:off x="12760833" y="20890802"/>
            <a:ext cx="1166813" cy="224028"/>
          </a:xfrm>
          <a:prstGeom prst="rect">
            <a:avLst/>
          </a:prstGeom>
          <a:noFill/>
          <a:ln w="0">
            <a:noFill/>
          </a:ln>
        </p:spPr>
        <p:txBody>
          <a:bodyPr wrap="none" lIns="0" tIns="0" rIns="0" bIns="0" anchor="ctr">
            <a:noAutofit/>
          </a:bodyPr>
          <a:lstStyle>
            <a:defPPr algn="ctr">
              <a:defRPr sz="1745" b="0" i="0">
                <a:solidFill>
                  <a:srgbClr val="315F46"/>
                </a:solidFill>
                <a:latin typeface="Times New Roman" panose="02020503050405090304"/>
                <a:ea typeface="Times New Roman" panose="02020503050405090304"/>
                <a:cs typeface="Times New Roman" panose="02020503050405090304"/>
              </a:defRPr>
            </a:defPPr>
          </a:lstStyle>
          <a:p>
            <a:pPr algn="ctr">
              <a:defRPr sz="1745" b="0" i="0">
                <a:solidFill>
                  <a:srgbClr val="315F46"/>
                </a:solidFill>
                <a:latin typeface="Times New Roman" panose="02020503050405090304"/>
                <a:ea typeface="Times New Roman" panose="02020503050405090304"/>
                <a:cs typeface="Times New Roman" panose="02020503050405090304"/>
              </a:defRPr>
            </a:pPr>
            <a:r>
              <a:rPr sz="1745" b="0" i="0">
                <a:solidFill>
                  <a:srgbClr val="315F46"/>
                </a:solidFill>
                <a:latin typeface="Times New Roman" panose="02020503050405090304"/>
                <a:ea typeface="Times New Roman" panose="02020503050405090304"/>
                <a:cs typeface="Times New Roman" panose="02020503050405090304"/>
              </a:rPr>
              <a:t>Context Cᴾ</a:t>
            </a:r>
            <a:endParaRPr sz="1745" b="0" i="0">
              <a:solidFill>
                <a:srgbClr val="315F46"/>
              </a:solidFill>
              <a:latin typeface="Times New Roman" panose="02020503050405090304"/>
              <a:ea typeface="Times New Roman" panose="02020503050405090304"/>
              <a:cs typeface="Times New Roman" panose="02020503050405090304"/>
            </a:endParaRPr>
          </a:p>
        </p:txBody>
      </p:sp>
      <p:sp>
        <p:nvSpPr>
          <p:cNvPr id="987" name="Updated key K̃ᴳ"/>
          <p:cNvSpPr>
            <a:spLocks noGrp="1"/>
          </p:cNvSpPr>
          <p:nvPr/>
        </p:nvSpPr>
        <p:spPr>
          <a:xfrm>
            <a:off x="14590395" y="20890802"/>
            <a:ext cx="1876235" cy="224028"/>
          </a:xfrm>
          <a:prstGeom prst="rect">
            <a:avLst/>
          </a:prstGeom>
          <a:noFill/>
          <a:ln w="0">
            <a:noFill/>
          </a:ln>
        </p:spPr>
        <p:txBody>
          <a:bodyPr wrap="none" lIns="0" tIns="0" rIns="0" bIns="0" anchor="ctr">
            <a:noAutofit/>
          </a:bodyPr>
          <a:lstStyle>
            <a:defPPr algn="ctr">
              <a:defRPr sz="1764" b="1" i="0">
                <a:solidFill>
                  <a:srgbClr val="315F46"/>
                </a:solidFill>
                <a:latin typeface="Times New Roman" panose="02020503050405090304"/>
                <a:ea typeface="Times New Roman" panose="02020503050405090304"/>
                <a:cs typeface="Times New Roman" panose="02020503050405090304"/>
              </a:defRPr>
            </a:defPPr>
          </a:lstStyle>
          <a:p>
            <a:pPr algn="ctr">
              <a:defRPr sz="1764" b="1" i="0">
                <a:solidFill>
                  <a:srgbClr val="315F46"/>
                </a:solidFill>
                <a:latin typeface="Times New Roman" panose="02020503050405090304"/>
                <a:ea typeface="Times New Roman" panose="02020503050405090304"/>
                <a:cs typeface="Times New Roman" panose="02020503050405090304"/>
              </a:defRPr>
            </a:pPr>
            <a:r>
              <a:rPr sz="1764" b="1" i="0">
                <a:solidFill>
                  <a:srgbClr val="315F46"/>
                </a:solidFill>
                <a:latin typeface="Times New Roman" panose="02020503050405090304"/>
                <a:ea typeface="Times New Roman" panose="02020503050405090304"/>
                <a:cs typeface="Times New Roman" panose="02020503050405090304"/>
              </a:rPr>
              <a:t>Updated key K̃ᴳ</a:t>
            </a:r>
            <a:endParaRPr sz="1764" b="1" i="0">
              <a:solidFill>
                <a:srgbClr val="315F46"/>
              </a:solidFill>
              <a:latin typeface="Times New Roman" panose="02020503050405090304"/>
              <a:ea typeface="Times New Roman" panose="02020503050405090304"/>
              <a:cs typeface="Times New Roman" panose="02020503050405090304"/>
            </a:endParaRPr>
          </a:p>
        </p:txBody>
      </p:sp>
      <p:sp>
        <p:nvSpPr>
          <p:cNvPr id="988" name="K̃ᴳ = Kᴳ + Cᴾ"/>
          <p:cNvSpPr>
            <a:spLocks noGrp="1"/>
          </p:cNvSpPr>
          <p:nvPr/>
        </p:nvSpPr>
        <p:spPr>
          <a:xfrm>
            <a:off x="13871639" y="20097369"/>
            <a:ext cx="1325499" cy="261366"/>
          </a:xfrm>
          <a:prstGeom prst="rect">
            <a:avLst/>
          </a:prstGeom>
          <a:noFill/>
          <a:ln w="0">
            <a:noFill/>
          </a:ln>
        </p:spPr>
        <p:txBody>
          <a:bodyPr wrap="none" lIns="0" tIns="0" rIns="0" bIns="0" anchor="ctr">
            <a:noAutofit/>
          </a:bodyPr>
          <a:lstStyle>
            <a:defPPr algn="ctr">
              <a:defRPr sz="1745" b="0" i="1">
                <a:solidFill>
                  <a:srgbClr val="315F46"/>
                </a:solidFill>
                <a:latin typeface="Times New Roman" panose="02020503050405090304"/>
                <a:ea typeface="Times New Roman" panose="02020503050405090304"/>
                <a:cs typeface="Times New Roman" panose="02020503050405090304"/>
              </a:defRPr>
            </a:defPPr>
          </a:lstStyle>
          <a:p>
            <a:pPr algn="ctr">
              <a:defRPr sz="1745" b="0" i="1">
                <a:solidFill>
                  <a:srgbClr val="315F46"/>
                </a:solidFill>
                <a:latin typeface="Times New Roman" panose="02020503050405090304"/>
                <a:ea typeface="Times New Roman" panose="02020503050405090304"/>
                <a:cs typeface="Times New Roman" panose="02020503050405090304"/>
              </a:defRPr>
            </a:pPr>
            <a:r>
              <a:rPr sz="1745" b="0" i="1">
                <a:solidFill>
                  <a:srgbClr val="315F46"/>
                </a:solidFill>
                <a:latin typeface="Times New Roman" panose="02020503050405090304"/>
                <a:ea typeface="Times New Roman" panose="02020503050405090304"/>
                <a:cs typeface="Times New Roman" panose="02020503050405090304"/>
              </a:rPr>
              <a:t>K̃ᴳ = Kᴳ + Cᴾ</a:t>
            </a:r>
            <a:endParaRPr sz="1745" b="0" i="1">
              <a:solidFill>
                <a:srgbClr val="315F46"/>
              </a:solidFill>
              <a:latin typeface="Times New Roman" panose="02020503050405090304"/>
              <a:ea typeface="Times New Roman" panose="02020503050405090304"/>
              <a:cs typeface="Times New Roman" panose="02020503050405090304"/>
            </a:endParaRPr>
          </a:p>
        </p:txBody>
      </p:sp>
      <p:sp>
        <p:nvSpPr>
          <p:cNvPr id="989" name="softmax(Qᴳ K̃ᴳᵀ / √dₕ + Mᴳ) Vᴳ"/>
          <p:cNvSpPr>
            <a:spLocks noGrp="1"/>
          </p:cNvSpPr>
          <p:nvPr/>
        </p:nvSpPr>
        <p:spPr>
          <a:xfrm>
            <a:off x="11341989" y="21394865"/>
            <a:ext cx="5115306" cy="345377"/>
          </a:xfrm>
          <a:prstGeom prst="rect">
            <a:avLst/>
          </a:prstGeom>
          <a:solidFill>
            <a:srgbClr val="D2E3D7"/>
          </a:solidFill>
          <a:ln w="15048">
            <a:solidFill>
              <a:srgbClr val="315F46"/>
            </a:solidFill>
            <a:prstDash val="solid"/>
          </a:ln>
        </p:spPr>
      </p:sp>
      <p:sp>
        <p:nvSpPr>
          <p:cNvPr id="990" name="softmax(Qᴳ K̃ᴳᵀ / √dₕ + Mᴳ) Vᴳ"/>
          <p:cNvSpPr>
            <a:spLocks noGrp="1"/>
          </p:cNvSpPr>
          <p:nvPr/>
        </p:nvSpPr>
        <p:spPr>
          <a:xfrm>
            <a:off x="11379327" y="21413534"/>
            <a:ext cx="5040630" cy="308038"/>
          </a:xfrm>
          <a:prstGeom prst="rect">
            <a:avLst/>
          </a:prstGeom>
          <a:noFill/>
          <a:ln w="0">
            <a:noFill/>
          </a:ln>
        </p:spPr>
        <p:txBody>
          <a:bodyPr wrap="none" lIns="0" tIns="0" rIns="0" bIns="0" anchor="ctr">
            <a:noAutofit/>
          </a:bodyPr>
          <a:lstStyle>
            <a:defPPr algn="ctr">
              <a:defRPr sz="2029" b="0" i="0">
                <a:solidFill>
                  <a:srgbClr val="1B1B1B"/>
                </a:solidFill>
                <a:latin typeface="Times New Roman" panose="02020503050405090304"/>
                <a:ea typeface="Times New Roman" panose="02020503050405090304"/>
                <a:cs typeface="Times New Roman" panose="02020503050405090304"/>
              </a:defRPr>
            </a:defPPr>
          </a:lstStyle>
          <a:p>
            <a:pPr algn="ctr">
              <a:defRPr sz="2029" b="0" i="0">
                <a:solidFill>
                  <a:srgbClr val="1B1B1B"/>
                </a:solidFill>
                <a:latin typeface="Times New Roman" panose="02020503050405090304"/>
                <a:ea typeface="Times New Roman" panose="02020503050405090304"/>
                <a:cs typeface="Times New Roman" panose="02020503050405090304"/>
              </a:defRPr>
            </a:pPr>
            <a:r>
              <a:rPr sz="2029" b="0" i="0">
                <a:solidFill>
                  <a:srgbClr val="1B1B1B"/>
                </a:solidFill>
                <a:latin typeface="Times New Roman" panose="02020503050405090304"/>
                <a:ea typeface="Times New Roman" panose="02020503050405090304"/>
                <a:cs typeface="Times New Roman" panose="02020503050405090304"/>
              </a:rPr>
              <a:t>softmax(Qᴳ K̃ᴳᵀ / √d</a:t>
            </a:r>
            <a:r>
              <a:rPr sz="1423" b="0" i="0" baseline="-25000">
                <a:solidFill>
                  <a:srgbClr val="1B1B1B"/>
                </a:solidFill>
                <a:latin typeface="Times New Roman" panose="02020503050405090304"/>
                <a:ea typeface="Times New Roman" panose="02020503050405090304"/>
                <a:cs typeface="Times New Roman" panose="02020503050405090304"/>
              </a:rPr>
              <a:t>h</a:t>
            </a:r>
            <a:r>
              <a:rPr sz="2029" b="0" i="0">
                <a:solidFill>
                  <a:srgbClr val="1B1B1B"/>
                </a:solidFill>
                <a:latin typeface="Times New Roman" panose="02020503050405090304"/>
                <a:ea typeface="Times New Roman" panose="02020503050405090304"/>
                <a:cs typeface="Times New Roman" panose="02020503050405090304"/>
              </a:rPr>
              <a:t> + Mᴳ) Vᴳ</a:t>
            </a:r>
            <a:endParaRPr sz="2029" b="0" i="0">
              <a:solidFill>
                <a:srgbClr val="1B1B1B"/>
              </a:solidFill>
              <a:latin typeface="Times New Roman" panose="02020503050405090304"/>
              <a:ea typeface="Times New Roman" panose="02020503050405090304"/>
              <a:cs typeface="Times New Roman" panose="02020503050405090304"/>
            </a:endParaRPr>
          </a:p>
        </p:txBody>
      </p:sp>
      <p:sp>
        <p:nvSpPr>
          <p:cNvPr id="991" name="line-624"/>
          <p:cNvSpPr>
            <a:spLocks noGrp="1"/>
          </p:cNvSpPr>
          <p:nvPr/>
        </p:nvSpPr>
        <p:spPr>
          <a:xfrm>
            <a:off x="15495842" y="21124164"/>
            <a:ext cx="93" cy="270701"/>
          </a:xfrm>
          <a:custGeom>
            <a:avLst/>
            <a:gdLst/>
            <a:ahLst/>
            <a:cxnLst/>
            <a:pathLst>
              <a:path w="95" h="276225">
                <a:moveTo>
                  <a:pt x="0" y="0"/>
                </a:moveTo>
                <a:lnTo>
                  <a:pt x="0" y="276225"/>
                </a:lnTo>
              </a:path>
            </a:pathLst>
          </a:custGeom>
          <a:noFill/>
          <a:ln w="17363">
            <a:solidFill>
              <a:srgbClr val="315F46"/>
            </a:solidFill>
            <a:prstDash val="solid"/>
          </a:ln>
        </p:spPr>
      </p:sp>
      <p:sp>
        <p:nvSpPr>
          <p:cNvPr id="992" name="line-625"/>
          <p:cNvSpPr>
            <a:spLocks noGrp="1"/>
          </p:cNvSpPr>
          <p:nvPr/>
        </p:nvSpPr>
        <p:spPr>
          <a:xfrm>
            <a:off x="15465668" y="21336907"/>
            <a:ext cx="30173" cy="57957"/>
          </a:xfrm>
          <a:custGeom>
            <a:avLst/>
            <a:gdLst/>
            <a:ahLst/>
            <a:cxnLst/>
            <a:pathLst>
              <a:path w="30789" h="59140">
                <a:moveTo>
                  <a:pt x="30789" y="59140"/>
                </a:moveTo>
                <a:lnTo>
                  <a:pt x="0" y="0"/>
                </a:lnTo>
              </a:path>
            </a:pathLst>
          </a:custGeom>
          <a:noFill/>
          <a:ln w="17363">
            <a:solidFill>
              <a:srgbClr val="315F46"/>
            </a:solidFill>
            <a:prstDash val="solid"/>
          </a:ln>
        </p:spPr>
      </p:sp>
      <p:sp>
        <p:nvSpPr>
          <p:cNvPr id="993" name="line-626"/>
          <p:cNvSpPr>
            <a:spLocks noGrp="1"/>
          </p:cNvSpPr>
          <p:nvPr/>
        </p:nvSpPr>
        <p:spPr>
          <a:xfrm>
            <a:off x="15495842" y="21336907"/>
            <a:ext cx="30173" cy="57957"/>
          </a:xfrm>
          <a:custGeom>
            <a:avLst/>
            <a:gdLst/>
            <a:ahLst/>
            <a:cxnLst/>
            <a:pathLst>
              <a:path w="30789" h="59140">
                <a:moveTo>
                  <a:pt x="0" y="59140"/>
                </a:moveTo>
                <a:lnTo>
                  <a:pt x="30789" y="0"/>
                </a:lnTo>
              </a:path>
            </a:pathLst>
          </a:custGeom>
          <a:noFill/>
          <a:ln w="17363">
            <a:solidFill>
              <a:srgbClr val="315F46"/>
            </a:solidFill>
            <a:prstDash val="solid"/>
          </a:ln>
        </p:spPr>
      </p:sp>
      <p:sp>
        <p:nvSpPr>
          <p:cNvPr id="994" name="Qᴳ, Vᴳ"/>
          <p:cNvSpPr>
            <a:spLocks noGrp="1"/>
          </p:cNvSpPr>
          <p:nvPr/>
        </p:nvSpPr>
        <p:spPr>
          <a:xfrm>
            <a:off x="10837926" y="21282851"/>
            <a:ext cx="644081" cy="224028"/>
          </a:xfrm>
          <a:prstGeom prst="rect">
            <a:avLst/>
          </a:prstGeom>
          <a:noFill/>
          <a:ln w="0">
            <a:noFill/>
          </a:ln>
        </p:spPr>
        <p:txBody>
          <a:bodyPr wrap="none" lIns="0" tIns="0" rIns="0" bIns="0" anchor="ctr">
            <a:noAutofit/>
          </a:bodyPr>
          <a:lstStyle>
            <a:defPPr algn="ctr">
              <a:defRPr sz="1562" b="0" i="0">
                <a:solidFill>
                  <a:srgbClr val="4F6678"/>
                </a:solidFill>
                <a:latin typeface="Times New Roman" panose="02020503050405090304"/>
                <a:ea typeface="Times New Roman" panose="02020503050405090304"/>
                <a:cs typeface="Times New Roman" panose="02020503050405090304"/>
              </a:defRPr>
            </a:defPPr>
          </a:lstStyle>
          <a:p>
            <a:pPr algn="ctr">
              <a:defRPr sz="1562" b="0" i="0">
                <a:solidFill>
                  <a:srgbClr val="4F6678"/>
                </a:solidFill>
                <a:latin typeface="Times New Roman" panose="02020503050405090304"/>
                <a:ea typeface="Times New Roman" panose="02020503050405090304"/>
                <a:cs typeface="Times New Roman" panose="02020503050405090304"/>
              </a:defRPr>
            </a:pPr>
            <a:r>
              <a:rPr sz="1562" b="0" i="0">
                <a:solidFill>
                  <a:srgbClr val="4F6678"/>
                </a:solidFill>
                <a:latin typeface="Times New Roman" panose="02020503050405090304"/>
                <a:ea typeface="Times New Roman" panose="02020503050405090304"/>
                <a:cs typeface="Times New Roman" panose="02020503050405090304"/>
              </a:rPr>
              <a:t>Qᴳ, Vᴳ</a:t>
            </a:r>
            <a:endParaRPr sz="1562" b="0" i="0">
              <a:solidFill>
                <a:srgbClr val="4F6678"/>
              </a:solidFill>
              <a:latin typeface="Times New Roman" panose="02020503050405090304"/>
              <a:ea typeface="Times New Roman" panose="02020503050405090304"/>
              <a:cs typeface="Times New Roman" panose="02020503050405090304"/>
            </a:endParaRPr>
          </a:p>
        </p:txBody>
      </p:sp>
      <p:sp>
        <p:nvSpPr>
          <p:cNvPr id="995" name="line-627"/>
          <p:cNvSpPr>
            <a:spLocks noGrp="1"/>
          </p:cNvSpPr>
          <p:nvPr/>
        </p:nvSpPr>
        <p:spPr>
          <a:xfrm>
            <a:off x="11173968" y="21506879"/>
            <a:ext cx="168021" cy="93"/>
          </a:xfrm>
          <a:custGeom>
            <a:avLst/>
            <a:gdLst/>
            <a:ahLst/>
            <a:cxnLst/>
            <a:pathLst>
              <a:path w="171450" h="95">
                <a:moveTo>
                  <a:pt x="0" y="0"/>
                </a:moveTo>
                <a:lnTo>
                  <a:pt x="171450" y="0"/>
                </a:lnTo>
              </a:path>
            </a:pathLst>
          </a:custGeom>
          <a:noFill/>
          <a:ln w="13890">
            <a:solidFill>
              <a:srgbClr val="5E788B"/>
            </a:solidFill>
            <a:prstDash val="solid"/>
          </a:ln>
        </p:spPr>
      </p:sp>
      <p:sp>
        <p:nvSpPr>
          <p:cNvPr id="996" name="line-628"/>
          <p:cNvSpPr>
            <a:spLocks noGrp="1"/>
          </p:cNvSpPr>
          <p:nvPr/>
        </p:nvSpPr>
        <p:spPr>
          <a:xfrm>
            <a:off x="11284032" y="21506879"/>
            <a:ext cx="57957" cy="30173"/>
          </a:xfrm>
          <a:custGeom>
            <a:avLst/>
            <a:gdLst/>
            <a:ahLst/>
            <a:cxnLst/>
            <a:pathLst>
              <a:path w="59140" h="30789">
                <a:moveTo>
                  <a:pt x="59140" y="0"/>
                </a:moveTo>
                <a:lnTo>
                  <a:pt x="0" y="30789"/>
                </a:lnTo>
              </a:path>
            </a:pathLst>
          </a:custGeom>
          <a:noFill/>
          <a:ln w="13890">
            <a:solidFill>
              <a:srgbClr val="5E788B"/>
            </a:solidFill>
            <a:prstDash val="solid"/>
          </a:ln>
        </p:spPr>
      </p:sp>
      <p:sp>
        <p:nvSpPr>
          <p:cNvPr id="997" name="line-629"/>
          <p:cNvSpPr>
            <a:spLocks noGrp="1"/>
          </p:cNvSpPr>
          <p:nvPr/>
        </p:nvSpPr>
        <p:spPr>
          <a:xfrm>
            <a:off x="11284032" y="21476705"/>
            <a:ext cx="57957" cy="30173"/>
          </a:xfrm>
          <a:custGeom>
            <a:avLst/>
            <a:gdLst/>
            <a:ahLst/>
            <a:cxnLst/>
            <a:pathLst>
              <a:path w="59140" h="30789">
                <a:moveTo>
                  <a:pt x="59140" y="30789"/>
                </a:moveTo>
                <a:lnTo>
                  <a:pt x="0" y="0"/>
                </a:lnTo>
              </a:path>
            </a:pathLst>
          </a:custGeom>
          <a:noFill/>
          <a:ln w="13890">
            <a:solidFill>
              <a:srgbClr val="5E788B"/>
            </a:solidFill>
            <a:prstDash val="solid"/>
          </a:ln>
        </p:spPr>
      </p:sp>
      <p:sp>
        <p:nvSpPr>
          <p:cNvPr id="998" name="schematic"/>
          <p:cNvSpPr>
            <a:spLocks noGrp="1"/>
          </p:cNvSpPr>
          <p:nvPr/>
        </p:nvSpPr>
        <p:spPr>
          <a:xfrm>
            <a:off x="7529989" y="17574578"/>
            <a:ext cx="1658779" cy="308610"/>
          </a:xfrm>
          <a:prstGeom prst="rect">
            <a:avLst/>
          </a:prstGeom>
          <a:noFill/>
          <a:ln w="0">
            <a:noFill/>
          </a:ln>
        </p:spPr>
        <p:txBody>
          <a:bodyPr wrap="none" lIns="0" tIns="0" rIns="0" bIns="0" anchor="ctr">
            <a:noAutofit/>
          </a:bodyPr>
          <a:lstStyle>
            <a:defPPr algn="ctr">
              <a:defRPr sz="2279" b="0" i="1">
                <a:solidFill>
                  <a:srgbClr val="5C636B"/>
                </a:solidFill>
                <a:latin typeface="Times New Roman" panose="02020503050405090304"/>
                <a:ea typeface="Times New Roman" panose="02020503050405090304"/>
                <a:cs typeface="Times New Roman" panose="02020503050405090304"/>
              </a:defRPr>
            </a:defPPr>
          </a:lstStyle>
          <a:p>
            <a:pPr algn="ctr">
              <a:defRPr sz="2279" b="0" i="1">
                <a:solidFill>
                  <a:srgbClr val="5C636B"/>
                </a:solidFill>
                <a:latin typeface="Times New Roman" panose="02020503050405090304"/>
                <a:ea typeface="Times New Roman" panose="02020503050405090304"/>
                <a:cs typeface="Times New Roman" panose="02020503050405090304"/>
              </a:defRPr>
            </a:pPr>
            <a:r>
              <a:rPr sz="2279" b="0" i="1">
                <a:solidFill>
                  <a:srgbClr val="5C636B"/>
                </a:solidFill>
                <a:latin typeface="Times New Roman" panose="02020503050405090304"/>
                <a:ea typeface="Times New Roman" panose="02020503050405090304"/>
                <a:cs typeface="Times New Roman" panose="02020503050405090304"/>
              </a:rPr>
              <a:t>schematic</a:t>
            </a:r>
            <a:endParaRPr sz="2279" b="0" i="1">
              <a:solidFill>
                <a:srgbClr val="5C636B"/>
              </a:solidFill>
              <a:latin typeface="Times New Roman" panose="02020503050405090304"/>
              <a:ea typeface="Times New Roman" panose="02020503050405090304"/>
              <a:cs typeface="Times New Roman" panose="02020503050405090304"/>
            </a:endParaRPr>
          </a:p>
        </p:txBody>
      </p:sp>
      <p:sp>
        <p:nvSpPr>
          <p:cNvPr id="999" name="Resource i*"/>
          <p:cNvSpPr>
            <a:spLocks noGrp="1"/>
          </p:cNvSpPr>
          <p:nvPr/>
        </p:nvSpPr>
        <p:spPr>
          <a:xfrm>
            <a:off x="1524953" y="18333244"/>
            <a:ext cx="1723073" cy="385763"/>
          </a:xfrm>
          <a:prstGeom prst="rect">
            <a:avLst/>
          </a:prstGeom>
          <a:noFill/>
          <a:ln w="0">
            <a:noFill/>
          </a:ln>
        </p:spPr>
        <p:txBody>
          <a:bodyPr wrap="none" lIns="0" tIns="0" rIns="0" bIns="0" anchor="ctr">
            <a:noAutofit/>
          </a:bodyPr>
          <a:lstStyle>
            <a:defPPr algn="ctr">
              <a:defRPr sz="2654" b="1" i="0">
                <a:solidFill>
                  <a:srgbClr val="315B79"/>
                </a:solidFill>
                <a:latin typeface="Times New Roman" panose="02020503050405090304"/>
                <a:ea typeface="Times New Roman" panose="02020503050405090304"/>
                <a:cs typeface="Times New Roman" panose="02020503050405090304"/>
              </a:defRPr>
            </a:defPPr>
          </a:lstStyle>
          <a:p>
            <a:pPr algn="ctr">
              <a:defRPr sz="2654" b="1" i="0">
                <a:solidFill>
                  <a:srgbClr val="315B79"/>
                </a:solidFill>
                <a:latin typeface="Times New Roman" panose="02020503050405090304"/>
                <a:ea typeface="Times New Roman" panose="02020503050405090304"/>
                <a:cs typeface="Times New Roman" panose="02020503050405090304"/>
              </a:defRPr>
            </a:pPr>
            <a:r>
              <a:rPr sz="2654" b="1" i="0">
                <a:solidFill>
                  <a:srgbClr val="315B79"/>
                </a:solidFill>
                <a:latin typeface="Times New Roman" panose="02020503050405090304"/>
                <a:ea typeface="Times New Roman" panose="02020503050405090304"/>
                <a:cs typeface="Times New Roman" panose="02020503050405090304"/>
              </a:rPr>
              <a:t>Resource i*</a:t>
            </a:r>
            <a:endParaRPr sz="2654" b="1" i="0">
              <a:solidFill>
                <a:srgbClr val="315B79"/>
              </a:solidFill>
              <a:latin typeface="Times New Roman" panose="02020503050405090304"/>
              <a:ea typeface="Times New Roman" panose="02020503050405090304"/>
              <a:cs typeface="Times New Roman" panose="02020503050405090304"/>
            </a:endParaRPr>
          </a:p>
        </p:txBody>
      </p:sp>
      <p:sp>
        <p:nvSpPr>
          <p:cNvPr id="1000" name="line-630"/>
          <p:cNvSpPr>
            <a:spLocks noGrp="1"/>
          </p:cNvSpPr>
          <p:nvPr/>
        </p:nvSpPr>
        <p:spPr>
          <a:xfrm>
            <a:off x="3389471" y="18564701"/>
            <a:ext cx="5542121" cy="128"/>
          </a:xfrm>
          <a:custGeom>
            <a:avLst/>
            <a:gdLst/>
            <a:ahLst/>
            <a:cxnLst/>
            <a:pathLst>
              <a:path w="4105275" h="95">
                <a:moveTo>
                  <a:pt x="0" y="0"/>
                </a:moveTo>
                <a:lnTo>
                  <a:pt x="4105275" y="0"/>
                </a:lnTo>
              </a:path>
            </a:pathLst>
          </a:custGeom>
          <a:noFill/>
          <a:ln w="19134">
            <a:solidFill>
              <a:srgbClr val="315B79"/>
            </a:solidFill>
            <a:prstDash val="solid"/>
          </a:ln>
        </p:spPr>
      </p:sp>
      <p:sp>
        <p:nvSpPr>
          <p:cNvPr id="1001" name="line-631"/>
          <p:cNvSpPr>
            <a:spLocks noGrp="1"/>
          </p:cNvSpPr>
          <p:nvPr/>
        </p:nvSpPr>
        <p:spPr>
          <a:xfrm>
            <a:off x="8851754" y="18564701"/>
            <a:ext cx="79839" cy="41565"/>
          </a:xfrm>
          <a:custGeom>
            <a:avLst/>
            <a:gdLst/>
            <a:ahLst/>
            <a:cxnLst/>
            <a:pathLst>
              <a:path w="59140" h="30789">
                <a:moveTo>
                  <a:pt x="59140" y="0"/>
                </a:moveTo>
                <a:lnTo>
                  <a:pt x="0" y="30789"/>
                </a:lnTo>
              </a:path>
            </a:pathLst>
          </a:custGeom>
          <a:noFill/>
          <a:ln w="19134">
            <a:solidFill>
              <a:srgbClr val="315B79"/>
            </a:solidFill>
            <a:prstDash val="solid"/>
          </a:ln>
        </p:spPr>
      </p:sp>
      <p:sp>
        <p:nvSpPr>
          <p:cNvPr id="1002" name="line-632"/>
          <p:cNvSpPr>
            <a:spLocks noGrp="1"/>
          </p:cNvSpPr>
          <p:nvPr/>
        </p:nvSpPr>
        <p:spPr>
          <a:xfrm>
            <a:off x="8851754" y="18523136"/>
            <a:ext cx="79839" cy="41565"/>
          </a:xfrm>
          <a:custGeom>
            <a:avLst/>
            <a:gdLst/>
            <a:ahLst/>
            <a:cxnLst/>
            <a:pathLst>
              <a:path w="59140" h="30789">
                <a:moveTo>
                  <a:pt x="59140" y="30789"/>
                </a:moveTo>
                <a:lnTo>
                  <a:pt x="0" y="0"/>
                </a:lnTo>
              </a:path>
            </a:pathLst>
          </a:custGeom>
          <a:noFill/>
          <a:ln w="19134">
            <a:solidFill>
              <a:srgbClr val="315B79"/>
            </a:solidFill>
            <a:prstDash val="solid"/>
          </a:ln>
        </p:spPr>
      </p:sp>
      <p:sp>
        <p:nvSpPr>
          <p:cNvPr id="1003" name="line-633"/>
          <p:cNvSpPr>
            <a:spLocks noGrp="1"/>
          </p:cNvSpPr>
          <p:nvPr/>
        </p:nvSpPr>
        <p:spPr>
          <a:xfrm>
            <a:off x="3389471" y="18487549"/>
            <a:ext cx="128" cy="154305"/>
          </a:xfrm>
          <a:custGeom>
            <a:avLst/>
            <a:gdLst/>
            <a:ahLst/>
            <a:cxnLst/>
            <a:pathLst>
              <a:path w="95" h="114300">
                <a:moveTo>
                  <a:pt x="0" y="0"/>
                </a:moveTo>
                <a:lnTo>
                  <a:pt x="0" y="114300"/>
                </a:lnTo>
              </a:path>
            </a:pathLst>
          </a:custGeom>
          <a:noFill/>
          <a:ln w="17541">
            <a:solidFill>
              <a:srgbClr val="315B79"/>
            </a:solidFill>
            <a:prstDash val="solid"/>
          </a:ln>
        </p:spPr>
      </p:sp>
      <p:sp>
        <p:nvSpPr>
          <p:cNvPr id="1004" name="line-634"/>
          <p:cNvSpPr>
            <a:spLocks noGrp="1"/>
          </p:cNvSpPr>
          <p:nvPr/>
        </p:nvSpPr>
        <p:spPr>
          <a:xfrm>
            <a:off x="4675346" y="18487549"/>
            <a:ext cx="128" cy="154305"/>
          </a:xfrm>
          <a:custGeom>
            <a:avLst/>
            <a:gdLst/>
            <a:ahLst/>
            <a:cxnLst/>
            <a:pathLst>
              <a:path w="95" h="114300">
                <a:moveTo>
                  <a:pt x="0" y="0"/>
                </a:moveTo>
                <a:lnTo>
                  <a:pt x="0" y="114300"/>
                </a:lnTo>
              </a:path>
            </a:pathLst>
          </a:custGeom>
          <a:noFill/>
          <a:ln w="17541">
            <a:solidFill>
              <a:srgbClr val="315B79"/>
            </a:solidFill>
            <a:prstDash val="solid"/>
          </a:ln>
        </p:spPr>
      </p:sp>
      <p:sp>
        <p:nvSpPr>
          <p:cNvPr id="1005" name="line-635"/>
          <p:cNvSpPr>
            <a:spLocks noGrp="1"/>
          </p:cNvSpPr>
          <p:nvPr/>
        </p:nvSpPr>
        <p:spPr>
          <a:xfrm>
            <a:off x="7247096" y="18487549"/>
            <a:ext cx="128" cy="154305"/>
          </a:xfrm>
          <a:custGeom>
            <a:avLst/>
            <a:gdLst/>
            <a:ahLst/>
            <a:cxnLst/>
            <a:pathLst>
              <a:path w="95" h="114300">
                <a:moveTo>
                  <a:pt x="0" y="0"/>
                </a:moveTo>
                <a:lnTo>
                  <a:pt x="0" y="114300"/>
                </a:lnTo>
              </a:path>
            </a:pathLst>
          </a:custGeom>
          <a:noFill/>
          <a:ln w="17541">
            <a:solidFill>
              <a:srgbClr val="315B79"/>
            </a:solidFill>
            <a:prstDash val="solid"/>
          </a:ln>
        </p:spPr>
      </p:sp>
      <p:sp>
        <p:nvSpPr>
          <p:cNvPr id="1006" name="t"/>
          <p:cNvSpPr>
            <a:spLocks noGrp="1"/>
          </p:cNvSpPr>
          <p:nvPr/>
        </p:nvSpPr>
        <p:spPr>
          <a:xfrm>
            <a:off x="3196590" y="18166080"/>
            <a:ext cx="398621" cy="308610"/>
          </a:xfrm>
          <a:prstGeom prst="rect">
            <a:avLst/>
          </a:prstGeom>
          <a:noFill/>
          <a:ln w="0">
            <a:noFill/>
          </a:ln>
        </p:spPr>
        <p:txBody>
          <a:bodyPr wrap="none" lIns="0" tIns="0" rIns="0" bIns="0" anchor="ctr">
            <a:noAutofit/>
          </a:bodyPr>
          <a:lstStyle>
            <a:defPPr algn="ctr">
              <a:defRPr sz="2404" b="0" i="1">
                <a:solidFill>
                  <a:srgbClr val="315B79"/>
                </a:solidFill>
                <a:latin typeface="Times New Roman" panose="02020503050405090304"/>
                <a:ea typeface="Times New Roman" panose="02020503050405090304"/>
                <a:cs typeface="Times New Roman" panose="02020503050405090304"/>
              </a:defRPr>
            </a:defPPr>
          </a:lstStyle>
          <a:p>
            <a:pPr algn="ctr">
              <a:defRPr sz="2404" b="0" i="1">
                <a:solidFill>
                  <a:srgbClr val="315B79"/>
                </a:solidFill>
                <a:latin typeface="Times New Roman" panose="02020503050405090304"/>
                <a:ea typeface="Times New Roman" panose="02020503050405090304"/>
                <a:cs typeface="Times New Roman" panose="02020503050405090304"/>
              </a:defRPr>
            </a:pPr>
            <a:r>
              <a:rPr sz="2404" b="0" i="1">
                <a:solidFill>
                  <a:srgbClr val="315B79"/>
                </a:solidFill>
                <a:latin typeface="Times New Roman" panose="02020503050405090304"/>
                <a:ea typeface="Times New Roman" panose="02020503050405090304"/>
                <a:cs typeface="Times New Roman" panose="02020503050405090304"/>
              </a:rPr>
              <a:t>t</a:t>
            </a:r>
            <a:endParaRPr sz="2404" b="0" i="1">
              <a:solidFill>
                <a:srgbClr val="315B79"/>
              </a:solidFill>
              <a:latin typeface="Times New Roman" panose="02020503050405090304"/>
              <a:ea typeface="Times New Roman" panose="02020503050405090304"/>
              <a:cs typeface="Times New Roman" panose="02020503050405090304"/>
            </a:endParaRPr>
          </a:p>
        </p:txBody>
      </p:sp>
      <p:sp>
        <p:nvSpPr>
          <p:cNvPr id="1007" name="t + ŝ"/>
          <p:cNvSpPr>
            <a:spLocks noGrp="1"/>
          </p:cNvSpPr>
          <p:nvPr/>
        </p:nvSpPr>
        <p:spPr>
          <a:xfrm>
            <a:off x="4251008" y="18166080"/>
            <a:ext cx="900113" cy="308610"/>
          </a:xfrm>
          <a:prstGeom prst="rect">
            <a:avLst/>
          </a:prstGeom>
          <a:noFill/>
          <a:ln w="0">
            <a:noFill/>
          </a:ln>
        </p:spPr>
        <p:txBody>
          <a:bodyPr wrap="none" lIns="0" tIns="0" rIns="0" bIns="0" anchor="ctr">
            <a:noAutofit/>
          </a:bodyPr>
          <a:lstStyle>
            <a:defPPr algn="ctr">
              <a:defRPr sz="2404" b="0" i="1">
                <a:solidFill>
                  <a:srgbClr val="315B79"/>
                </a:solidFill>
                <a:latin typeface="Times New Roman" panose="02020503050405090304"/>
                <a:ea typeface="Times New Roman" panose="02020503050405090304"/>
                <a:cs typeface="Times New Roman" panose="02020503050405090304"/>
              </a:defRPr>
            </a:defPPr>
          </a:lstStyle>
          <a:p>
            <a:pPr algn="ctr">
              <a:defRPr sz="2404" b="0" i="1">
                <a:solidFill>
                  <a:srgbClr val="315B79"/>
                </a:solidFill>
                <a:latin typeface="Times New Roman" panose="02020503050405090304"/>
                <a:ea typeface="Times New Roman" panose="02020503050405090304"/>
                <a:cs typeface="Times New Roman" panose="02020503050405090304"/>
              </a:defRPr>
            </a:pPr>
            <a:r>
              <a:rPr sz="2404" b="0" i="1">
                <a:solidFill>
                  <a:srgbClr val="315B79"/>
                </a:solidFill>
                <a:latin typeface="Times New Roman" panose="02020503050405090304"/>
                <a:ea typeface="Times New Roman" panose="02020503050405090304"/>
                <a:cs typeface="Times New Roman" panose="02020503050405090304"/>
              </a:rPr>
              <a:t>t + ŝ</a:t>
            </a:r>
            <a:endParaRPr sz="2404" b="0" i="1">
              <a:solidFill>
                <a:srgbClr val="315B79"/>
              </a:solidFill>
              <a:latin typeface="Times New Roman" panose="02020503050405090304"/>
              <a:ea typeface="Times New Roman" panose="02020503050405090304"/>
              <a:cs typeface="Times New Roman" panose="02020503050405090304"/>
            </a:endParaRPr>
          </a:p>
        </p:txBody>
      </p:sp>
      <p:sp>
        <p:nvSpPr>
          <p:cNvPr id="1008" name="t + ŝ + d̂"/>
          <p:cNvSpPr>
            <a:spLocks noGrp="1"/>
          </p:cNvSpPr>
          <p:nvPr/>
        </p:nvSpPr>
        <p:spPr>
          <a:xfrm>
            <a:off x="6655594" y="18166080"/>
            <a:ext cx="1337310" cy="308610"/>
          </a:xfrm>
          <a:prstGeom prst="rect">
            <a:avLst/>
          </a:prstGeom>
          <a:noFill/>
          <a:ln w="0">
            <a:noFill/>
          </a:ln>
        </p:spPr>
        <p:txBody>
          <a:bodyPr wrap="none" lIns="0" tIns="0" rIns="0" bIns="0" anchor="ctr">
            <a:noAutofit/>
          </a:bodyPr>
          <a:lstStyle>
            <a:defPPr algn="ctr">
              <a:defRPr sz="2404" b="0" i="1">
                <a:solidFill>
                  <a:srgbClr val="315B79"/>
                </a:solidFill>
                <a:latin typeface="Times New Roman" panose="02020503050405090304"/>
                <a:ea typeface="Times New Roman" panose="02020503050405090304"/>
                <a:cs typeface="Times New Roman" panose="02020503050405090304"/>
              </a:defRPr>
            </a:defPPr>
          </a:lstStyle>
          <a:p>
            <a:pPr algn="ctr">
              <a:defRPr sz="2404" b="0" i="1">
                <a:solidFill>
                  <a:srgbClr val="315B79"/>
                </a:solidFill>
                <a:latin typeface="Times New Roman" panose="02020503050405090304"/>
                <a:ea typeface="Times New Roman" panose="02020503050405090304"/>
                <a:cs typeface="Times New Roman" panose="02020503050405090304"/>
              </a:defRPr>
            </a:pPr>
            <a:r>
              <a:rPr sz="2404" b="0" i="1">
                <a:solidFill>
                  <a:srgbClr val="315B79"/>
                </a:solidFill>
                <a:latin typeface="Times New Roman" panose="02020503050405090304"/>
                <a:ea typeface="Times New Roman" panose="02020503050405090304"/>
                <a:cs typeface="Times New Roman" panose="02020503050405090304"/>
              </a:rPr>
              <a:t>t + ŝ + d̂</a:t>
            </a:r>
            <a:endParaRPr sz="2404" b="0" i="1">
              <a:solidFill>
                <a:srgbClr val="315B79"/>
              </a:solidFill>
              <a:latin typeface="Times New Roman" panose="02020503050405090304"/>
              <a:ea typeface="Times New Roman" panose="02020503050405090304"/>
              <a:cs typeface="Times New Roman" panose="02020503050405090304"/>
            </a:endParaRPr>
          </a:p>
        </p:txBody>
      </p:sp>
      <p:sp>
        <p:nvSpPr>
          <p:cNvPr id="1009" name="State"/>
          <p:cNvSpPr>
            <a:spLocks noGrp="1"/>
          </p:cNvSpPr>
          <p:nvPr/>
        </p:nvSpPr>
        <p:spPr>
          <a:xfrm>
            <a:off x="1550670" y="18963323"/>
            <a:ext cx="1555909" cy="347186"/>
          </a:xfrm>
          <a:prstGeom prst="rect">
            <a:avLst/>
          </a:prstGeom>
          <a:noFill/>
          <a:ln w="0">
            <a:noFill/>
          </a:ln>
        </p:spPr>
        <p:txBody>
          <a:bodyPr wrap="none" lIns="0" tIns="0" rIns="0" bIns="0" anchor="ctr">
            <a:noAutofit/>
          </a:bodyPr>
          <a:lstStyle>
            <a:defPPr algn="ctr">
              <a:defRPr sz="2430" b="0" i="0">
                <a:solidFill>
                  <a:srgbClr val="315B79"/>
                </a:solidFill>
                <a:latin typeface="Times New Roman" panose="02020503050405090304"/>
                <a:ea typeface="Times New Roman" panose="02020503050405090304"/>
                <a:cs typeface="Times New Roman" panose="02020503050405090304"/>
              </a:defRPr>
            </a:defPPr>
          </a:lstStyle>
          <a:p>
            <a:pPr algn="ctr">
              <a:defRPr sz="2430" b="0" i="0">
                <a:solidFill>
                  <a:srgbClr val="315B79"/>
                </a:solidFill>
                <a:latin typeface="Times New Roman" panose="02020503050405090304"/>
                <a:ea typeface="Times New Roman" panose="02020503050405090304"/>
                <a:cs typeface="Times New Roman" panose="02020503050405090304"/>
              </a:defRPr>
            </a:pPr>
            <a:r>
              <a:rPr sz="2430" b="0" i="0">
                <a:solidFill>
                  <a:srgbClr val="315B79"/>
                </a:solidFill>
                <a:latin typeface="Times New Roman" panose="02020503050405090304"/>
                <a:ea typeface="Times New Roman" panose="02020503050405090304"/>
                <a:cs typeface="Times New Roman" panose="02020503050405090304"/>
              </a:rPr>
              <a:t>State</a:t>
            </a:r>
            <a:endParaRPr sz="2430" b="0" i="0">
              <a:solidFill>
                <a:srgbClr val="315B79"/>
              </a:solidFill>
              <a:latin typeface="Times New Roman" panose="02020503050405090304"/>
              <a:ea typeface="Times New Roman" panose="02020503050405090304"/>
              <a:cs typeface="Times New Roman" panose="02020503050405090304"/>
            </a:endParaRPr>
          </a:p>
        </p:txBody>
      </p:sp>
      <p:sp>
        <p:nvSpPr>
          <p:cNvPr id="1010" name="Predicted occupancy cell"/>
          <p:cNvSpPr>
            <a:spLocks noGrp="1"/>
          </p:cNvSpPr>
          <p:nvPr/>
        </p:nvSpPr>
        <p:spPr>
          <a:xfrm>
            <a:off x="3389471" y="18950464"/>
            <a:ext cx="244316" cy="347186"/>
          </a:xfrm>
          <a:prstGeom prst="rect">
            <a:avLst/>
          </a:prstGeom>
          <a:solidFill>
            <a:srgbClr val="E1E7EB"/>
          </a:solidFill>
          <a:ln w="9002">
            <a:solidFill>
              <a:srgbClr val="FFFFFF"/>
            </a:solidFill>
            <a:prstDash val="solid"/>
          </a:ln>
        </p:spPr>
      </p:sp>
      <p:sp>
        <p:nvSpPr>
          <p:cNvPr id="1011" name="Predicted occupancy cell"/>
          <p:cNvSpPr>
            <a:spLocks noGrp="1"/>
          </p:cNvSpPr>
          <p:nvPr/>
        </p:nvSpPr>
        <p:spPr>
          <a:xfrm>
            <a:off x="3646646" y="18950464"/>
            <a:ext cx="244316" cy="347186"/>
          </a:xfrm>
          <a:prstGeom prst="rect">
            <a:avLst/>
          </a:prstGeom>
          <a:solidFill>
            <a:srgbClr val="E1E7EB"/>
          </a:solidFill>
          <a:ln w="9002">
            <a:solidFill>
              <a:srgbClr val="FFFFFF"/>
            </a:solidFill>
            <a:prstDash val="solid"/>
          </a:ln>
        </p:spPr>
      </p:sp>
      <p:sp>
        <p:nvSpPr>
          <p:cNvPr id="1012" name="Predicted occupancy cell"/>
          <p:cNvSpPr>
            <a:spLocks noGrp="1"/>
          </p:cNvSpPr>
          <p:nvPr/>
        </p:nvSpPr>
        <p:spPr>
          <a:xfrm>
            <a:off x="3903821" y="18950464"/>
            <a:ext cx="244316" cy="347186"/>
          </a:xfrm>
          <a:prstGeom prst="rect">
            <a:avLst/>
          </a:prstGeom>
          <a:solidFill>
            <a:srgbClr val="E1E7EB"/>
          </a:solidFill>
          <a:ln w="9002">
            <a:solidFill>
              <a:srgbClr val="FFFFFF"/>
            </a:solidFill>
            <a:prstDash val="solid"/>
          </a:ln>
        </p:spPr>
      </p:sp>
      <p:sp>
        <p:nvSpPr>
          <p:cNvPr id="1013" name="Predicted occupancy cell"/>
          <p:cNvSpPr>
            <a:spLocks noGrp="1"/>
          </p:cNvSpPr>
          <p:nvPr/>
        </p:nvSpPr>
        <p:spPr>
          <a:xfrm>
            <a:off x="4160996" y="18950464"/>
            <a:ext cx="244316" cy="347186"/>
          </a:xfrm>
          <a:prstGeom prst="rect">
            <a:avLst/>
          </a:prstGeom>
          <a:solidFill>
            <a:srgbClr val="E1E7EB"/>
          </a:solidFill>
          <a:ln w="9002">
            <a:solidFill>
              <a:srgbClr val="FFFFFF"/>
            </a:solidFill>
            <a:prstDash val="solid"/>
          </a:ln>
        </p:spPr>
      </p:sp>
      <p:sp>
        <p:nvSpPr>
          <p:cNvPr id="1014" name="Predicted occupancy cell"/>
          <p:cNvSpPr>
            <a:spLocks noGrp="1"/>
          </p:cNvSpPr>
          <p:nvPr/>
        </p:nvSpPr>
        <p:spPr>
          <a:xfrm>
            <a:off x="4418171" y="18950464"/>
            <a:ext cx="244316" cy="347186"/>
          </a:xfrm>
          <a:prstGeom prst="rect">
            <a:avLst/>
          </a:prstGeom>
          <a:solidFill>
            <a:srgbClr val="E1E7EB"/>
          </a:solidFill>
          <a:ln w="9002">
            <a:solidFill>
              <a:srgbClr val="FFFFFF"/>
            </a:solidFill>
            <a:prstDash val="solid"/>
          </a:ln>
        </p:spPr>
      </p:sp>
      <p:sp>
        <p:nvSpPr>
          <p:cNvPr id="1015" name="Predicted occupancy cell"/>
          <p:cNvSpPr>
            <a:spLocks noGrp="1"/>
          </p:cNvSpPr>
          <p:nvPr/>
        </p:nvSpPr>
        <p:spPr>
          <a:xfrm>
            <a:off x="4675346" y="18950464"/>
            <a:ext cx="244316" cy="347186"/>
          </a:xfrm>
          <a:prstGeom prst="rect">
            <a:avLst/>
          </a:prstGeom>
          <a:solidFill>
            <a:srgbClr val="315F46"/>
          </a:solidFill>
          <a:ln w="9002">
            <a:solidFill>
              <a:srgbClr val="FFFFFF"/>
            </a:solidFill>
            <a:prstDash val="solid"/>
          </a:ln>
        </p:spPr>
      </p:sp>
      <p:sp>
        <p:nvSpPr>
          <p:cNvPr id="1016" name="Predicted occupancy cell"/>
          <p:cNvSpPr>
            <a:spLocks noGrp="1"/>
          </p:cNvSpPr>
          <p:nvPr/>
        </p:nvSpPr>
        <p:spPr>
          <a:xfrm>
            <a:off x="4932521" y="18950464"/>
            <a:ext cx="244316" cy="347186"/>
          </a:xfrm>
          <a:prstGeom prst="rect">
            <a:avLst/>
          </a:prstGeom>
          <a:solidFill>
            <a:srgbClr val="315F46"/>
          </a:solidFill>
          <a:ln w="9002">
            <a:solidFill>
              <a:srgbClr val="FFFFFF"/>
            </a:solidFill>
            <a:prstDash val="solid"/>
          </a:ln>
        </p:spPr>
      </p:sp>
      <p:sp>
        <p:nvSpPr>
          <p:cNvPr id="1017" name="Predicted occupancy cell"/>
          <p:cNvSpPr>
            <a:spLocks noGrp="1"/>
          </p:cNvSpPr>
          <p:nvPr/>
        </p:nvSpPr>
        <p:spPr>
          <a:xfrm>
            <a:off x="5189696" y="18950464"/>
            <a:ext cx="244316" cy="347186"/>
          </a:xfrm>
          <a:prstGeom prst="rect">
            <a:avLst/>
          </a:prstGeom>
          <a:solidFill>
            <a:srgbClr val="315F46"/>
          </a:solidFill>
          <a:ln w="9002">
            <a:solidFill>
              <a:srgbClr val="FFFFFF"/>
            </a:solidFill>
            <a:prstDash val="solid"/>
          </a:ln>
        </p:spPr>
      </p:sp>
      <p:sp>
        <p:nvSpPr>
          <p:cNvPr id="1018" name="Predicted occupancy cell"/>
          <p:cNvSpPr>
            <a:spLocks noGrp="1"/>
          </p:cNvSpPr>
          <p:nvPr/>
        </p:nvSpPr>
        <p:spPr>
          <a:xfrm>
            <a:off x="5446871" y="18950464"/>
            <a:ext cx="244316" cy="347186"/>
          </a:xfrm>
          <a:prstGeom prst="rect">
            <a:avLst/>
          </a:prstGeom>
          <a:solidFill>
            <a:srgbClr val="315F46"/>
          </a:solidFill>
          <a:ln w="9002">
            <a:solidFill>
              <a:srgbClr val="FFFFFF"/>
            </a:solidFill>
            <a:prstDash val="solid"/>
          </a:ln>
        </p:spPr>
      </p:sp>
      <p:sp>
        <p:nvSpPr>
          <p:cNvPr id="1019" name="Predicted occupancy cell"/>
          <p:cNvSpPr>
            <a:spLocks noGrp="1"/>
          </p:cNvSpPr>
          <p:nvPr/>
        </p:nvSpPr>
        <p:spPr>
          <a:xfrm>
            <a:off x="5704046" y="18950464"/>
            <a:ext cx="244316" cy="347186"/>
          </a:xfrm>
          <a:prstGeom prst="rect">
            <a:avLst/>
          </a:prstGeom>
          <a:solidFill>
            <a:srgbClr val="315F46"/>
          </a:solidFill>
          <a:ln w="9002">
            <a:solidFill>
              <a:srgbClr val="FFFFFF"/>
            </a:solidFill>
            <a:prstDash val="solid"/>
          </a:ln>
        </p:spPr>
      </p:sp>
      <p:sp>
        <p:nvSpPr>
          <p:cNvPr id="1020" name="Predicted occupancy cell"/>
          <p:cNvSpPr>
            <a:spLocks noGrp="1"/>
          </p:cNvSpPr>
          <p:nvPr/>
        </p:nvSpPr>
        <p:spPr>
          <a:xfrm>
            <a:off x="5961221" y="18950464"/>
            <a:ext cx="244316" cy="347186"/>
          </a:xfrm>
          <a:prstGeom prst="rect">
            <a:avLst/>
          </a:prstGeom>
          <a:solidFill>
            <a:srgbClr val="315F46"/>
          </a:solidFill>
          <a:ln w="9002">
            <a:solidFill>
              <a:srgbClr val="FFFFFF"/>
            </a:solidFill>
            <a:prstDash val="solid"/>
          </a:ln>
        </p:spPr>
      </p:sp>
      <p:sp>
        <p:nvSpPr>
          <p:cNvPr id="1021" name="Predicted occupancy cell"/>
          <p:cNvSpPr>
            <a:spLocks noGrp="1"/>
          </p:cNvSpPr>
          <p:nvPr/>
        </p:nvSpPr>
        <p:spPr>
          <a:xfrm>
            <a:off x="6218396" y="18950464"/>
            <a:ext cx="244316" cy="347186"/>
          </a:xfrm>
          <a:prstGeom prst="rect">
            <a:avLst/>
          </a:prstGeom>
          <a:solidFill>
            <a:srgbClr val="315F46"/>
          </a:solidFill>
          <a:ln w="9002">
            <a:solidFill>
              <a:srgbClr val="FFFFFF"/>
            </a:solidFill>
            <a:prstDash val="solid"/>
          </a:ln>
        </p:spPr>
      </p:sp>
      <p:sp>
        <p:nvSpPr>
          <p:cNvPr id="1022" name="Predicted occupancy cell"/>
          <p:cNvSpPr>
            <a:spLocks noGrp="1"/>
          </p:cNvSpPr>
          <p:nvPr/>
        </p:nvSpPr>
        <p:spPr>
          <a:xfrm>
            <a:off x="6475571" y="18950464"/>
            <a:ext cx="244316" cy="347186"/>
          </a:xfrm>
          <a:prstGeom prst="rect">
            <a:avLst/>
          </a:prstGeom>
          <a:solidFill>
            <a:srgbClr val="315F46"/>
          </a:solidFill>
          <a:ln w="9002">
            <a:solidFill>
              <a:srgbClr val="FFFFFF"/>
            </a:solidFill>
            <a:prstDash val="solid"/>
          </a:ln>
        </p:spPr>
      </p:sp>
      <p:sp>
        <p:nvSpPr>
          <p:cNvPr id="1023" name="Predicted occupancy cell"/>
          <p:cNvSpPr>
            <a:spLocks noGrp="1"/>
          </p:cNvSpPr>
          <p:nvPr/>
        </p:nvSpPr>
        <p:spPr>
          <a:xfrm>
            <a:off x="6732746" y="18950464"/>
            <a:ext cx="244316" cy="347186"/>
          </a:xfrm>
          <a:prstGeom prst="rect">
            <a:avLst/>
          </a:prstGeom>
          <a:solidFill>
            <a:srgbClr val="315F46"/>
          </a:solidFill>
          <a:ln w="9002">
            <a:solidFill>
              <a:srgbClr val="FFFFFF"/>
            </a:solidFill>
            <a:prstDash val="solid"/>
          </a:ln>
        </p:spPr>
      </p:sp>
      <p:sp>
        <p:nvSpPr>
          <p:cNvPr id="1024" name="Predicted occupancy cell"/>
          <p:cNvSpPr>
            <a:spLocks noGrp="1"/>
          </p:cNvSpPr>
          <p:nvPr/>
        </p:nvSpPr>
        <p:spPr>
          <a:xfrm>
            <a:off x="6989921" y="18950464"/>
            <a:ext cx="244316" cy="347186"/>
          </a:xfrm>
          <a:prstGeom prst="rect">
            <a:avLst/>
          </a:prstGeom>
          <a:solidFill>
            <a:srgbClr val="315F46"/>
          </a:solidFill>
          <a:ln w="9002">
            <a:solidFill>
              <a:srgbClr val="FFFFFF"/>
            </a:solidFill>
            <a:prstDash val="solid"/>
          </a:ln>
        </p:spPr>
      </p:sp>
      <p:sp>
        <p:nvSpPr>
          <p:cNvPr id="1025" name="Predicted occupancy cell"/>
          <p:cNvSpPr>
            <a:spLocks noGrp="1"/>
          </p:cNvSpPr>
          <p:nvPr/>
        </p:nvSpPr>
        <p:spPr>
          <a:xfrm>
            <a:off x="7247096" y="18950464"/>
            <a:ext cx="244316" cy="347186"/>
          </a:xfrm>
          <a:prstGeom prst="rect">
            <a:avLst/>
          </a:prstGeom>
          <a:solidFill>
            <a:srgbClr val="E1E7EB"/>
          </a:solidFill>
          <a:ln w="9002">
            <a:solidFill>
              <a:srgbClr val="FFFFFF"/>
            </a:solidFill>
            <a:prstDash val="solid"/>
          </a:ln>
        </p:spPr>
      </p:sp>
      <p:sp>
        <p:nvSpPr>
          <p:cNvPr id="1026" name="Predicted occupancy cell"/>
          <p:cNvSpPr>
            <a:spLocks noGrp="1"/>
          </p:cNvSpPr>
          <p:nvPr/>
        </p:nvSpPr>
        <p:spPr>
          <a:xfrm>
            <a:off x="7504271" y="18950464"/>
            <a:ext cx="244316" cy="347186"/>
          </a:xfrm>
          <a:prstGeom prst="rect">
            <a:avLst/>
          </a:prstGeom>
          <a:solidFill>
            <a:srgbClr val="E1E7EB"/>
          </a:solidFill>
          <a:ln w="9002">
            <a:solidFill>
              <a:srgbClr val="FFFFFF"/>
            </a:solidFill>
            <a:prstDash val="solid"/>
          </a:ln>
        </p:spPr>
      </p:sp>
      <p:sp>
        <p:nvSpPr>
          <p:cNvPr id="1027" name="Predicted occupancy cell"/>
          <p:cNvSpPr>
            <a:spLocks noGrp="1"/>
          </p:cNvSpPr>
          <p:nvPr/>
        </p:nvSpPr>
        <p:spPr>
          <a:xfrm>
            <a:off x="7761446" y="18950464"/>
            <a:ext cx="244316" cy="347186"/>
          </a:xfrm>
          <a:prstGeom prst="rect">
            <a:avLst/>
          </a:prstGeom>
          <a:solidFill>
            <a:srgbClr val="E1E7EB"/>
          </a:solidFill>
          <a:ln w="9002">
            <a:solidFill>
              <a:srgbClr val="FFFFFF"/>
            </a:solidFill>
            <a:prstDash val="solid"/>
          </a:ln>
        </p:spPr>
      </p:sp>
      <p:sp>
        <p:nvSpPr>
          <p:cNvPr id="1028" name="Predicted occupancy cell"/>
          <p:cNvSpPr>
            <a:spLocks noGrp="1"/>
          </p:cNvSpPr>
          <p:nvPr/>
        </p:nvSpPr>
        <p:spPr>
          <a:xfrm>
            <a:off x="8018621" y="18950464"/>
            <a:ext cx="244316" cy="347186"/>
          </a:xfrm>
          <a:prstGeom prst="rect">
            <a:avLst/>
          </a:prstGeom>
          <a:solidFill>
            <a:srgbClr val="E1E7EB"/>
          </a:solidFill>
          <a:ln w="9002">
            <a:solidFill>
              <a:srgbClr val="FFFFFF"/>
            </a:solidFill>
            <a:prstDash val="solid"/>
          </a:ln>
        </p:spPr>
      </p:sp>
      <p:sp>
        <p:nvSpPr>
          <p:cNvPr id="1029" name="Predicted occupancy cell"/>
          <p:cNvSpPr>
            <a:spLocks noGrp="1"/>
          </p:cNvSpPr>
          <p:nvPr/>
        </p:nvSpPr>
        <p:spPr>
          <a:xfrm>
            <a:off x="8275796" y="18950464"/>
            <a:ext cx="244316" cy="347186"/>
          </a:xfrm>
          <a:prstGeom prst="rect">
            <a:avLst/>
          </a:prstGeom>
          <a:solidFill>
            <a:srgbClr val="E1E7EB"/>
          </a:solidFill>
          <a:ln w="9002">
            <a:solidFill>
              <a:srgbClr val="FFFFFF"/>
            </a:solidFill>
            <a:prstDash val="solid"/>
          </a:ln>
        </p:spPr>
      </p:sp>
      <p:sp>
        <p:nvSpPr>
          <p:cNvPr id="1030" name="Predicted occupancy cell"/>
          <p:cNvSpPr>
            <a:spLocks noGrp="1"/>
          </p:cNvSpPr>
          <p:nvPr/>
        </p:nvSpPr>
        <p:spPr>
          <a:xfrm>
            <a:off x="8532971" y="18950464"/>
            <a:ext cx="244316" cy="347186"/>
          </a:xfrm>
          <a:prstGeom prst="rect">
            <a:avLst/>
          </a:prstGeom>
          <a:solidFill>
            <a:srgbClr val="E1E7EB"/>
          </a:solidFill>
          <a:ln w="9002">
            <a:solidFill>
              <a:srgbClr val="FFFFFF"/>
            </a:solidFill>
            <a:prstDash val="solid"/>
          </a:ln>
        </p:spPr>
      </p:sp>
      <p:sp>
        <p:nvSpPr>
          <p:cNvPr id="1031" name="line-636"/>
          <p:cNvSpPr>
            <a:spLocks noGrp="1"/>
          </p:cNvSpPr>
          <p:nvPr/>
        </p:nvSpPr>
        <p:spPr>
          <a:xfrm>
            <a:off x="4675346" y="18667571"/>
            <a:ext cx="128" cy="1002983"/>
          </a:xfrm>
          <a:custGeom>
            <a:avLst/>
            <a:gdLst/>
            <a:ahLst/>
            <a:cxnLst/>
            <a:pathLst>
              <a:path w="95" h="742950">
                <a:moveTo>
                  <a:pt x="0" y="0"/>
                </a:moveTo>
                <a:lnTo>
                  <a:pt x="0" y="742950"/>
                </a:lnTo>
              </a:path>
            </a:pathLst>
          </a:custGeom>
          <a:noFill/>
          <a:ln w="12859">
            <a:solidFill>
              <a:srgbClr val="315F46"/>
            </a:solidFill>
            <a:prstDash val="dash"/>
          </a:ln>
        </p:spPr>
      </p:sp>
      <p:sp>
        <p:nvSpPr>
          <p:cNvPr id="1032" name="line-637"/>
          <p:cNvSpPr>
            <a:spLocks noGrp="1"/>
          </p:cNvSpPr>
          <p:nvPr/>
        </p:nvSpPr>
        <p:spPr>
          <a:xfrm>
            <a:off x="7247096" y="18667571"/>
            <a:ext cx="128" cy="1002983"/>
          </a:xfrm>
          <a:custGeom>
            <a:avLst/>
            <a:gdLst/>
            <a:ahLst/>
            <a:cxnLst/>
            <a:pathLst>
              <a:path w="95" h="742950">
                <a:moveTo>
                  <a:pt x="0" y="0"/>
                </a:moveTo>
                <a:lnTo>
                  <a:pt x="0" y="742950"/>
                </a:lnTo>
              </a:path>
            </a:pathLst>
          </a:custGeom>
          <a:noFill/>
          <a:ln w="12859">
            <a:solidFill>
              <a:srgbClr val="315F46"/>
            </a:solidFill>
            <a:prstDash val="dash"/>
          </a:ln>
        </p:spPr>
      </p:sp>
      <p:sp>
        <p:nvSpPr>
          <p:cNvPr id="1033" name="line-638"/>
          <p:cNvSpPr>
            <a:spLocks noGrp="1"/>
          </p:cNvSpPr>
          <p:nvPr/>
        </p:nvSpPr>
        <p:spPr>
          <a:xfrm>
            <a:off x="4675346" y="19631978"/>
            <a:ext cx="2571750" cy="128"/>
          </a:xfrm>
          <a:custGeom>
            <a:avLst/>
            <a:gdLst/>
            <a:ahLst/>
            <a:cxnLst/>
            <a:pathLst>
              <a:path w="1905000" h="95">
                <a:moveTo>
                  <a:pt x="0" y="0"/>
                </a:moveTo>
                <a:lnTo>
                  <a:pt x="1905000" y="0"/>
                </a:lnTo>
              </a:path>
            </a:pathLst>
          </a:custGeom>
          <a:noFill/>
          <a:ln w="23918">
            <a:solidFill>
              <a:srgbClr val="315F46"/>
            </a:solidFill>
            <a:prstDash val="solid"/>
          </a:ln>
        </p:spPr>
      </p:sp>
      <p:sp>
        <p:nvSpPr>
          <p:cNvPr id="1034" name="line-639"/>
          <p:cNvSpPr>
            <a:spLocks noGrp="1"/>
          </p:cNvSpPr>
          <p:nvPr/>
        </p:nvSpPr>
        <p:spPr>
          <a:xfrm>
            <a:off x="4675346" y="19554825"/>
            <a:ext cx="128" cy="154305"/>
          </a:xfrm>
          <a:custGeom>
            <a:avLst/>
            <a:gdLst/>
            <a:ahLst/>
            <a:cxnLst/>
            <a:pathLst>
              <a:path w="95" h="114300">
                <a:moveTo>
                  <a:pt x="0" y="0"/>
                </a:moveTo>
                <a:lnTo>
                  <a:pt x="0" y="114300"/>
                </a:lnTo>
              </a:path>
            </a:pathLst>
          </a:custGeom>
          <a:noFill/>
          <a:ln w="23918">
            <a:solidFill>
              <a:srgbClr val="315F46"/>
            </a:solidFill>
            <a:prstDash val="solid"/>
          </a:ln>
        </p:spPr>
      </p:sp>
      <p:sp>
        <p:nvSpPr>
          <p:cNvPr id="1035" name="line-640"/>
          <p:cNvSpPr>
            <a:spLocks noGrp="1"/>
          </p:cNvSpPr>
          <p:nvPr/>
        </p:nvSpPr>
        <p:spPr>
          <a:xfrm>
            <a:off x="7247096" y="19554825"/>
            <a:ext cx="128" cy="154305"/>
          </a:xfrm>
          <a:custGeom>
            <a:avLst/>
            <a:gdLst/>
            <a:ahLst/>
            <a:cxnLst/>
            <a:pathLst>
              <a:path w="95" h="114300">
                <a:moveTo>
                  <a:pt x="0" y="0"/>
                </a:moveTo>
                <a:lnTo>
                  <a:pt x="0" y="114300"/>
                </a:lnTo>
              </a:path>
            </a:pathLst>
          </a:custGeom>
          <a:noFill/>
          <a:ln w="23918">
            <a:solidFill>
              <a:srgbClr val="315F46"/>
            </a:solidFill>
            <a:prstDash val="solid"/>
          </a:ln>
        </p:spPr>
      </p:sp>
      <p:sp>
        <p:nvSpPr>
          <p:cNvPr id="1036" name="Occurrence ŵ"/>
          <p:cNvSpPr>
            <a:spLocks noGrp="1"/>
          </p:cNvSpPr>
          <p:nvPr/>
        </p:nvSpPr>
        <p:spPr>
          <a:xfrm>
            <a:off x="1524953" y="19709130"/>
            <a:ext cx="2121694" cy="360045"/>
          </a:xfrm>
          <a:prstGeom prst="rect">
            <a:avLst/>
          </a:prstGeom>
          <a:noFill/>
          <a:ln w="0">
            <a:noFill/>
          </a:ln>
        </p:spPr>
        <p:txBody>
          <a:bodyPr wrap="none" lIns="0" tIns="0" rIns="0" bIns="0" anchor="ctr">
            <a:noAutofit/>
          </a:bodyPr>
          <a:lstStyle>
            <a:defPPr algn="ctr">
              <a:defRPr sz="2430" b="0" i="0">
                <a:solidFill>
                  <a:srgbClr val="315B79"/>
                </a:solidFill>
                <a:latin typeface="Times New Roman" panose="02020503050405090304"/>
                <a:ea typeface="Times New Roman" panose="02020503050405090304"/>
                <a:cs typeface="Times New Roman" panose="02020503050405090304"/>
              </a:defRPr>
            </a:defPPr>
          </a:lstStyle>
          <a:p>
            <a:pPr algn="ctr">
              <a:defRPr sz="2430" b="0" i="0">
                <a:solidFill>
                  <a:srgbClr val="315B79"/>
                </a:solidFill>
                <a:latin typeface="Times New Roman" panose="02020503050405090304"/>
                <a:ea typeface="Times New Roman" panose="02020503050405090304"/>
                <a:cs typeface="Times New Roman" panose="02020503050405090304"/>
              </a:defRPr>
            </a:pPr>
            <a:r>
              <a:rPr sz="2430" b="0" i="0">
                <a:solidFill>
                  <a:srgbClr val="315B79"/>
                </a:solidFill>
                <a:latin typeface="Times New Roman" panose="02020503050405090304"/>
                <a:ea typeface="Times New Roman" panose="02020503050405090304"/>
                <a:cs typeface="Times New Roman" panose="02020503050405090304"/>
              </a:rPr>
              <a:t>Occurrence ŵ</a:t>
            </a:r>
            <a:endParaRPr sz="2430" b="0" i="0">
              <a:solidFill>
                <a:srgbClr val="315B79"/>
              </a:solidFill>
              <a:latin typeface="Times New Roman" panose="02020503050405090304"/>
              <a:ea typeface="Times New Roman" panose="02020503050405090304"/>
              <a:cs typeface="Times New Roman" panose="02020503050405090304"/>
            </a:endParaRPr>
          </a:p>
        </p:txBody>
      </p:sp>
      <p:sp>
        <p:nvSpPr>
          <p:cNvPr id="1037" name="Duration d̂"/>
          <p:cNvSpPr>
            <a:spLocks noGrp="1"/>
          </p:cNvSpPr>
          <p:nvPr/>
        </p:nvSpPr>
        <p:spPr>
          <a:xfrm>
            <a:off x="4701064" y="19709130"/>
            <a:ext cx="2546033" cy="372904"/>
          </a:xfrm>
          <a:prstGeom prst="rect">
            <a:avLst/>
          </a:prstGeom>
          <a:noFill/>
          <a:ln w="0">
            <a:noFill/>
          </a:ln>
        </p:spPr>
        <p:txBody>
          <a:bodyPr wrap="none" lIns="0" tIns="0" rIns="0" bIns="0" anchor="ctr">
            <a:noAutofit/>
          </a:bodyPr>
          <a:lstStyle>
            <a:defPPr algn="ctr">
              <a:defRPr sz="2673" b="0" i="0">
                <a:solidFill>
                  <a:srgbClr val="315F46"/>
                </a:solidFill>
                <a:latin typeface="Times New Roman" panose="02020503050405090304"/>
                <a:ea typeface="Times New Roman" panose="02020503050405090304"/>
                <a:cs typeface="Times New Roman" panose="02020503050405090304"/>
              </a:defRPr>
            </a:defPPr>
          </a:lstStyle>
          <a:p>
            <a:pPr algn="ctr">
              <a:defRPr sz="2673" b="0" i="0">
                <a:solidFill>
                  <a:srgbClr val="315F46"/>
                </a:solidFill>
                <a:latin typeface="Times New Roman" panose="02020503050405090304"/>
                <a:ea typeface="Times New Roman" panose="02020503050405090304"/>
                <a:cs typeface="Times New Roman" panose="02020503050405090304"/>
              </a:defRPr>
            </a:pPr>
            <a:r>
              <a:rPr sz="2673" b="0" i="0">
                <a:solidFill>
                  <a:srgbClr val="315F46"/>
                </a:solidFill>
                <a:latin typeface="Times New Roman" panose="02020503050405090304"/>
                <a:ea typeface="Times New Roman" panose="02020503050405090304"/>
                <a:cs typeface="Times New Roman" panose="02020503050405090304"/>
              </a:rPr>
              <a:t>Duration d̂</a:t>
            </a:r>
            <a:endParaRPr sz="2673" b="0" i="0">
              <a:solidFill>
                <a:srgbClr val="315F46"/>
              </a:solidFill>
              <a:latin typeface="Times New Roman" panose="02020503050405090304"/>
              <a:ea typeface="Times New Roman" panose="02020503050405090304"/>
              <a:cs typeface="Times New Roman" panose="02020503050405090304"/>
            </a:endParaRPr>
          </a:p>
        </p:txBody>
      </p:sp>
      <p:sp>
        <p:nvSpPr>
          <p:cNvPr id="1038" name="Onset ŝ"/>
          <p:cNvSpPr>
            <a:spLocks noGrp="1"/>
          </p:cNvSpPr>
          <p:nvPr/>
        </p:nvSpPr>
        <p:spPr>
          <a:xfrm>
            <a:off x="4135279" y="19361944"/>
            <a:ext cx="1105853" cy="308610"/>
          </a:xfrm>
          <a:prstGeom prst="rect">
            <a:avLst/>
          </a:prstGeom>
          <a:noFill/>
          <a:ln w="0">
            <a:noFill/>
          </a:ln>
        </p:spPr>
        <p:txBody>
          <a:bodyPr wrap="none" lIns="0" tIns="0" rIns="0" bIns="0" anchor="ctr">
            <a:noAutofit/>
          </a:bodyPr>
          <a:lstStyle>
            <a:defPPr algn="ctr">
              <a:defRPr sz="2279" b="0" i="0">
                <a:solidFill>
                  <a:srgbClr val="315F46"/>
                </a:solidFill>
                <a:latin typeface="Times New Roman" panose="02020503050405090304"/>
                <a:ea typeface="Times New Roman" panose="02020503050405090304"/>
                <a:cs typeface="Times New Roman" panose="02020503050405090304"/>
              </a:defRPr>
            </a:defPPr>
          </a:lstStyle>
          <a:p>
            <a:pPr algn="ctr">
              <a:defRPr sz="2279" b="0" i="0">
                <a:solidFill>
                  <a:srgbClr val="315F46"/>
                </a:solidFill>
                <a:latin typeface="Times New Roman" panose="02020503050405090304"/>
                <a:ea typeface="Times New Roman" panose="02020503050405090304"/>
                <a:cs typeface="Times New Roman" panose="02020503050405090304"/>
              </a:defRPr>
            </a:pPr>
            <a:r>
              <a:rPr sz="2279" b="0" i="0">
                <a:solidFill>
                  <a:srgbClr val="315F46"/>
                </a:solidFill>
                <a:latin typeface="Times New Roman" panose="02020503050405090304"/>
                <a:ea typeface="Times New Roman" panose="02020503050405090304"/>
                <a:cs typeface="Times New Roman" panose="02020503050405090304"/>
              </a:rPr>
              <a:t>Onset ŝ</a:t>
            </a:r>
            <a:endParaRPr sz="2279" b="0" i="0">
              <a:solidFill>
                <a:srgbClr val="315F46"/>
              </a:solidFill>
              <a:latin typeface="Times New Roman" panose="02020503050405090304"/>
              <a:ea typeface="Times New Roman" panose="02020503050405090304"/>
              <a:cs typeface="Times New Roman" panose="02020503050405090304"/>
            </a:endParaRPr>
          </a:p>
        </p:txBody>
      </p:sp>
      <p:sp>
        <p:nvSpPr>
          <p:cNvPr id="1039" name="line-641"/>
          <p:cNvSpPr>
            <a:spLocks noGrp="1"/>
          </p:cNvSpPr>
          <p:nvPr/>
        </p:nvSpPr>
        <p:spPr>
          <a:xfrm>
            <a:off x="1512094" y="20390644"/>
            <a:ext cx="7650956" cy="128"/>
          </a:xfrm>
          <a:custGeom>
            <a:avLst/>
            <a:gdLst/>
            <a:ahLst/>
            <a:cxnLst/>
            <a:pathLst>
              <a:path w="5667375" h="95">
                <a:moveTo>
                  <a:pt x="0" y="0"/>
                </a:moveTo>
                <a:lnTo>
                  <a:pt x="5667375" y="0"/>
                </a:lnTo>
              </a:path>
            </a:pathLst>
          </a:custGeom>
          <a:noFill/>
          <a:ln w="10287">
            <a:solidFill>
              <a:srgbClr val="CCD9E1"/>
            </a:solidFill>
            <a:prstDash val="solid"/>
          </a:ln>
        </p:spPr>
      </p:sp>
      <p:sp>
        <p:nvSpPr>
          <p:cNvPr id="1040" name="Process cause ĉ"/>
          <p:cNvSpPr>
            <a:spLocks noGrp="1"/>
          </p:cNvSpPr>
          <p:nvPr/>
        </p:nvSpPr>
        <p:spPr>
          <a:xfrm>
            <a:off x="1524953" y="20686395"/>
            <a:ext cx="2687479" cy="372904"/>
          </a:xfrm>
          <a:prstGeom prst="rect">
            <a:avLst/>
          </a:prstGeom>
          <a:noFill/>
          <a:ln w="0">
            <a:noFill/>
          </a:ln>
        </p:spPr>
        <p:txBody>
          <a:bodyPr wrap="none" lIns="0" tIns="0" rIns="0" bIns="0" anchor="ctr">
            <a:noAutofit/>
          </a:bodyPr>
          <a:lstStyle>
            <a:defPPr algn="ctr">
              <a:defRPr sz="2673" b="0" i="0">
                <a:solidFill>
                  <a:srgbClr val="315B79"/>
                </a:solidFill>
                <a:latin typeface="Times New Roman" panose="02020503050405090304"/>
                <a:ea typeface="Times New Roman" panose="02020503050405090304"/>
                <a:cs typeface="Times New Roman" panose="02020503050405090304"/>
              </a:defRPr>
            </a:defPPr>
          </a:lstStyle>
          <a:p>
            <a:pPr algn="ctr">
              <a:defRPr sz="2673" b="0" i="0">
                <a:solidFill>
                  <a:srgbClr val="315B79"/>
                </a:solidFill>
                <a:latin typeface="Times New Roman" panose="02020503050405090304"/>
                <a:ea typeface="Times New Roman" panose="02020503050405090304"/>
                <a:cs typeface="Times New Roman" panose="02020503050405090304"/>
              </a:defRPr>
            </a:pPr>
            <a:r>
              <a:rPr sz="2673" b="0" i="0">
                <a:solidFill>
                  <a:srgbClr val="315B79"/>
                </a:solidFill>
                <a:latin typeface="Times New Roman" panose="02020503050405090304"/>
                <a:ea typeface="Times New Roman" panose="02020503050405090304"/>
                <a:cs typeface="Times New Roman" panose="02020503050405090304"/>
              </a:rPr>
              <a:t>Process cause ĉ</a:t>
            </a:r>
            <a:endParaRPr sz="2673" b="0" i="0">
              <a:solidFill>
                <a:srgbClr val="315B79"/>
              </a:solidFill>
              <a:latin typeface="Times New Roman" panose="02020503050405090304"/>
              <a:ea typeface="Times New Roman" panose="02020503050405090304"/>
              <a:cs typeface="Times New Roman" panose="02020503050405090304"/>
            </a:endParaRPr>
          </a:p>
        </p:txBody>
      </p:sp>
      <p:sp>
        <p:nvSpPr>
          <p:cNvPr id="1041" name="Process class indicator"/>
          <p:cNvSpPr>
            <a:spLocks noGrp="1"/>
          </p:cNvSpPr>
          <p:nvPr/>
        </p:nvSpPr>
        <p:spPr>
          <a:xfrm>
            <a:off x="5652611" y="20750689"/>
            <a:ext cx="424339" cy="257175"/>
          </a:xfrm>
          <a:prstGeom prst="rect">
            <a:avLst/>
          </a:prstGeom>
          <a:solidFill>
            <a:srgbClr val="E6D2BE"/>
          </a:solidFill>
          <a:ln w="9002">
            <a:solidFill>
              <a:srgbClr val="FFFFFF"/>
            </a:solidFill>
            <a:prstDash val="solid"/>
          </a:ln>
        </p:spPr>
      </p:sp>
      <p:sp>
        <p:nvSpPr>
          <p:cNvPr id="1042" name="Process class indicator"/>
          <p:cNvSpPr>
            <a:spLocks noGrp="1"/>
          </p:cNvSpPr>
          <p:nvPr/>
        </p:nvSpPr>
        <p:spPr>
          <a:xfrm>
            <a:off x="6179820" y="20750689"/>
            <a:ext cx="424339" cy="257175"/>
          </a:xfrm>
          <a:prstGeom prst="rect">
            <a:avLst/>
          </a:prstGeom>
          <a:solidFill>
            <a:srgbClr val="805431"/>
          </a:solidFill>
          <a:ln w="9002">
            <a:solidFill>
              <a:srgbClr val="FFFFFF"/>
            </a:solidFill>
            <a:prstDash val="solid"/>
          </a:ln>
        </p:spPr>
      </p:sp>
      <p:sp>
        <p:nvSpPr>
          <p:cNvPr id="1043" name="Process class indicator"/>
          <p:cNvSpPr>
            <a:spLocks noGrp="1"/>
          </p:cNvSpPr>
          <p:nvPr/>
        </p:nvSpPr>
        <p:spPr>
          <a:xfrm>
            <a:off x="6707029" y="20750689"/>
            <a:ext cx="424339" cy="257175"/>
          </a:xfrm>
          <a:prstGeom prst="rect">
            <a:avLst/>
          </a:prstGeom>
          <a:solidFill>
            <a:srgbClr val="E6D2BE"/>
          </a:solidFill>
          <a:ln w="9002">
            <a:solidFill>
              <a:srgbClr val="FFFFFF"/>
            </a:solidFill>
            <a:prstDash val="solid"/>
          </a:ln>
        </p:spPr>
      </p:sp>
      <p:sp>
        <p:nvSpPr>
          <p:cNvPr id="1044" name="Process class indicator"/>
          <p:cNvSpPr>
            <a:spLocks noGrp="1"/>
          </p:cNvSpPr>
          <p:nvPr/>
        </p:nvSpPr>
        <p:spPr>
          <a:xfrm>
            <a:off x="7234238" y="20750689"/>
            <a:ext cx="424339" cy="257175"/>
          </a:xfrm>
          <a:prstGeom prst="rect">
            <a:avLst/>
          </a:prstGeom>
          <a:solidFill>
            <a:srgbClr val="E6D2BE"/>
          </a:solidFill>
          <a:ln w="9002">
            <a:solidFill>
              <a:srgbClr val="FFFFFF"/>
            </a:solidFill>
            <a:prstDash val="solid"/>
          </a:ln>
        </p:spPr>
      </p:sp>
      <p:sp>
        <p:nvSpPr>
          <p:cNvPr id="1045" name="process-evidence class"/>
          <p:cNvSpPr>
            <a:spLocks noGrp="1"/>
          </p:cNvSpPr>
          <p:nvPr/>
        </p:nvSpPr>
        <p:spPr>
          <a:xfrm>
            <a:off x="4893945" y="21085016"/>
            <a:ext cx="3986213" cy="308610"/>
          </a:xfrm>
          <a:prstGeom prst="rect">
            <a:avLst/>
          </a:prstGeom>
          <a:noFill/>
          <a:ln w="0">
            <a:noFill/>
          </a:ln>
        </p:spPr>
        <p:txBody>
          <a:bodyPr wrap="none" lIns="0" tIns="0" rIns="0" bIns="0" anchor="ctr">
            <a:noAutofit/>
          </a:bodyPr>
          <a:lstStyle>
            <a:defPPr algn="ctr">
              <a:defRPr sz="2279" b="0" i="1">
                <a:solidFill>
                  <a:srgbClr val="805431"/>
                </a:solidFill>
                <a:latin typeface="Times New Roman" panose="02020503050405090304"/>
                <a:ea typeface="Times New Roman" panose="02020503050405090304"/>
                <a:cs typeface="Times New Roman" panose="02020503050405090304"/>
              </a:defRPr>
            </a:defPPr>
          </a:lstStyle>
          <a:p>
            <a:pPr algn="ctr">
              <a:defRPr sz="2279" b="0" i="1">
                <a:solidFill>
                  <a:srgbClr val="805431"/>
                </a:solidFill>
                <a:latin typeface="Times New Roman" panose="02020503050405090304"/>
                <a:ea typeface="Times New Roman" panose="02020503050405090304"/>
                <a:cs typeface="Times New Roman" panose="02020503050405090304"/>
              </a:defRPr>
            </a:pPr>
            <a:r>
              <a:rPr sz="2279" b="0" i="1">
                <a:solidFill>
                  <a:srgbClr val="805431"/>
                </a:solidFill>
                <a:latin typeface="Times New Roman" panose="02020503050405090304"/>
                <a:ea typeface="Times New Roman" panose="02020503050405090304"/>
                <a:cs typeface="Times New Roman" panose="02020503050405090304"/>
              </a:rPr>
              <a:t>process-evidence class</a:t>
            </a:r>
            <a:endParaRPr sz="2279" b="0" i="1">
              <a:solidFill>
                <a:srgbClr val="805431"/>
              </a:solidFill>
              <a:latin typeface="Times New Roman" panose="02020503050405090304"/>
              <a:ea typeface="Times New Roman" panose="02020503050405090304"/>
              <a:cs typeface="Times New Roman" panose="02020503050405090304"/>
            </a:endParaRPr>
          </a:p>
        </p:txBody>
      </p:sp>
      <p:sp>
        <p:nvSpPr>
          <p:cNvPr id="1046" name="Order remaining time ℓ̂"/>
          <p:cNvSpPr>
            <a:spLocks noGrp="1"/>
          </p:cNvSpPr>
          <p:nvPr/>
        </p:nvSpPr>
        <p:spPr>
          <a:xfrm>
            <a:off x="1524953" y="21612225"/>
            <a:ext cx="3690461" cy="385763"/>
          </a:xfrm>
          <a:prstGeom prst="rect">
            <a:avLst/>
          </a:prstGeom>
          <a:noFill/>
          <a:ln w="0">
            <a:noFill/>
          </a:ln>
        </p:spPr>
        <p:txBody>
          <a:bodyPr wrap="none" lIns="0" tIns="0" rIns="0" bIns="0" anchor="ctr">
            <a:noAutofit/>
          </a:bodyPr>
          <a:lstStyle>
            <a:defPPr algn="ctr">
              <a:defRPr sz="2673" b="0" i="0">
                <a:solidFill>
                  <a:srgbClr val="315B79"/>
                </a:solidFill>
                <a:latin typeface="Times New Roman" panose="02020503050405090304"/>
                <a:ea typeface="Times New Roman" panose="02020503050405090304"/>
                <a:cs typeface="Times New Roman" panose="02020503050405090304"/>
              </a:defRPr>
            </a:defPPr>
          </a:lstStyle>
          <a:p>
            <a:pPr algn="ctr">
              <a:defRPr sz="2673" b="0" i="0">
                <a:solidFill>
                  <a:srgbClr val="315B79"/>
                </a:solidFill>
                <a:latin typeface="Times New Roman" panose="02020503050405090304"/>
                <a:ea typeface="Times New Roman" panose="02020503050405090304"/>
                <a:cs typeface="Times New Roman" panose="02020503050405090304"/>
              </a:defRPr>
            </a:pPr>
            <a:r>
              <a:rPr sz="2673" b="0" i="0">
                <a:solidFill>
                  <a:srgbClr val="315B79"/>
                </a:solidFill>
                <a:latin typeface="Times New Roman" panose="02020503050405090304"/>
                <a:ea typeface="Times New Roman" panose="02020503050405090304"/>
                <a:cs typeface="Times New Roman" panose="02020503050405090304"/>
              </a:rPr>
              <a:t>Order remaining time ℓ̂</a:t>
            </a:r>
            <a:endParaRPr sz="2673" b="0" i="0">
              <a:solidFill>
                <a:srgbClr val="315B79"/>
              </a:solidFill>
              <a:latin typeface="Times New Roman" panose="02020503050405090304"/>
              <a:ea typeface="Times New Roman" panose="02020503050405090304"/>
              <a:cs typeface="Times New Roman" panose="02020503050405090304"/>
            </a:endParaRPr>
          </a:p>
        </p:txBody>
      </p:sp>
      <p:sp>
        <p:nvSpPr>
          <p:cNvPr id="1047" name="shape-642"/>
          <p:cNvSpPr>
            <a:spLocks noGrp="1"/>
          </p:cNvSpPr>
          <p:nvPr/>
        </p:nvSpPr>
        <p:spPr>
          <a:xfrm>
            <a:off x="5511165" y="21715095"/>
            <a:ext cx="3407569" cy="167164"/>
          </a:xfrm>
          <a:prstGeom prst="rect">
            <a:avLst/>
          </a:prstGeom>
          <a:solidFill>
            <a:srgbClr val="D5E3EC"/>
          </a:solidFill>
          <a:ln w="7715">
            <a:solidFill>
              <a:srgbClr val="8CAABF"/>
            </a:solidFill>
            <a:prstDash val="solid"/>
          </a:ln>
        </p:spPr>
      </p:sp>
      <p:sp>
        <p:nvSpPr>
          <p:cNvPr id="1048" name="shape-643"/>
          <p:cNvSpPr>
            <a:spLocks noGrp="1"/>
          </p:cNvSpPr>
          <p:nvPr/>
        </p:nvSpPr>
        <p:spPr>
          <a:xfrm>
            <a:off x="5511165" y="21715095"/>
            <a:ext cx="2288858" cy="167164"/>
          </a:xfrm>
          <a:prstGeom prst="rect">
            <a:avLst/>
          </a:prstGeom>
          <a:solidFill>
            <a:srgbClr val="537F9D"/>
          </a:solidFill>
          <a:ln w="0">
            <a:noFill/>
            <a:prstDash val="solid"/>
          </a:ln>
        </p:spPr>
      </p:sp>
      <p:sp>
        <p:nvSpPr>
          <p:cNvPr id="1049" name="Minute-level prediction for the selected resource"/>
          <p:cNvSpPr>
            <a:spLocks noGrp="1"/>
          </p:cNvSpPr>
          <p:nvPr/>
        </p:nvSpPr>
        <p:spPr>
          <a:xfrm>
            <a:off x="1499235" y="22152293"/>
            <a:ext cx="7586663" cy="308610"/>
          </a:xfrm>
          <a:prstGeom prst="rect">
            <a:avLst/>
          </a:prstGeom>
          <a:noFill/>
          <a:ln w="0">
            <a:noFill/>
          </a:ln>
        </p:spPr>
        <p:txBody>
          <a:bodyPr wrap="none" lIns="0" tIns="0" rIns="0" bIns="0" anchor="ctr">
            <a:noAutofit/>
          </a:bodyPr>
          <a:lstStyle>
            <a:defPPr algn="ctr">
              <a:defRPr sz="2279" b="0" i="1">
                <a:solidFill>
                  <a:srgbClr val="5C636B"/>
                </a:solidFill>
                <a:latin typeface="Times New Roman" panose="02020503050405090304"/>
                <a:ea typeface="Times New Roman" panose="02020503050405090304"/>
                <a:cs typeface="Times New Roman" panose="02020503050405090304"/>
              </a:defRPr>
            </a:defPPr>
          </a:lstStyle>
          <a:p>
            <a:pPr algn="ctr">
              <a:defRPr sz="2279" b="0" i="1">
                <a:solidFill>
                  <a:srgbClr val="5C636B"/>
                </a:solidFill>
                <a:latin typeface="Times New Roman" panose="02020503050405090304"/>
                <a:ea typeface="Times New Roman" panose="02020503050405090304"/>
                <a:cs typeface="Times New Roman" panose="02020503050405090304"/>
              </a:defRPr>
            </a:pPr>
            <a:r>
              <a:rPr sz="2279" b="0" i="1">
                <a:solidFill>
                  <a:srgbClr val="5C636B"/>
                </a:solidFill>
                <a:latin typeface="Times New Roman" panose="02020503050405090304"/>
                <a:ea typeface="Times New Roman" panose="02020503050405090304"/>
                <a:cs typeface="Times New Roman" panose="02020503050405090304"/>
              </a:rPr>
              <a:t>Minute-level prediction for the selected resource</a:t>
            </a:r>
            <a:endParaRPr sz="2279" b="0" i="1">
              <a:solidFill>
                <a:srgbClr val="5C636B"/>
              </a:solidFill>
              <a:latin typeface="Times New Roman" panose="02020503050405090304"/>
              <a:ea typeface="Times New Roman" panose="02020503050405090304"/>
              <a:cs typeface="Times New Roman" panose="02020503050405090304"/>
            </a:endParaRPr>
          </a:p>
        </p:txBody>
      </p:sp>
      <p:sp>
        <p:nvSpPr>
          <p:cNvPr id="20000" name="Portrait connection"/>
          <p:cNvSpPr/>
          <p:nvPr/>
        </p:nvSpPr>
        <p:spPr>
          <a:xfrm>
            <a:off x="5334000" y="2757488"/>
            <a:ext cx="95" cy="166688"/>
          </a:xfrm>
          <a:custGeom>
            <a:avLst/>
            <a:gdLst/>
            <a:ahLst/>
            <a:cxnLst/>
            <a:rect l="0" t="0" r="r" b="b"/>
            <a:pathLst>
              <a:path w="10" h="17500" fill="none">
                <a:moveTo>
                  <a:pt x="0" y="0"/>
                </a:moveTo>
                <a:lnTo>
                  <a:pt x="0" y="17500"/>
                </a:lnTo>
              </a:path>
            </a:pathLst>
          </a:custGeom>
          <a:noFill/>
          <a:ln w="26670">
            <a:solidFill>
              <a:srgbClr val="315B79"/>
            </a:solidFill>
          </a:ln>
        </p:spPr>
      </p:sp>
      <p:sp>
        <p:nvSpPr>
          <p:cNvPr id="20001" name="Portrait connection"/>
          <p:cNvSpPr/>
          <p:nvPr/>
        </p:nvSpPr>
        <p:spPr>
          <a:xfrm>
            <a:off x="5303211" y="2865035"/>
            <a:ext cx="30789" cy="59140"/>
          </a:xfrm>
          <a:custGeom>
            <a:avLst/>
            <a:gdLst/>
            <a:ahLst/>
            <a:cxnLst/>
            <a:rect l="0" t="0" r="r" b="b"/>
            <a:pathLst>
              <a:path w="3232" h="6209" fill="none">
                <a:moveTo>
                  <a:pt x="3232" y="6209"/>
                </a:moveTo>
                <a:lnTo>
                  <a:pt x="0" y="0"/>
                </a:lnTo>
              </a:path>
            </a:pathLst>
          </a:custGeom>
          <a:noFill/>
          <a:ln w="26670">
            <a:solidFill>
              <a:srgbClr val="315B79"/>
            </a:solidFill>
          </a:ln>
        </p:spPr>
      </p:sp>
      <p:sp>
        <p:nvSpPr>
          <p:cNvPr id="20002" name="Portrait connection"/>
          <p:cNvSpPr/>
          <p:nvPr/>
        </p:nvSpPr>
        <p:spPr>
          <a:xfrm>
            <a:off x="5334000" y="2865035"/>
            <a:ext cx="30789" cy="59140"/>
          </a:xfrm>
          <a:custGeom>
            <a:avLst/>
            <a:gdLst/>
            <a:ahLst/>
            <a:cxnLst/>
            <a:rect l="0" t="0" r="r" b="b"/>
            <a:pathLst>
              <a:path w="3232" h="6209" fill="none">
                <a:moveTo>
                  <a:pt x="0" y="6209"/>
                </a:moveTo>
                <a:lnTo>
                  <a:pt x="3232" y="0"/>
                </a:lnTo>
              </a:path>
            </a:pathLst>
          </a:custGeom>
          <a:noFill/>
          <a:ln w="26670">
            <a:solidFill>
              <a:srgbClr val="315B79"/>
            </a:solidFill>
          </a:ln>
        </p:spPr>
      </p:sp>
      <p:sp>
        <p:nvSpPr>
          <p:cNvPr id="20003" name="Portrait connection"/>
          <p:cNvSpPr/>
          <p:nvPr/>
        </p:nvSpPr>
        <p:spPr>
          <a:xfrm>
            <a:off x="5334000" y="3629025"/>
            <a:ext cx="95" cy="188595"/>
          </a:xfrm>
          <a:custGeom>
            <a:avLst/>
            <a:gdLst/>
            <a:ahLst/>
            <a:cxnLst/>
            <a:rect l="0" t="0" r="r" b="b"/>
            <a:pathLst>
              <a:path w="10" h="19800" fill="none">
                <a:moveTo>
                  <a:pt x="0" y="0"/>
                </a:moveTo>
                <a:lnTo>
                  <a:pt x="0" y="19800"/>
                </a:lnTo>
              </a:path>
            </a:pathLst>
          </a:custGeom>
          <a:noFill/>
          <a:ln w="26670">
            <a:solidFill>
              <a:srgbClr val="315B79"/>
            </a:solidFill>
          </a:ln>
        </p:spPr>
      </p:sp>
      <p:sp>
        <p:nvSpPr>
          <p:cNvPr id="20004" name="Portrait connection"/>
          <p:cNvSpPr/>
          <p:nvPr/>
        </p:nvSpPr>
        <p:spPr>
          <a:xfrm>
            <a:off x="5303211" y="3758480"/>
            <a:ext cx="30789" cy="59140"/>
          </a:xfrm>
          <a:custGeom>
            <a:avLst/>
            <a:gdLst/>
            <a:ahLst/>
            <a:cxnLst/>
            <a:rect l="0" t="0" r="r" b="b"/>
            <a:pathLst>
              <a:path w="3232" h="6209" fill="none">
                <a:moveTo>
                  <a:pt x="3232" y="6209"/>
                </a:moveTo>
                <a:lnTo>
                  <a:pt x="0" y="0"/>
                </a:lnTo>
              </a:path>
            </a:pathLst>
          </a:custGeom>
          <a:noFill/>
          <a:ln w="26670">
            <a:solidFill>
              <a:srgbClr val="315B79"/>
            </a:solidFill>
          </a:ln>
        </p:spPr>
      </p:sp>
      <p:sp>
        <p:nvSpPr>
          <p:cNvPr id="20005" name="Portrait connection"/>
          <p:cNvSpPr/>
          <p:nvPr/>
        </p:nvSpPr>
        <p:spPr>
          <a:xfrm>
            <a:off x="5334000" y="3758480"/>
            <a:ext cx="30789" cy="59140"/>
          </a:xfrm>
          <a:custGeom>
            <a:avLst/>
            <a:gdLst/>
            <a:ahLst/>
            <a:cxnLst/>
            <a:rect l="0" t="0" r="r" b="b"/>
            <a:pathLst>
              <a:path w="3232" h="6209" fill="none">
                <a:moveTo>
                  <a:pt x="0" y="6209"/>
                </a:moveTo>
                <a:lnTo>
                  <a:pt x="3232" y="0"/>
                </a:lnTo>
              </a:path>
            </a:pathLst>
          </a:custGeom>
          <a:noFill/>
          <a:ln w="26670">
            <a:solidFill>
              <a:srgbClr val="315B79"/>
            </a:solidFill>
          </a:ln>
        </p:spPr>
      </p:sp>
      <p:sp>
        <p:nvSpPr>
          <p:cNvPr id="20006" name="Portrait connection"/>
          <p:cNvSpPr/>
          <p:nvPr/>
        </p:nvSpPr>
        <p:spPr>
          <a:xfrm>
            <a:off x="4667250" y="3971925"/>
            <a:ext cx="512445" cy="95"/>
          </a:xfrm>
          <a:custGeom>
            <a:avLst/>
            <a:gdLst/>
            <a:ahLst/>
            <a:cxnLst/>
            <a:rect l="0" t="0" r="r" b="b"/>
            <a:pathLst>
              <a:path w="53800" h="10" fill="none">
                <a:moveTo>
                  <a:pt x="0" y="0"/>
                </a:moveTo>
                <a:lnTo>
                  <a:pt x="53800" y="0"/>
                </a:lnTo>
              </a:path>
            </a:pathLst>
          </a:custGeom>
          <a:noFill/>
          <a:ln w="22860">
            <a:solidFill>
              <a:srgbClr val="315B79"/>
            </a:solidFill>
          </a:ln>
        </p:spPr>
      </p:sp>
      <p:sp>
        <p:nvSpPr>
          <p:cNvPr id="20007" name="Portrait connection"/>
          <p:cNvSpPr/>
          <p:nvPr/>
        </p:nvSpPr>
        <p:spPr>
          <a:xfrm>
            <a:off x="5120555" y="3971925"/>
            <a:ext cx="59140" cy="30789"/>
          </a:xfrm>
          <a:custGeom>
            <a:avLst/>
            <a:gdLst/>
            <a:ahLst/>
            <a:cxnLst/>
            <a:rect l="0" t="0" r="r" b="b"/>
            <a:pathLst>
              <a:path w="6209" h="3232" fill="none">
                <a:moveTo>
                  <a:pt x="6209" y="0"/>
                </a:moveTo>
                <a:lnTo>
                  <a:pt x="0" y="3232"/>
                </a:lnTo>
              </a:path>
            </a:pathLst>
          </a:custGeom>
          <a:noFill/>
          <a:ln w="22860">
            <a:solidFill>
              <a:srgbClr val="315B79"/>
            </a:solidFill>
          </a:ln>
        </p:spPr>
      </p:sp>
      <p:sp>
        <p:nvSpPr>
          <p:cNvPr id="20008" name="Portrait connection"/>
          <p:cNvSpPr/>
          <p:nvPr/>
        </p:nvSpPr>
        <p:spPr>
          <a:xfrm>
            <a:off x="5120555" y="3941136"/>
            <a:ext cx="59140" cy="30789"/>
          </a:xfrm>
          <a:custGeom>
            <a:avLst/>
            <a:gdLst/>
            <a:ahLst/>
            <a:cxnLst/>
            <a:rect l="0" t="0" r="r" b="b"/>
            <a:pathLst>
              <a:path w="6209" h="3232" fill="none">
                <a:moveTo>
                  <a:pt x="6209" y="3232"/>
                </a:moveTo>
                <a:lnTo>
                  <a:pt x="0" y="0"/>
                </a:lnTo>
              </a:path>
            </a:pathLst>
          </a:custGeom>
          <a:noFill/>
          <a:ln w="22860">
            <a:solidFill>
              <a:srgbClr val="315B79"/>
            </a:solidFill>
          </a:ln>
        </p:spPr>
      </p:sp>
      <p:sp>
        <p:nvSpPr>
          <p:cNvPr id="20009" name="Portrait connection"/>
          <p:cNvSpPr/>
          <p:nvPr/>
        </p:nvSpPr>
        <p:spPr>
          <a:xfrm>
            <a:off x="5334000" y="4126230"/>
            <a:ext cx="95" cy="1715929"/>
          </a:xfrm>
          <a:custGeom>
            <a:avLst/>
            <a:gdLst/>
            <a:ahLst/>
            <a:cxnLst/>
            <a:rect l="0" t="0" r="r" b="b"/>
            <a:pathLst>
              <a:path w="10" h="180150" fill="none">
                <a:moveTo>
                  <a:pt x="0" y="0"/>
                </a:moveTo>
                <a:lnTo>
                  <a:pt x="0" y="180150"/>
                </a:lnTo>
              </a:path>
            </a:pathLst>
          </a:custGeom>
          <a:noFill/>
          <a:ln w="28575">
            <a:solidFill>
              <a:srgbClr val="315B79"/>
            </a:solidFill>
          </a:ln>
        </p:spPr>
      </p:sp>
      <p:sp>
        <p:nvSpPr>
          <p:cNvPr id="20010" name="Portrait connection"/>
          <p:cNvSpPr/>
          <p:nvPr/>
        </p:nvSpPr>
        <p:spPr>
          <a:xfrm>
            <a:off x="5303211" y="5783018"/>
            <a:ext cx="30789" cy="59140"/>
          </a:xfrm>
          <a:custGeom>
            <a:avLst/>
            <a:gdLst/>
            <a:ahLst/>
            <a:cxnLst/>
            <a:rect l="0" t="0" r="r" b="b"/>
            <a:pathLst>
              <a:path w="3232" h="6209" fill="none">
                <a:moveTo>
                  <a:pt x="3232" y="6209"/>
                </a:moveTo>
                <a:lnTo>
                  <a:pt x="0" y="0"/>
                </a:lnTo>
              </a:path>
            </a:pathLst>
          </a:custGeom>
          <a:noFill/>
          <a:ln w="28575">
            <a:solidFill>
              <a:srgbClr val="315B79"/>
            </a:solidFill>
          </a:ln>
        </p:spPr>
      </p:sp>
      <p:sp>
        <p:nvSpPr>
          <p:cNvPr id="20011" name="Portrait connection"/>
          <p:cNvSpPr/>
          <p:nvPr/>
        </p:nvSpPr>
        <p:spPr>
          <a:xfrm>
            <a:off x="5334000" y="5783018"/>
            <a:ext cx="30789" cy="59140"/>
          </a:xfrm>
          <a:custGeom>
            <a:avLst/>
            <a:gdLst/>
            <a:ahLst/>
            <a:cxnLst/>
            <a:rect l="0" t="0" r="r" b="b"/>
            <a:pathLst>
              <a:path w="3232" h="6209" fill="none">
                <a:moveTo>
                  <a:pt x="0" y="6209"/>
                </a:moveTo>
                <a:lnTo>
                  <a:pt x="3232" y="0"/>
                </a:lnTo>
              </a:path>
            </a:pathLst>
          </a:custGeom>
          <a:noFill/>
          <a:ln w="28575">
            <a:solidFill>
              <a:srgbClr val="315B79"/>
            </a:solidFill>
          </a:ln>
        </p:spPr>
      </p:sp>
      <p:sp>
        <p:nvSpPr>
          <p:cNvPr id="20012" name="Portrait connection"/>
          <p:cNvSpPr/>
          <p:nvPr/>
        </p:nvSpPr>
        <p:spPr>
          <a:xfrm>
            <a:off x="5334000" y="14984730"/>
            <a:ext cx="95" cy="321469"/>
          </a:xfrm>
          <a:custGeom>
            <a:avLst/>
            <a:gdLst/>
            <a:ahLst/>
            <a:cxnLst/>
            <a:rect l="0" t="0" r="r" b="b"/>
            <a:pathLst>
              <a:path w="10" h="33750" fill="none">
                <a:moveTo>
                  <a:pt x="0" y="0"/>
                </a:moveTo>
                <a:lnTo>
                  <a:pt x="0" y="33750"/>
                </a:lnTo>
              </a:path>
            </a:pathLst>
          </a:custGeom>
          <a:noFill/>
          <a:ln w="28575">
            <a:solidFill>
              <a:srgbClr val="17202D"/>
            </a:solidFill>
          </a:ln>
        </p:spPr>
      </p:sp>
      <p:sp>
        <p:nvSpPr>
          <p:cNvPr id="20013" name="Portrait connection"/>
          <p:cNvSpPr/>
          <p:nvPr/>
        </p:nvSpPr>
        <p:spPr>
          <a:xfrm>
            <a:off x="5303211" y="15247058"/>
            <a:ext cx="30789" cy="59140"/>
          </a:xfrm>
          <a:custGeom>
            <a:avLst/>
            <a:gdLst/>
            <a:ahLst/>
            <a:cxnLst/>
            <a:rect l="0" t="0" r="r" b="b"/>
            <a:pathLst>
              <a:path w="3232" h="6209" fill="none">
                <a:moveTo>
                  <a:pt x="3232" y="6209"/>
                </a:moveTo>
                <a:lnTo>
                  <a:pt x="0" y="0"/>
                </a:lnTo>
              </a:path>
            </a:pathLst>
          </a:custGeom>
          <a:noFill/>
          <a:ln w="28575">
            <a:solidFill>
              <a:srgbClr val="17202D"/>
            </a:solidFill>
          </a:ln>
        </p:spPr>
      </p:sp>
      <p:sp>
        <p:nvSpPr>
          <p:cNvPr id="20014" name="Portrait connection"/>
          <p:cNvSpPr/>
          <p:nvPr/>
        </p:nvSpPr>
        <p:spPr>
          <a:xfrm>
            <a:off x="5334000" y="15247058"/>
            <a:ext cx="30789" cy="59140"/>
          </a:xfrm>
          <a:custGeom>
            <a:avLst/>
            <a:gdLst/>
            <a:ahLst/>
            <a:cxnLst/>
            <a:rect l="0" t="0" r="r" b="b"/>
            <a:pathLst>
              <a:path w="3232" h="6209" fill="none">
                <a:moveTo>
                  <a:pt x="0" y="6209"/>
                </a:moveTo>
                <a:lnTo>
                  <a:pt x="3232" y="0"/>
                </a:lnTo>
              </a:path>
            </a:pathLst>
          </a:custGeom>
          <a:noFill/>
          <a:ln w="28575">
            <a:solidFill>
              <a:srgbClr val="17202D"/>
            </a:solidFill>
          </a:ln>
        </p:spPr>
      </p:sp>
      <p:sp>
        <p:nvSpPr>
          <p:cNvPr id="20015" name="Portrait connection"/>
          <p:cNvSpPr/>
          <p:nvPr/>
        </p:nvSpPr>
        <p:spPr>
          <a:xfrm>
            <a:off x="5334000" y="16039148"/>
            <a:ext cx="95" cy="1201102"/>
          </a:xfrm>
          <a:custGeom>
            <a:avLst/>
            <a:gdLst/>
            <a:ahLst/>
            <a:cxnLst/>
            <a:rect l="0" t="0" r="r" b="b"/>
            <a:pathLst>
              <a:path w="10" h="126100" fill="none">
                <a:moveTo>
                  <a:pt x="0" y="0"/>
                </a:moveTo>
                <a:lnTo>
                  <a:pt x="0" y="126100"/>
                </a:lnTo>
              </a:path>
            </a:pathLst>
          </a:custGeom>
          <a:noFill/>
          <a:ln w="30480">
            <a:solidFill>
              <a:srgbClr val="315B79"/>
            </a:solidFill>
          </a:ln>
        </p:spPr>
      </p:sp>
      <p:sp>
        <p:nvSpPr>
          <p:cNvPr id="20016" name="Portrait connection"/>
          <p:cNvSpPr/>
          <p:nvPr/>
        </p:nvSpPr>
        <p:spPr>
          <a:xfrm>
            <a:off x="5303211" y="17181110"/>
            <a:ext cx="30789" cy="59140"/>
          </a:xfrm>
          <a:custGeom>
            <a:avLst/>
            <a:gdLst/>
            <a:ahLst/>
            <a:cxnLst/>
            <a:rect l="0" t="0" r="r" b="b"/>
            <a:pathLst>
              <a:path w="3232" h="6209" fill="none">
                <a:moveTo>
                  <a:pt x="3232" y="6209"/>
                </a:moveTo>
                <a:lnTo>
                  <a:pt x="0" y="0"/>
                </a:lnTo>
              </a:path>
            </a:pathLst>
          </a:custGeom>
          <a:noFill/>
          <a:ln w="30480">
            <a:solidFill>
              <a:srgbClr val="315B79"/>
            </a:solidFill>
          </a:ln>
        </p:spPr>
      </p:sp>
      <p:sp>
        <p:nvSpPr>
          <p:cNvPr id="20017" name="Portrait connection"/>
          <p:cNvSpPr/>
          <p:nvPr/>
        </p:nvSpPr>
        <p:spPr>
          <a:xfrm>
            <a:off x="5334000" y="17181110"/>
            <a:ext cx="30789" cy="59140"/>
          </a:xfrm>
          <a:custGeom>
            <a:avLst/>
            <a:gdLst/>
            <a:ahLst/>
            <a:cxnLst/>
            <a:rect l="0" t="0" r="r" b="b"/>
            <a:pathLst>
              <a:path w="3232" h="6209" fill="none">
                <a:moveTo>
                  <a:pt x="0" y="6209"/>
                </a:moveTo>
                <a:lnTo>
                  <a:pt x="3232" y="0"/>
                </a:lnTo>
              </a:path>
            </a:pathLst>
          </a:custGeom>
          <a:noFill/>
          <a:ln w="30480">
            <a:solidFill>
              <a:srgbClr val="315B79"/>
            </a:solidFill>
          </a:ln>
        </p:spPr>
      </p:sp>
      <p:sp>
        <p:nvSpPr>
          <p:cNvPr id="20018" name="Portrait connection"/>
          <p:cNvSpPr/>
          <p:nvPr/>
        </p:nvSpPr>
        <p:spPr>
          <a:xfrm>
            <a:off x="8124349" y="14984730"/>
            <a:ext cx="486251" cy="95"/>
          </a:xfrm>
          <a:custGeom>
            <a:avLst/>
            <a:gdLst/>
            <a:ahLst/>
            <a:cxnLst/>
            <a:rect l="0" t="0" r="r" b="b"/>
            <a:pathLst>
              <a:path w="51050" h="10" fill="none">
                <a:moveTo>
                  <a:pt x="0" y="0"/>
                </a:moveTo>
                <a:lnTo>
                  <a:pt x="51050" y="0"/>
                </a:lnTo>
              </a:path>
            </a:pathLst>
          </a:custGeom>
          <a:noFill/>
          <a:ln w="17145">
            <a:solidFill>
              <a:srgbClr val="805431"/>
            </a:solidFill>
            <a:prstDash val="dash"/>
          </a:ln>
        </p:spPr>
      </p:sp>
      <p:sp>
        <p:nvSpPr>
          <p:cNvPr id="20019" name="Portrait connection"/>
          <p:cNvSpPr/>
          <p:nvPr/>
        </p:nvSpPr>
        <p:spPr>
          <a:xfrm>
            <a:off x="8610600" y="14984730"/>
            <a:ext cx="95" cy="464820"/>
          </a:xfrm>
          <a:custGeom>
            <a:avLst/>
            <a:gdLst/>
            <a:ahLst/>
            <a:cxnLst/>
            <a:rect l="0" t="0" r="r" b="b"/>
            <a:pathLst>
              <a:path w="10" h="48800" fill="none">
                <a:moveTo>
                  <a:pt x="0" y="0"/>
                </a:moveTo>
                <a:lnTo>
                  <a:pt x="0" y="48800"/>
                </a:lnTo>
              </a:path>
            </a:pathLst>
          </a:custGeom>
          <a:noFill/>
          <a:ln w="17145">
            <a:solidFill>
              <a:srgbClr val="805431"/>
            </a:solidFill>
            <a:prstDash val="dash"/>
          </a:ln>
        </p:spPr>
      </p:sp>
      <p:sp>
        <p:nvSpPr>
          <p:cNvPr id="20020" name="Portrait connection"/>
          <p:cNvSpPr/>
          <p:nvPr/>
        </p:nvSpPr>
        <p:spPr>
          <a:xfrm>
            <a:off x="8579811" y="15390410"/>
            <a:ext cx="30789" cy="59140"/>
          </a:xfrm>
          <a:custGeom>
            <a:avLst/>
            <a:gdLst/>
            <a:ahLst/>
            <a:cxnLst/>
            <a:rect l="0" t="0" r="r" b="b"/>
            <a:pathLst>
              <a:path w="3232" h="6209" fill="none">
                <a:moveTo>
                  <a:pt x="3232" y="6209"/>
                </a:moveTo>
                <a:lnTo>
                  <a:pt x="0" y="0"/>
                </a:lnTo>
              </a:path>
            </a:pathLst>
          </a:custGeom>
          <a:noFill/>
          <a:ln w="17145">
            <a:solidFill>
              <a:srgbClr val="805431"/>
            </a:solidFill>
          </a:ln>
        </p:spPr>
      </p:sp>
      <p:sp>
        <p:nvSpPr>
          <p:cNvPr id="20021" name="Portrait connection"/>
          <p:cNvSpPr/>
          <p:nvPr/>
        </p:nvSpPr>
        <p:spPr>
          <a:xfrm>
            <a:off x="8610600" y="15390410"/>
            <a:ext cx="30789" cy="59140"/>
          </a:xfrm>
          <a:custGeom>
            <a:avLst/>
            <a:gdLst/>
            <a:ahLst/>
            <a:cxnLst/>
            <a:rect l="0" t="0" r="r" b="b"/>
            <a:pathLst>
              <a:path w="3232" h="6209" fill="none">
                <a:moveTo>
                  <a:pt x="0" y="6209"/>
                </a:moveTo>
                <a:lnTo>
                  <a:pt x="3232" y="0"/>
                </a:lnTo>
              </a:path>
            </a:pathLst>
          </a:custGeom>
          <a:noFill/>
          <a:ln w="17145">
            <a:solidFill>
              <a:srgbClr val="805431"/>
            </a:solidFill>
          </a:ln>
        </p:spPr>
      </p:sp>
      <p:sp>
        <p:nvSpPr>
          <p:cNvPr id="20022" name="Portrait connection"/>
          <p:cNvSpPr/>
          <p:nvPr/>
        </p:nvSpPr>
        <p:spPr>
          <a:xfrm>
            <a:off x="10287000" y="8432102"/>
            <a:ext cx="1375029" cy="95"/>
          </a:xfrm>
          <a:custGeom>
            <a:avLst/>
            <a:gdLst/>
            <a:ahLst/>
            <a:cxnLst/>
            <a:rect l="0" t="0" r="r" b="b"/>
            <a:pathLst>
              <a:path w="144360" h="10" fill="none">
                <a:moveTo>
                  <a:pt x="144360" y="0"/>
                </a:moveTo>
                <a:lnTo>
                  <a:pt x="0" y="0"/>
                </a:lnTo>
              </a:path>
            </a:pathLst>
          </a:custGeom>
          <a:noFill/>
          <a:ln w="15240">
            <a:solidFill>
              <a:srgbClr val="805431"/>
            </a:solidFill>
            <a:prstDash val="dash"/>
          </a:ln>
        </p:spPr>
      </p:sp>
      <p:sp>
        <p:nvSpPr>
          <p:cNvPr id="20023" name="Portrait connection"/>
          <p:cNvSpPr/>
          <p:nvPr/>
        </p:nvSpPr>
        <p:spPr>
          <a:xfrm>
            <a:off x="10287000" y="8432102"/>
            <a:ext cx="95" cy="7265099"/>
          </a:xfrm>
          <a:custGeom>
            <a:avLst/>
            <a:gdLst/>
            <a:ahLst/>
            <a:cxnLst/>
            <a:rect l="0" t="0" r="r" b="b"/>
            <a:pathLst>
              <a:path w="10" h="762740" fill="none">
                <a:moveTo>
                  <a:pt x="0" y="0"/>
                </a:moveTo>
                <a:lnTo>
                  <a:pt x="0" y="762740"/>
                </a:lnTo>
              </a:path>
            </a:pathLst>
          </a:custGeom>
          <a:noFill/>
          <a:ln w="15240">
            <a:solidFill>
              <a:srgbClr val="805431"/>
            </a:solidFill>
            <a:prstDash val="dash"/>
          </a:ln>
        </p:spPr>
      </p:sp>
      <p:sp>
        <p:nvSpPr>
          <p:cNvPr id="20024" name="Portrait connection"/>
          <p:cNvSpPr/>
          <p:nvPr/>
        </p:nvSpPr>
        <p:spPr>
          <a:xfrm>
            <a:off x="9544050" y="15697200"/>
            <a:ext cx="742950" cy="95"/>
          </a:xfrm>
          <a:custGeom>
            <a:avLst/>
            <a:gdLst/>
            <a:ahLst/>
            <a:cxnLst/>
            <a:rect l="0" t="0" r="r" b="b"/>
            <a:pathLst>
              <a:path w="78000" h="10" fill="none">
                <a:moveTo>
                  <a:pt x="78000" y="0"/>
                </a:moveTo>
                <a:lnTo>
                  <a:pt x="0" y="0"/>
                </a:lnTo>
              </a:path>
            </a:pathLst>
          </a:custGeom>
          <a:noFill/>
          <a:ln w="15240">
            <a:solidFill>
              <a:srgbClr val="805431"/>
            </a:solidFill>
            <a:prstDash val="dash"/>
          </a:ln>
        </p:spPr>
      </p:sp>
      <p:sp>
        <p:nvSpPr>
          <p:cNvPr id="20025" name="Portrait connection"/>
          <p:cNvSpPr/>
          <p:nvPr/>
        </p:nvSpPr>
        <p:spPr>
          <a:xfrm>
            <a:off x="9544050" y="15666411"/>
            <a:ext cx="59140" cy="30789"/>
          </a:xfrm>
          <a:custGeom>
            <a:avLst/>
            <a:gdLst/>
            <a:ahLst/>
            <a:cxnLst/>
            <a:rect l="0" t="0" r="r" b="b"/>
            <a:pathLst>
              <a:path w="6209" h="3232" fill="none">
                <a:moveTo>
                  <a:pt x="0" y="3232"/>
                </a:moveTo>
                <a:lnTo>
                  <a:pt x="6209" y="0"/>
                </a:lnTo>
              </a:path>
            </a:pathLst>
          </a:custGeom>
          <a:noFill/>
          <a:ln w="15240">
            <a:solidFill>
              <a:srgbClr val="805431"/>
            </a:solidFill>
          </a:ln>
        </p:spPr>
      </p:sp>
      <p:sp>
        <p:nvSpPr>
          <p:cNvPr id="20026" name="Portrait connection"/>
          <p:cNvSpPr/>
          <p:nvPr/>
        </p:nvSpPr>
        <p:spPr>
          <a:xfrm>
            <a:off x="9544050" y="15697200"/>
            <a:ext cx="59140" cy="30789"/>
          </a:xfrm>
          <a:custGeom>
            <a:avLst/>
            <a:gdLst/>
            <a:ahLst/>
            <a:cxnLst/>
            <a:rect l="0" t="0" r="r" b="b"/>
            <a:pathLst>
              <a:path w="6209" h="3232" fill="none">
                <a:moveTo>
                  <a:pt x="0" y="0"/>
                </a:moveTo>
                <a:lnTo>
                  <a:pt x="6209" y="3232"/>
                </a:lnTo>
              </a:path>
            </a:pathLst>
          </a:custGeom>
          <a:noFill/>
          <a:ln w="15240">
            <a:solidFill>
              <a:srgbClr val="805431"/>
            </a:solidFill>
          </a:ln>
        </p:spPr>
      </p:sp>
      <p:sp>
        <p:nvSpPr>
          <p:cNvPr id="20027" name="Portrait connection"/>
          <p:cNvSpPr/>
          <p:nvPr/>
        </p:nvSpPr>
        <p:spPr>
          <a:xfrm>
            <a:off x="14804708" y="9739313"/>
            <a:ext cx="1253490" cy="95"/>
          </a:xfrm>
          <a:custGeom>
            <a:avLst/>
            <a:gdLst/>
            <a:ahLst/>
            <a:cxnLst/>
            <a:rect l="0" t="0" r="r" b="b"/>
            <a:pathLst>
              <a:path w="131600" h="10" fill="none">
                <a:moveTo>
                  <a:pt x="0" y="0"/>
                </a:moveTo>
                <a:lnTo>
                  <a:pt x="131600" y="0"/>
                </a:lnTo>
              </a:path>
            </a:pathLst>
          </a:custGeom>
          <a:noFill/>
          <a:ln w="17145">
            <a:solidFill>
              <a:srgbClr val="805431"/>
            </a:solidFill>
          </a:ln>
        </p:spPr>
      </p:sp>
      <p:sp>
        <p:nvSpPr>
          <p:cNvPr id="20028" name="Portrait connection"/>
          <p:cNvSpPr/>
          <p:nvPr/>
        </p:nvSpPr>
        <p:spPr>
          <a:xfrm>
            <a:off x="15999057" y="9739313"/>
            <a:ext cx="59140" cy="30789"/>
          </a:xfrm>
          <a:custGeom>
            <a:avLst/>
            <a:gdLst/>
            <a:ahLst/>
            <a:cxnLst/>
            <a:rect l="0" t="0" r="r" b="b"/>
            <a:pathLst>
              <a:path w="6209" h="3232" fill="none">
                <a:moveTo>
                  <a:pt x="6209" y="0"/>
                </a:moveTo>
                <a:lnTo>
                  <a:pt x="0" y="3232"/>
                </a:lnTo>
              </a:path>
            </a:pathLst>
          </a:custGeom>
          <a:noFill/>
          <a:ln w="17145">
            <a:solidFill>
              <a:srgbClr val="805431"/>
            </a:solidFill>
          </a:ln>
        </p:spPr>
      </p:sp>
      <p:sp>
        <p:nvSpPr>
          <p:cNvPr id="20029" name="Portrait connection"/>
          <p:cNvSpPr/>
          <p:nvPr/>
        </p:nvSpPr>
        <p:spPr>
          <a:xfrm>
            <a:off x="15999057" y="9708523"/>
            <a:ext cx="59140" cy="30789"/>
          </a:xfrm>
          <a:custGeom>
            <a:avLst/>
            <a:gdLst/>
            <a:ahLst/>
            <a:cxnLst/>
            <a:rect l="0" t="0" r="r" b="b"/>
            <a:pathLst>
              <a:path w="6209" h="3232" fill="none">
                <a:moveTo>
                  <a:pt x="6209" y="3232"/>
                </a:moveTo>
                <a:lnTo>
                  <a:pt x="0" y="0"/>
                </a:lnTo>
              </a:path>
            </a:pathLst>
          </a:custGeom>
          <a:noFill/>
          <a:ln w="17145">
            <a:solidFill>
              <a:srgbClr val="805431"/>
            </a:solidFill>
          </a:ln>
        </p:spPr>
      </p:sp>
      <p:sp>
        <p:nvSpPr>
          <p:cNvPr id="20030" name="Portrait connection"/>
          <p:cNvSpPr/>
          <p:nvPr/>
        </p:nvSpPr>
        <p:spPr>
          <a:xfrm>
            <a:off x="13936980" y="18780062"/>
            <a:ext cx="95" cy="1279970"/>
          </a:xfrm>
          <a:custGeom>
            <a:avLst/>
            <a:gdLst/>
            <a:ahLst/>
            <a:cxnLst/>
            <a:rect l="0" t="0" r="r" b="b"/>
            <a:pathLst>
              <a:path w="10" h="134380" fill="none">
                <a:moveTo>
                  <a:pt x="0" y="0"/>
                </a:moveTo>
                <a:lnTo>
                  <a:pt x="0" y="134380"/>
                </a:lnTo>
              </a:path>
            </a:pathLst>
          </a:custGeom>
          <a:noFill/>
          <a:ln w="17145">
            <a:solidFill>
              <a:srgbClr val="315F46"/>
            </a:solidFill>
          </a:ln>
        </p:spPr>
      </p:sp>
      <p:sp>
        <p:nvSpPr>
          <p:cNvPr id="20031" name="Portrait connection"/>
          <p:cNvSpPr/>
          <p:nvPr/>
        </p:nvSpPr>
        <p:spPr>
          <a:xfrm>
            <a:off x="13330238" y="20060031"/>
            <a:ext cx="606743" cy="95"/>
          </a:xfrm>
          <a:custGeom>
            <a:avLst/>
            <a:gdLst/>
            <a:ahLst/>
            <a:cxnLst/>
            <a:rect l="0" t="0" r="r" b="b"/>
            <a:pathLst>
              <a:path w="63700" h="10" fill="none">
                <a:moveTo>
                  <a:pt x="63700" y="0"/>
                </a:moveTo>
                <a:lnTo>
                  <a:pt x="0" y="0"/>
                </a:lnTo>
              </a:path>
            </a:pathLst>
          </a:custGeom>
          <a:noFill/>
          <a:ln w="17145">
            <a:solidFill>
              <a:srgbClr val="315F46"/>
            </a:solidFill>
          </a:ln>
        </p:spPr>
      </p:sp>
      <p:sp>
        <p:nvSpPr>
          <p:cNvPr id="20032" name="Portrait connection"/>
          <p:cNvSpPr/>
          <p:nvPr/>
        </p:nvSpPr>
        <p:spPr>
          <a:xfrm>
            <a:off x="13330238" y="20060031"/>
            <a:ext cx="95" cy="186690"/>
          </a:xfrm>
          <a:custGeom>
            <a:avLst/>
            <a:gdLst/>
            <a:ahLst/>
            <a:cxnLst/>
            <a:rect l="0" t="0" r="r" b="b"/>
            <a:pathLst>
              <a:path w="10" h="19600" fill="none">
                <a:moveTo>
                  <a:pt x="0" y="0"/>
                </a:moveTo>
                <a:lnTo>
                  <a:pt x="0" y="19600"/>
                </a:lnTo>
              </a:path>
            </a:pathLst>
          </a:custGeom>
          <a:noFill/>
          <a:ln w="17145">
            <a:solidFill>
              <a:srgbClr val="315F46"/>
            </a:solidFill>
          </a:ln>
        </p:spPr>
      </p:sp>
      <p:sp>
        <p:nvSpPr>
          <p:cNvPr id="20033" name="Portrait connection"/>
          <p:cNvSpPr/>
          <p:nvPr/>
        </p:nvSpPr>
        <p:spPr>
          <a:xfrm>
            <a:off x="13299448" y="20187581"/>
            <a:ext cx="30789" cy="59140"/>
          </a:xfrm>
          <a:custGeom>
            <a:avLst/>
            <a:gdLst/>
            <a:ahLst/>
            <a:cxnLst/>
            <a:rect l="0" t="0" r="r" b="b"/>
            <a:pathLst>
              <a:path w="3232" h="6209" fill="none">
                <a:moveTo>
                  <a:pt x="3232" y="6209"/>
                </a:moveTo>
                <a:lnTo>
                  <a:pt x="0" y="0"/>
                </a:lnTo>
              </a:path>
            </a:pathLst>
          </a:custGeom>
          <a:noFill/>
          <a:ln w="17145">
            <a:solidFill>
              <a:srgbClr val="315F46"/>
            </a:solidFill>
          </a:ln>
        </p:spPr>
      </p:sp>
      <p:sp>
        <p:nvSpPr>
          <p:cNvPr id="20034" name="Portrait connection"/>
          <p:cNvSpPr/>
          <p:nvPr/>
        </p:nvSpPr>
        <p:spPr>
          <a:xfrm>
            <a:off x="13330238" y="20187581"/>
            <a:ext cx="30789" cy="59140"/>
          </a:xfrm>
          <a:custGeom>
            <a:avLst/>
            <a:gdLst/>
            <a:ahLst/>
            <a:cxnLst/>
            <a:rect l="0" t="0" r="r" b="b"/>
            <a:pathLst>
              <a:path w="3232" h="6209" fill="none">
                <a:moveTo>
                  <a:pt x="0" y="6209"/>
                </a:moveTo>
                <a:lnTo>
                  <a:pt x="3232" y="0"/>
                </a:lnTo>
              </a:path>
            </a:pathLst>
          </a:custGeom>
          <a:noFill/>
          <a:ln w="17145">
            <a:solidFill>
              <a:srgbClr val="315F46"/>
            </a:solidFill>
          </a:ln>
        </p:spPr>
      </p:sp>
      <p:sp>
        <p:nvSpPr>
          <p:cNvPr id="20035" name="6 groups"/>
          <p:cNvSpPr>
            <a:spLocks noGrp="1"/>
          </p:cNvSpPr>
          <p:nvPr/>
        </p:nvSpPr>
        <p:spPr>
          <a:xfrm>
            <a:off x="7867650" y="3095625"/>
            <a:ext cx="523875" cy="333375"/>
          </a:xfrm>
          <a:prstGeom prst="rect">
            <a:avLst/>
          </a:prstGeom>
          <a:noFill/>
          <a:ln w="0">
            <a:noFill/>
          </a:ln>
        </p:spPr>
        <p:txBody>
          <a:bodyPr wrap="none" lIns="0" tIns="0" rIns="0" bIns="0" anchor="ctr">
            <a:noAutofit/>
          </a:bodyPr>
          <a:lstStyle>
            <a:defPPr algn="ctr">
              <a:defRPr sz="1688" b="0" i="0">
                <a:solidFill>
                  <a:srgbClr val="315B79"/>
                </a:solidFill>
                <a:latin typeface="Times New Roman" panose="02020503050405090304"/>
                <a:ea typeface="Times New Roman" panose="02020503050405090304"/>
                <a:cs typeface="Times New Roman" panose="02020503050405090304"/>
              </a:defRPr>
            </a:defPPr>
          </a:lstStyle>
          <a:p>
            <a:pPr algn="ctr">
              <a:defRPr sz="1688" b="0" i="0">
                <a:solidFill>
                  <a:srgbClr val="315B79"/>
                </a:solidFill>
                <a:latin typeface="Times New Roman" panose="02020503050405090304"/>
                <a:ea typeface="Times New Roman" panose="02020503050405090304"/>
                <a:cs typeface="Times New Roman" panose="02020503050405090304"/>
              </a:defRPr>
            </a:pPr>
            <a:r>
              <a:rPr sz="1688" b="0" i="0">
                <a:solidFill>
                  <a:srgbClr val="315B79"/>
                </a:solidFill>
                <a:latin typeface="Times New Roman" panose="02020503050405090304"/>
                <a:ea typeface="Times New Roman" panose="02020503050405090304"/>
                <a:cs typeface="Times New Roman" panose="02020503050405090304"/>
              </a:rPr>
              <a:t>(a)</a:t>
            </a:r>
            <a:endParaRPr sz="1688" b="0" i="0">
              <a:solidFill>
                <a:srgbClr val="315B79"/>
              </a:solidFill>
              <a:latin typeface="Times New Roman" panose="02020503050405090304"/>
              <a:ea typeface="Times New Roman" panose="02020503050405090304"/>
              <a:cs typeface="Times New Roman" panose="02020503050405090304"/>
            </a:endParaRPr>
          </a:p>
        </p:txBody>
      </p:sp>
      <p:sp>
        <p:nvSpPr>
          <p:cNvPr id="20036" name="6 groups"/>
          <p:cNvSpPr>
            <a:spLocks noGrp="1"/>
          </p:cNvSpPr>
          <p:nvPr/>
        </p:nvSpPr>
        <p:spPr>
          <a:xfrm>
            <a:off x="16094011" y="9605010"/>
            <a:ext cx="476250" cy="304800"/>
          </a:xfrm>
          <a:prstGeom prst="rect">
            <a:avLst/>
          </a:prstGeom>
          <a:noFill/>
          <a:ln w="0">
            <a:noFill/>
          </a:ln>
        </p:spPr>
        <p:txBody>
          <a:bodyPr wrap="none" lIns="0" tIns="0" rIns="0" bIns="0" anchor="ctr">
            <a:noAutofit/>
          </a:bodyPr>
          <a:lstStyle>
            <a:defPPr algn="ctr">
              <a:defRPr sz="1688" b="0" i="0">
                <a:solidFill>
                  <a:srgbClr val="805431"/>
                </a:solidFill>
                <a:latin typeface="Times New Roman" panose="02020503050405090304"/>
                <a:ea typeface="Times New Roman" panose="02020503050405090304"/>
                <a:cs typeface="Times New Roman" panose="02020503050405090304"/>
              </a:defRPr>
            </a:defPPr>
          </a:lstStyle>
          <a:p>
            <a:pPr algn="ctr">
              <a:defRPr sz="1688" b="0" i="0">
                <a:solidFill>
                  <a:srgbClr val="805431"/>
                </a:solidFill>
                <a:latin typeface="Times New Roman" panose="02020503050405090304"/>
                <a:ea typeface="Times New Roman" panose="02020503050405090304"/>
                <a:cs typeface="Times New Roman" panose="02020503050405090304"/>
              </a:defRPr>
            </a:pPr>
            <a:r>
              <a:rPr sz="1688" b="0" i="0">
                <a:solidFill>
                  <a:srgbClr val="805431"/>
                </a:solidFill>
                <a:latin typeface="Times New Roman" panose="02020503050405090304"/>
                <a:ea typeface="Times New Roman" panose="02020503050405090304"/>
                <a:cs typeface="Times New Roman" panose="02020503050405090304"/>
              </a:rPr>
              <a:t>(b)</a:t>
            </a:r>
            <a:endParaRPr sz="1688" b="0" i="0">
              <a:solidFill>
                <a:srgbClr val="805431"/>
              </a:solidFill>
              <a:latin typeface="Times New Roman" panose="02020503050405090304"/>
              <a:ea typeface="Times New Roman" panose="02020503050405090304"/>
              <a:cs typeface="Times New Roman" panose="02020503050405090304"/>
            </a:endParaRP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1620</Words>
  <Application>WPS 文字</Application>
  <PresentationFormat>Converted Presentation</PresentationFormat>
  <Paragraphs>230</Paragraphs>
  <Slides>1</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vt:i4>
      </vt:variant>
    </vt:vector>
  </HeadingPairs>
  <TitlesOfParts>
    <vt:vector size="16" baseType="lpstr">
      <vt:lpstr>Arial</vt:lpstr>
      <vt:lpstr>宋体</vt:lpstr>
      <vt:lpstr>Wingdings</vt:lpstr>
      <vt:lpstr>Times New Roman</vt:lpstr>
      <vt:lpstr>Times New Roman Regular</vt:lpstr>
      <vt:lpstr>微软雅黑</vt:lpstr>
      <vt:lpstr>方正雅意黑 GB18030L2</vt:lpstr>
      <vt:lpstr>宋体</vt:lpstr>
      <vt:lpstr>Arial Unicode MS</vt:lpstr>
      <vt:lpstr>Aptos</vt:lpstr>
      <vt:lpstr>Helvetica Neue</vt:lpstr>
      <vt:lpstr>汉仪书宋二KW</vt:lpstr>
      <vt:lpstr>Calibri</vt:lpstr>
      <vt:lpstr>Times New Roman</vt:lpstr>
      <vt:lpstr>ChatGPT</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开心果</cp:lastModifiedBy>
  <cp:revision>2</cp:revision>
  <dcterms:created xsi:type="dcterms:W3CDTF">2026-10-16T13:06:56Z</dcterms:created>
  <dcterms:modified xsi:type="dcterms:W3CDTF">2026-10-16T13:06:56Z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DF46C0276B2073365D21D26A08245EC5_42</vt:lpwstr>
  </property>
  <property fmtid="{D5CDD505-2E9C-101B-9397-08002B2CF9AE}" pid="3" name="KSOProductBuildVer">
    <vt:lpwstr>2052-12.1.28496.28496</vt:lpwstr>
  </property>
</Properties>
</file>