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9050000" cy="13144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PHAST-DP editable architecture revision 5, following the user's 2026-10-15 sketch. Panel (a) spans the top left and centre; panel (b) is left; the central complete model reads downward; panel (c) is at the upper right; a structured output report occupies the lower right. Each module has a thin flat rectangular boundary. All typography is Times New Roman.</a:t>
            </a:r>
          </a:p>
          <a:p>
            <a:r>
              <a:t>The pattern projections and geographic projections are different objects, not successive transforms of the same matrix. At a fixed encoder time step, Q^P is 38 by 20, while K^P and V^P are 16 by 20. Pattern attention produces 38 by 16 weights and a 38 by 20 context. The base geographic key, context and updated key share dimensions 38 by 20 before head reshaping. The 20-channel geographic projection is split into two heads of width d_h=10. The source scales both pattern and geographic attention by 1/sqrt(d_h). The figure shows the addition explicitly and varies the updated key's cell pattern and outline. The drawn cell counts are compressed schematics; printed dimension labels define the actual meaning.</a:t>
            </a:r>
          </a:p>
          <a:p>
            <a:r>
              <a:t>The report is a schematic prediction output, not an experimental result table: i*, w-hat, s-hat, d-hat, c-hat, ell-hat are symbolic. The highlighted event interval, one-hot process-class indicator and progress bar do not claim measured forecasts. No numerical performance values were invented. The causal/lag traces, graph, matrices, clustering points and feature patches are mechanism illustrations.</a:t>
            </a:r>
          </a:p>
          <a:p>
            <a:r>
              <a:t>Sources: paper main.tex on dev_xwt at ffcfbb7 and isaac_factory origin/dev_tyx 29655baee57b9095119589a211ae1e2113b84078, factory_bn/graph.py, dataset.py, cause_cluster.py, model.py and backbone.py. Current dimensions: 30 history windows, 38 resource nodes, 27 channels, 6 feature groups, 5 pre-norm blocks with 4 temporal/2 geographic/2 semantic heads. The graph uses five node types and symmetric weighted adjacency. Material availability is a resource feature.</a:t>
            </a:r>
          </a:p>
          <a:p>
            <a:r>
              <a:t>Event labels use process rules and persistence. Regime IDs for event conditioning are deterministic rule-based identifiers. The active k-means fits 16 prototypes from length-3 training activity patches; online pattern queries use queue patches. Pattern context is added only to geographic K. Offline exploratory K=8 descriptors with zero prediction-loss weight are omitted. Dashed brown lines convey training supervision and the loss path; a dashed green leader identifies the expanded geographic attention. The main diagram includes residuals, grouped embedding, event/regime/precursor fusion, state/order-progress decoding, graph-pooled cause decoding and event report assembly. Training-loss algebra and dropout are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905000" y="4965700"/>
            <a:ext cx="15240000" cy="189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857500" y="7229475"/>
            <a:ext cx="13335000" cy="1460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905000" y="5476875"/>
            <a:ext cx="15240000" cy="2190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5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1690687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1012031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50" name="PHAST-DP"/>
          <p:cNvSpPr>
            <a:spLocks noGrp="1"/>
          </p:cNvSpPr>
          <p:nvPr/>
        </p:nvSpPr>
        <p:spPr>
          <a:xfrm>
            <a:off x="6457950" y="142875"/>
            <a:ext cx="61436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84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84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4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PHAST-DP</a:t>
            </a:r>
            <a:endParaRPr sz="2845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(a) Heterogeneous resource representation"/>
          <p:cNvSpPr>
            <a:spLocks noGrp="1"/>
          </p:cNvSpPr>
          <p:nvPr/>
        </p:nvSpPr>
        <p:spPr>
          <a:xfrm>
            <a:off x="333375" y="809625"/>
            <a:ext cx="11811000" cy="2381250"/>
          </a:xfrm>
          <a:prstGeom prst="rect">
            <a:avLst/>
          </a:prstGeom>
          <a:solidFill>
            <a:srgbClr val="FFFFFF"/>
          </a:solidFill>
          <a:ln w="15945">
            <a:solidFill>
              <a:srgbClr val="315B79"/>
            </a:solidFill>
            <a:prstDash val="solid"/>
          </a:ln>
        </p:spPr>
      </p:sp>
      <p:sp>
        <p:nvSpPr>
          <p:cNvPr id="3" name="(a) Heterogeneous resource representation"/>
          <p:cNvSpPr>
            <a:spLocks noGrp="1"/>
          </p:cNvSpPr>
          <p:nvPr/>
        </p:nvSpPr>
        <p:spPr>
          <a:xfrm>
            <a:off x="523875" y="923925"/>
            <a:ext cx="114300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30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330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30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(a) Heterogeneous resource representation</a:t>
            </a:r>
            <a:endParaRPr sz="2330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line-1"/>
          <p:cNvSpPr>
            <a:spLocks noGrp="1"/>
          </p:cNvSpPr>
          <p:nvPr/>
        </p:nvSpPr>
        <p:spPr>
          <a:xfrm>
            <a:off x="523875" y="1362075"/>
            <a:ext cx="11430000" cy="95"/>
          </a:xfrm>
          <a:custGeom>
            <a:avLst/>
            <a:gdLst/>
            <a:ahLst/>
            <a:cxnLst/>
            <a:pathLst>
              <a:path w="11430000" h="9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7620">
            <a:solidFill>
              <a:srgbClr val="315B79"/>
            </a:solidFill>
            <a:prstDash val="solid"/>
          </a:ln>
        </p:spPr>
      </p:sp>
      <p:sp>
        <p:nvSpPr>
          <p:cNvPr id="5" name="(b) Process-informed supervision&#10;and pattern clustering"/>
          <p:cNvSpPr>
            <a:spLocks noGrp="1"/>
          </p:cNvSpPr>
          <p:nvPr/>
        </p:nvSpPr>
        <p:spPr>
          <a:xfrm>
            <a:off x="333375" y="3476625"/>
            <a:ext cx="5143500" cy="9286875"/>
          </a:xfrm>
          <a:prstGeom prst="rect">
            <a:avLst/>
          </a:prstGeom>
          <a:solidFill>
            <a:srgbClr val="FFFFFF"/>
          </a:solidFill>
          <a:ln w="15945">
            <a:solidFill>
              <a:srgbClr val="805431"/>
            </a:solidFill>
            <a:prstDash val="solid"/>
          </a:ln>
        </p:spPr>
      </p:sp>
      <p:sp>
        <p:nvSpPr>
          <p:cNvPr id="6" name="(b) Process-informed supervision&#10;and pattern clustering"/>
          <p:cNvSpPr>
            <a:spLocks noGrp="1"/>
          </p:cNvSpPr>
          <p:nvPr/>
        </p:nvSpPr>
        <p:spPr>
          <a:xfrm>
            <a:off x="523875" y="3590925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3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lnSpc>
                <a:spcPct val="95000"/>
              </a:lnSpc>
              <a:defRPr sz="233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3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(b) Process-informed supervision</a:t>
            </a:r>
            <a:endParaRPr sz="2330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lnSpc>
                <a:spcPct val="95000"/>
              </a:lnSpc>
              <a:defRPr sz="233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3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pattern clustering</a:t>
            </a:r>
            <a:endParaRPr sz="2330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line-2"/>
          <p:cNvSpPr>
            <a:spLocks noGrp="1"/>
          </p:cNvSpPr>
          <p:nvPr/>
        </p:nvSpPr>
        <p:spPr>
          <a:xfrm>
            <a:off x="523875" y="4286250"/>
            <a:ext cx="4762500" cy="95"/>
          </a:xfrm>
          <a:custGeom>
            <a:avLst/>
            <a:gdLst/>
            <a:ahLst/>
            <a:cxnLst/>
            <a:pathLst>
              <a:path w="4762500" h="9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7620">
            <a:solidFill>
              <a:srgbClr val="805431"/>
            </a:solidFill>
            <a:prstDash val="solid"/>
          </a:ln>
        </p:spPr>
      </p:sp>
      <p:sp>
        <p:nvSpPr>
          <p:cNvPr id="8" name="Prediction network"/>
          <p:cNvSpPr>
            <a:spLocks noGrp="1"/>
          </p:cNvSpPr>
          <p:nvPr/>
        </p:nvSpPr>
        <p:spPr>
          <a:xfrm>
            <a:off x="5810250" y="3476625"/>
            <a:ext cx="6334125" cy="9286875"/>
          </a:xfrm>
          <a:prstGeom prst="rect">
            <a:avLst/>
          </a:prstGeom>
          <a:solidFill>
            <a:srgbClr val="FFFFFF"/>
          </a:solidFill>
          <a:ln w="19031">
            <a:solidFill>
              <a:srgbClr val="344453"/>
            </a:solidFill>
            <a:prstDash val="solid"/>
          </a:ln>
        </p:spPr>
      </p:sp>
      <p:sp>
        <p:nvSpPr>
          <p:cNvPr id="9" name="Prediction network"/>
          <p:cNvSpPr>
            <a:spLocks noGrp="1"/>
          </p:cNvSpPr>
          <p:nvPr/>
        </p:nvSpPr>
        <p:spPr>
          <a:xfrm>
            <a:off x="6000750" y="3590925"/>
            <a:ext cx="59531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30" b="1" i="0">
                <a:solidFill>
                  <a:srgbClr val="344453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330" b="1" i="0">
                <a:solidFill>
                  <a:srgbClr val="344453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30" b="1" i="0">
                <a:solidFill>
                  <a:srgbClr val="344453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Prediction network</a:t>
            </a:r>
            <a:endParaRPr sz="2330" b="1" i="0">
              <a:solidFill>
                <a:srgbClr val="344453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line-3"/>
          <p:cNvSpPr>
            <a:spLocks noGrp="1"/>
          </p:cNvSpPr>
          <p:nvPr/>
        </p:nvSpPr>
        <p:spPr>
          <a:xfrm>
            <a:off x="6000750" y="4029075"/>
            <a:ext cx="5953125" cy="95"/>
          </a:xfrm>
          <a:custGeom>
            <a:avLst/>
            <a:gdLst/>
            <a:ahLst/>
            <a:cxnLst/>
            <a:pathLst>
              <a:path w="5953125" h="95">
                <a:moveTo>
                  <a:pt x="0" y="0"/>
                </a:moveTo>
                <a:lnTo>
                  <a:pt x="5953125" y="0"/>
                </a:lnTo>
              </a:path>
            </a:pathLst>
          </a:custGeom>
          <a:noFill/>
          <a:ln w="7620">
            <a:solidFill>
              <a:srgbClr val="344453"/>
            </a:solidFill>
            <a:prstDash val="solid"/>
          </a:ln>
        </p:spPr>
      </p:sp>
      <p:sp>
        <p:nvSpPr>
          <p:cNvPr id="11" name="(c) Delay-conditioned interaction"/>
          <p:cNvSpPr>
            <a:spLocks noGrp="1"/>
          </p:cNvSpPr>
          <p:nvPr/>
        </p:nvSpPr>
        <p:spPr>
          <a:xfrm>
            <a:off x="12573000" y="809625"/>
            <a:ext cx="6143625" cy="7620000"/>
          </a:xfrm>
          <a:prstGeom prst="rect">
            <a:avLst/>
          </a:prstGeom>
          <a:solidFill>
            <a:srgbClr val="FFFFFF"/>
          </a:solidFill>
          <a:ln w="15945">
            <a:solidFill>
              <a:srgbClr val="315F46"/>
            </a:solidFill>
            <a:prstDash val="solid"/>
          </a:ln>
        </p:spPr>
      </p:sp>
      <p:sp>
        <p:nvSpPr>
          <p:cNvPr id="12" name="(c) Delay-conditioned interaction"/>
          <p:cNvSpPr>
            <a:spLocks noGrp="1"/>
          </p:cNvSpPr>
          <p:nvPr/>
        </p:nvSpPr>
        <p:spPr>
          <a:xfrm>
            <a:off x="12763500" y="923925"/>
            <a:ext cx="5762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3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33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3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(c) Delay-conditioned interaction</a:t>
            </a:r>
            <a:endParaRPr sz="2330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line-4"/>
          <p:cNvSpPr>
            <a:spLocks noGrp="1"/>
          </p:cNvSpPr>
          <p:nvPr/>
        </p:nvSpPr>
        <p:spPr>
          <a:xfrm>
            <a:off x="12763500" y="1362075"/>
            <a:ext cx="5762625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315F46"/>
            </a:solidFill>
            <a:prstDash val="solid"/>
          </a:ln>
        </p:spPr>
      </p:sp>
      <p:sp>
        <p:nvSpPr>
          <p:cNvPr id="14" name="Structured bottleneck report"/>
          <p:cNvSpPr>
            <a:spLocks noGrp="1"/>
          </p:cNvSpPr>
          <p:nvPr/>
        </p:nvSpPr>
        <p:spPr>
          <a:xfrm>
            <a:off x="12573000" y="8810625"/>
            <a:ext cx="6143625" cy="3952875"/>
          </a:xfrm>
          <a:prstGeom prst="rect">
            <a:avLst/>
          </a:prstGeom>
          <a:solidFill>
            <a:srgbClr val="FFFFFF"/>
          </a:solidFill>
          <a:ln w="15945">
            <a:solidFill>
              <a:srgbClr val="315B79"/>
            </a:solidFill>
            <a:prstDash val="solid"/>
          </a:ln>
        </p:spPr>
      </p:sp>
      <p:sp>
        <p:nvSpPr>
          <p:cNvPr id="15" name="Structured bottleneck report"/>
          <p:cNvSpPr>
            <a:spLocks noGrp="1"/>
          </p:cNvSpPr>
          <p:nvPr/>
        </p:nvSpPr>
        <p:spPr>
          <a:xfrm>
            <a:off x="12763500" y="8924925"/>
            <a:ext cx="5762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30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330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30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Structured bottleneck report</a:t>
            </a:r>
            <a:endParaRPr sz="2330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line-5"/>
          <p:cNvSpPr>
            <a:spLocks noGrp="1"/>
          </p:cNvSpPr>
          <p:nvPr/>
        </p:nvSpPr>
        <p:spPr>
          <a:xfrm>
            <a:off x="12763500" y="9363075"/>
            <a:ext cx="5762625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315B79"/>
            </a:solidFill>
            <a:prstDash val="solid"/>
          </a:ln>
        </p:spPr>
      </p:sp>
      <p:sp>
        <p:nvSpPr>
          <p:cNvPr id="17" name="line-6"/>
          <p:cNvSpPr>
            <a:spLocks noGrp="1"/>
          </p:cNvSpPr>
          <p:nvPr/>
        </p:nvSpPr>
        <p:spPr>
          <a:xfrm>
            <a:off x="1114425" y="2286000"/>
            <a:ext cx="1400175" cy="95"/>
          </a:xfrm>
          <a:custGeom>
            <a:avLst/>
            <a:gdLst/>
            <a:ahLst/>
            <a:cxnLst/>
            <a:pathLst>
              <a:path w="1400175" h="95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/>
          <a:ln w="23622">
            <a:solidFill>
              <a:srgbClr val="315B79"/>
            </a:solidFill>
            <a:prstDash val="solid"/>
          </a:ln>
        </p:spPr>
      </p:sp>
      <p:sp>
        <p:nvSpPr>
          <p:cNvPr id="18" name="line-7"/>
          <p:cNvSpPr>
            <a:spLocks noGrp="1"/>
          </p:cNvSpPr>
          <p:nvPr/>
        </p:nvSpPr>
        <p:spPr>
          <a:xfrm>
            <a:off x="2514600" y="2286000"/>
            <a:ext cx="1371600" cy="95"/>
          </a:xfrm>
          <a:custGeom>
            <a:avLst/>
            <a:gdLst/>
            <a:ahLst/>
            <a:cxnLst/>
            <a:pathLst>
              <a:path w="1371600" h="9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23622">
            <a:solidFill>
              <a:srgbClr val="315B79"/>
            </a:solidFill>
            <a:prstDash val="solid"/>
          </a:ln>
        </p:spPr>
      </p:sp>
      <p:sp>
        <p:nvSpPr>
          <p:cNvPr id="19" name="line-8"/>
          <p:cNvSpPr>
            <a:spLocks noGrp="1"/>
          </p:cNvSpPr>
          <p:nvPr/>
        </p:nvSpPr>
        <p:spPr>
          <a:xfrm>
            <a:off x="1114425" y="1771650"/>
            <a:ext cx="628650" cy="514350"/>
          </a:xfrm>
          <a:custGeom>
            <a:avLst/>
            <a:gdLst/>
            <a:ahLst/>
            <a:cxnLst/>
            <a:pathLst>
              <a:path w="628650" h="514350">
                <a:moveTo>
                  <a:pt x="628650" y="0"/>
                </a:moveTo>
                <a:lnTo>
                  <a:pt x="0" y="51435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20" name="line-9"/>
          <p:cNvSpPr>
            <a:spLocks noGrp="1"/>
          </p:cNvSpPr>
          <p:nvPr/>
        </p:nvSpPr>
        <p:spPr>
          <a:xfrm>
            <a:off x="1743075" y="1771650"/>
            <a:ext cx="771525" cy="514350"/>
          </a:xfrm>
          <a:custGeom>
            <a:avLst/>
            <a:gdLst/>
            <a:ahLst/>
            <a:cxnLst/>
            <a:pathLst>
              <a:path w="771525" h="514350">
                <a:moveTo>
                  <a:pt x="0" y="0"/>
                </a:moveTo>
                <a:lnTo>
                  <a:pt x="771525" y="51435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21" name="line-10"/>
          <p:cNvSpPr>
            <a:spLocks noGrp="1"/>
          </p:cNvSpPr>
          <p:nvPr/>
        </p:nvSpPr>
        <p:spPr>
          <a:xfrm>
            <a:off x="2514600" y="2286000"/>
            <a:ext cx="676275" cy="514350"/>
          </a:xfrm>
          <a:custGeom>
            <a:avLst/>
            <a:gdLst/>
            <a:ahLst/>
            <a:cxnLst/>
            <a:pathLst>
              <a:path w="676275" h="514350">
                <a:moveTo>
                  <a:pt x="676275" y="51435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22" name="line-11"/>
          <p:cNvSpPr>
            <a:spLocks noGrp="1"/>
          </p:cNvSpPr>
          <p:nvPr/>
        </p:nvSpPr>
        <p:spPr>
          <a:xfrm>
            <a:off x="3190875" y="2286000"/>
            <a:ext cx="695325" cy="514350"/>
          </a:xfrm>
          <a:custGeom>
            <a:avLst/>
            <a:gdLst/>
            <a:ahLst/>
            <a:cxnLst/>
            <a:pathLst>
              <a:path w="695325" h="514350">
                <a:moveTo>
                  <a:pt x="0" y="514350"/>
                </a:moveTo>
                <a:lnTo>
                  <a:pt x="695325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23" name="line-12"/>
          <p:cNvSpPr>
            <a:spLocks noGrp="1"/>
          </p:cNvSpPr>
          <p:nvPr/>
        </p:nvSpPr>
        <p:spPr>
          <a:xfrm>
            <a:off x="742950" y="1743075"/>
            <a:ext cx="371475" cy="542925"/>
          </a:xfrm>
          <a:custGeom>
            <a:avLst/>
            <a:gdLst/>
            <a:ahLst/>
            <a:cxnLst/>
            <a:pathLst>
              <a:path w="371475" h="542925">
                <a:moveTo>
                  <a:pt x="0" y="0"/>
                </a:moveTo>
                <a:lnTo>
                  <a:pt x="371475" y="542925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4" name="line-13"/>
          <p:cNvSpPr>
            <a:spLocks noGrp="1"/>
          </p:cNvSpPr>
          <p:nvPr/>
        </p:nvSpPr>
        <p:spPr>
          <a:xfrm>
            <a:off x="742950" y="1743075"/>
            <a:ext cx="1771650" cy="542925"/>
          </a:xfrm>
          <a:custGeom>
            <a:avLst/>
            <a:gdLst/>
            <a:ahLst/>
            <a:cxnLst/>
            <a:pathLst>
              <a:path w="1771650" h="542925">
                <a:moveTo>
                  <a:pt x="0" y="0"/>
                </a:moveTo>
                <a:lnTo>
                  <a:pt x="1771650" y="542925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5" name="line-14"/>
          <p:cNvSpPr>
            <a:spLocks noGrp="1"/>
          </p:cNvSpPr>
          <p:nvPr/>
        </p:nvSpPr>
        <p:spPr>
          <a:xfrm>
            <a:off x="2514600" y="1752600"/>
            <a:ext cx="1714500" cy="533400"/>
          </a:xfrm>
          <a:custGeom>
            <a:avLst/>
            <a:gdLst/>
            <a:ahLst/>
            <a:cxnLst/>
            <a:pathLst>
              <a:path w="1714500" h="533400">
                <a:moveTo>
                  <a:pt x="1714500" y="0"/>
                </a:moveTo>
                <a:lnTo>
                  <a:pt x="0" y="533400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6" name="line-15"/>
          <p:cNvSpPr>
            <a:spLocks noGrp="1"/>
          </p:cNvSpPr>
          <p:nvPr/>
        </p:nvSpPr>
        <p:spPr>
          <a:xfrm>
            <a:off x="3886200" y="1752600"/>
            <a:ext cx="342900" cy="533400"/>
          </a:xfrm>
          <a:custGeom>
            <a:avLst/>
            <a:gdLst/>
            <a:ahLst/>
            <a:cxnLst/>
            <a:pathLst>
              <a:path w="342900" h="533400">
                <a:moveTo>
                  <a:pt x="342900" y="0"/>
                </a:moveTo>
                <a:lnTo>
                  <a:pt x="0" y="533400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7" name="line-16"/>
          <p:cNvSpPr>
            <a:spLocks noGrp="1"/>
          </p:cNvSpPr>
          <p:nvPr/>
        </p:nvSpPr>
        <p:spPr>
          <a:xfrm>
            <a:off x="762000" y="2286000"/>
            <a:ext cx="352425" cy="504825"/>
          </a:xfrm>
          <a:custGeom>
            <a:avLst/>
            <a:gdLst/>
            <a:ahLst/>
            <a:cxnLst/>
            <a:pathLst>
              <a:path w="352425" h="504825">
                <a:moveTo>
                  <a:pt x="0" y="504825"/>
                </a:moveTo>
                <a:lnTo>
                  <a:pt x="352425" y="0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8" name="line-17"/>
          <p:cNvSpPr>
            <a:spLocks noGrp="1"/>
          </p:cNvSpPr>
          <p:nvPr/>
        </p:nvSpPr>
        <p:spPr>
          <a:xfrm>
            <a:off x="762000" y="2286000"/>
            <a:ext cx="1752600" cy="504825"/>
          </a:xfrm>
          <a:custGeom>
            <a:avLst/>
            <a:gdLst/>
            <a:ahLst/>
            <a:cxnLst/>
            <a:pathLst>
              <a:path w="1752600" h="504825">
                <a:moveTo>
                  <a:pt x="0" y="504825"/>
                </a:moveTo>
                <a:lnTo>
                  <a:pt x="1752600" y="0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9" name="M1"/>
          <p:cNvSpPr>
            <a:spLocks noGrp="1"/>
          </p:cNvSpPr>
          <p:nvPr/>
        </p:nvSpPr>
        <p:spPr>
          <a:xfrm>
            <a:off x="914400" y="2133600"/>
            <a:ext cx="400050" cy="304800"/>
          </a:xfrm>
          <a:prstGeom prst="rect">
            <a:avLst/>
          </a:prstGeom>
          <a:solidFill>
            <a:srgbClr val="A7C4D8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30" name="M1"/>
          <p:cNvSpPr>
            <a:spLocks noGrp="1"/>
          </p:cNvSpPr>
          <p:nvPr/>
        </p:nvSpPr>
        <p:spPr>
          <a:xfrm>
            <a:off x="914400" y="2152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M1</a:t>
            </a:r>
            <a:endParaRPr sz="1595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M2"/>
          <p:cNvSpPr>
            <a:spLocks noGrp="1"/>
          </p:cNvSpPr>
          <p:nvPr/>
        </p:nvSpPr>
        <p:spPr>
          <a:xfrm>
            <a:off x="2314575" y="2133600"/>
            <a:ext cx="400050" cy="304800"/>
          </a:xfrm>
          <a:prstGeom prst="rect">
            <a:avLst/>
          </a:prstGeom>
          <a:solidFill>
            <a:srgbClr val="A7C4D8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32" name="M2"/>
          <p:cNvSpPr>
            <a:spLocks noGrp="1"/>
          </p:cNvSpPr>
          <p:nvPr/>
        </p:nvSpPr>
        <p:spPr>
          <a:xfrm>
            <a:off x="2314575" y="2152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M2</a:t>
            </a:r>
            <a:endParaRPr sz="1595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M3"/>
          <p:cNvSpPr>
            <a:spLocks noGrp="1"/>
          </p:cNvSpPr>
          <p:nvPr/>
        </p:nvSpPr>
        <p:spPr>
          <a:xfrm>
            <a:off x="3686175" y="2133600"/>
            <a:ext cx="400050" cy="304800"/>
          </a:xfrm>
          <a:prstGeom prst="rect">
            <a:avLst/>
          </a:prstGeom>
          <a:solidFill>
            <a:srgbClr val="A7C4D8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34" name="M3"/>
          <p:cNvSpPr>
            <a:spLocks noGrp="1"/>
          </p:cNvSpPr>
          <p:nvPr/>
        </p:nvSpPr>
        <p:spPr>
          <a:xfrm>
            <a:off x="3686175" y="2152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M3</a:t>
            </a:r>
            <a:endParaRPr sz="1595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B1"/>
          <p:cNvSpPr>
            <a:spLocks noGrp="1"/>
          </p:cNvSpPr>
          <p:nvPr/>
        </p:nvSpPr>
        <p:spPr>
          <a:xfrm>
            <a:off x="1571625" y="1657350"/>
            <a:ext cx="342900" cy="228600"/>
          </a:xfrm>
          <a:prstGeom prst="rect">
            <a:avLst/>
          </a:prstGeom>
          <a:solidFill>
            <a:srgbClr val="D3E2EC"/>
          </a:solidFill>
          <a:ln w="12993">
            <a:solidFill>
              <a:srgbClr val="315B79"/>
            </a:solidFill>
            <a:prstDash val="solid"/>
          </a:ln>
        </p:spPr>
      </p:sp>
      <p:sp>
        <p:nvSpPr>
          <p:cNvPr id="36" name="B1"/>
          <p:cNvSpPr>
            <a:spLocks noGrp="1"/>
          </p:cNvSpPr>
          <p:nvPr/>
        </p:nvSpPr>
        <p:spPr>
          <a:xfrm>
            <a:off x="1571625" y="166687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B1</a:t>
            </a:r>
            <a:endParaRPr sz="15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B2"/>
          <p:cNvSpPr>
            <a:spLocks noGrp="1"/>
          </p:cNvSpPr>
          <p:nvPr/>
        </p:nvSpPr>
        <p:spPr>
          <a:xfrm>
            <a:off x="3019425" y="2686050"/>
            <a:ext cx="342900" cy="228600"/>
          </a:xfrm>
          <a:prstGeom prst="rect">
            <a:avLst/>
          </a:prstGeom>
          <a:solidFill>
            <a:srgbClr val="D3E2EC"/>
          </a:solidFill>
          <a:ln w="12993">
            <a:solidFill>
              <a:srgbClr val="315B79"/>
            </a:solidFill>
            <a:prstDash val="solid"/>
          </a:ln>
        </p:spPr>
      </p:sp>
      <p:sp>
        <p:nvSpPr>
          <p:cNvPr id="38" name="B2"/>
          <p:cNvSpPr>
            <a:spLocks noGrp="1"/>
          </p:cNvSpPr>
          <p:nvPr/>
        </p:nvSpPr>
        <p:spPr>
          <a:xfrm>
            <a:off x="3019425" y="269557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B2</a:t>
            </a:r>
            <a:endParaRPr sz="15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H"/>
          <p:cNvSpPr>
            <a:spLocks noGrp="1"/>
          </p:cNvSpPr>
          <p:nvPr/>
        </p:nvSpPr>
        <p:spPr>
          <a:xfrm>
            <a:off x="609600" y="1609725"/>
            <a:ext cx="266700" cy="2667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40" name="H"/>
          <p:cNvSpPr>
            <a:spLocks noGrp="1"/>
          </p:cNvSpPr>
          <p:nvPr/>
        </p:nvSpPr>
        <p:spPr>
          <a:xfrm>
            <a:off x="609600" y="160972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20" b="0" i="0">
                <a:solidFill>
                  <a:srgbClr val="17202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20" b="0" i="0">
                <a:solidFill>
                  <a:srgbClr val="17202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20" b="0" i="0">
                <a:solidFill>
                  <a:srgbClr val="17202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endParaRPr sz="1220" b="0" i="0">
              <a:solidFill>
                <a:srgbClr val="17202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G"/>
          <p:cNvSpPr>
            <a:spLocks noGrp="1"/>
          </p:cNvSpPr>
          <p:nvPr/>
        </p:nvSpPr>
        <p:spPr>
          <a:xfrm>
            <a:off x="4062413" y="1585913"/>
            <a:ext cx="333375" cy="333375"/>
          </a:xfrm>
          <a:prstGeom prst="diamond">
            <a:avLst/>
          </a:prstGeom>
          <a:solidFill>
            <a:srgbClr val="7EA4BE"/>
          </a:solidFill>
          <a:ln w="15355">
            <a:solidFill>
              <a:srgbClr val="315B79"/>
            </a:solidFill>
          </a:ln>
        </p:spPr>
      </p:sp>
      <p:sp>
        <p:nvSpPr>
          <p:cNvPr id="42" name="G"/>
          <p:cNvSpPr>
            <a:spLocks noGrp="1"/>
          </p:cNvSpPr>
          <p:nvPr/>
        </p:nvSpPr>
        <p:spPr>
          <a:xfrm>
            <a:off x="4062413" y="16192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</a:t>
            </a:r>
            <a:endParaRPr sz="1595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3" name="R"/>
          <p:cNvSpPr>
            <a:spLocks noGrp="1"/>
          </p:cNvSpPr>
          <p:nvPr/>
        </p:nvSpPr>
        <p:spPr>
          <a:xfrm>
            <a:off x="595313" y="2624138"/>
            <a:ext cx="333375" cy="333375"/>
          </a:xfrm>
          <a:prstGeom prst="diamond">
            <a:avLst/>
          </a:prstGeom>
          <a:solidFill>
            <a:srgbClr val="B8D0DF"/>
          </a:solidFill>
          <a:ln w="15355">
            <a:solidFill>
              <a:srgbClr val="315B79"/>
            </a:solidFill>
          </a:ln>
        </p:spPr>
      </p:sp>
      <p:sp>
        <p:nvSpPr>
          <p:cNvPr id="44" name="R"/>
          <p:cNvSpPr>
            <a:spLocks noGrp="1"/>
          </p:cNvSpPr>
          <p:nvPr/>
        </p:nvSpPr>
        <p:spPr>
          <a:xfrm>
            <a:off x="595313" y="2657475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</a:t>
            </a:r>
            <a:endParaRPr sz="1595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M: machine/workbench  H: worker  G: gantry  R: robot  B: buffer"/>
          <p:cNvSpPr>
            <a:spLocks noGrp="1"/>
          </p:cNvSpPr>
          <p:nvPr/>
        </p:nvSpPr>
        <p:spPr>
          <a:xfrm>
            <a:off x="542925" y="2914650"/>
            <a:ext cx="4352925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85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85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85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M: machine/workbench  H: worker  G: gantry  R: robot  B: buffer</a:t>
            </a:r>
            <a:endParaRPr sz="1285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line-18"/>
          <p:cNvSpPr>
            <a:spLocks noGrp="1"/>
          </p:cNvSpPr>
          <p:nvPr/>
        </p:nvSpPr>
        <p:spPr>
          <a:xfrm>
            <a:off x="4457700" y="2295525"/>
            <a:ext cx="466725" cy="95"/>
          </a:xfrm>
          <a:custGeom>
            <a:avLst/>
            <a:gdLst/>
            <a:ahLst/>
            <a:cxnLst/>
            <a:pathLst>
              <a:path w="466725" h="9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47" name="line-19"/>
          <p:cNvSpPr>
            <a:spLocks noGrp="1"/>
          </p:cNvSpPr>
          <p:nvPr/>
        </p:nvSpPr>
        <p:spPr>
          <a:xfrm>
            <a:off x="4865285" y="22955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48" name="line-20"/>
          <p:cNvSpPr>
            <a:spLocks noGrp="1"/>
          </p:cNvSpPr>
          <p:nvPr/>
        </p:nvSpPr>
        <p:spPr>
          <a:xfrm>
            <a:off x="4865285" y="22647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49" name="mask-0-0"/>
          <p:cNvSpPr>
            <a:spLocks noGrp="1"/>
          </p:cNvSpPr>
          <p:nvPr/>
        </p:nvSpPr>
        <p:spPr>
          <a:xfrm>
            <a:off x="5019675" y="202882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" name="mask-0-1"/>
          <p:cNvSpPr>
            <a:spLocks noGrp="1"/>
          </p:cNvSpPr>
          <p:nvPr/>
        </p:nvSpPr>
        <p:spPr>
          <a:xfrm>
            <a:off x="5124450" y="202882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1" name="mask-0-2"/>
          <p:cNvSpPr>
            <a:spLocks noGrp="1"/>
          </p:cNvSpPr>
          <p:nvPr/>
        </p:nvSpPr>
        <p:spPr>
          <a:xfrm>
            <a:off x="5229225" y="202882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2" name="mask-0-3"/>
          <p:cNvSpPr>
            <a:spLocks noGrp="1"/>
          </p:cNvSpPr>
          <p:nvPr/>
        </p:nvSpPr>
        <p:spPr>
          <a:xfrm>
            <a:off x="5334000" y="2028825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" name="mask-0-4"/>
          <p:cNvSpPr>
            <a:spLocks noGrp="1"/>
          </p:cNvSpPr>
          <p:nvPr/>
        </p:nvSpPr>
        <p:spPr>
          <a:xfrm>
            <a:off x="5438775" y="2028825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4" name="mask-1-0"/>
          <p:cNvSpPr>
            <a:spLocks noGrp="1"/>
          </p:cNvSpPr>
          <p:nvPr/>
        </p:nvSpPr>
        <p:spPr>
          <a:xfrm>
            <a:off x="5019675" y="213360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5" name="mask-1-1"/>
          <p:cNvSpPr>
            <a:spLocks noGrp="1"/>
          </p:cNvSpPr>
          <p:nvPr/>
        </p:nvSpPr>
        <p:spPr>
          <a:xfrm>
            <a:off x="5124450" y="213360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6" name="mask-1-2"/>
          <p:cNvSpPr>
            <a:spLocks noGrp="1"/>
          </p:cNvSpPr>
          <p:nvPr/>
        </p:nvSpPr>
        <p:spPr>
          <a:xfrm>
            <a:off x="5229225" y="213360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7" name="mask-1-3"/>
          <p:cNvSpPr>
            <a:spLocks noGrp="1"/>
          </p:cNvSpPr>
          <p:nvPr/>
        </p:nvSpPr>
        <p:spPr>
          <a:xfrm>
            <a:off x="5334000" y="2133600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8" name="mask-1-4"/>
          <p:cNvSpPr>
            <a:spLocks noGrp="1"/>
          </p:cNvSpPr>
          <p:nvPr/>
        </p:nvSpPr>
        <p:spPr>
          <a:xfrm>
            <a:off x="5438775" y="2133600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9" name="mask-2-0"/>
          <p:cNvSpPr>
            <a:spLocks noGrp="1"/>
          </p:cNvSpPr>
          <p:nvPr/>
        </p:nvSpPr>
        <p:spPr>
          <a:xfrm>
            <a:off x="5019675" y="223837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0" name="mask-2-1"/>
          <p:cNvSpPr>
            <a:spLocks noGrp="1"/>
          </p:cNvSpPr>
          <p:nvPr/>
        </p:nvSpPr>
        <p:spPr>
          <a:xfrm>
            <a:off x="5124450" y="223837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1" name="mask-2-2"/>
          <p:cNvSpPr>
            <a:spLocks noGrp="1"/>
          </p:cNvSpPr>
          <p:nvPr/>
        </p:nvSpPr>
        <p:spPr>
          <a:xfrm>
            <a:off x="5229225" y="223837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2" name="mask-2-3"/>
          <p:cNvSpPr>
            <a:spLocks noGrp="1"/>
          </p:cNvSpPr>
          <p:nvPr/>
        </p:nvSpPr>
        <p:spPr>
          <a:xfrm>
            <a:off x="5334000" y="223837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3" name="mask-2-4"/>
          <p:cNvSpPr>
            <a:spLocks noGrp="1"/>
          </p:cNvSpPr>
          <p:nvPr/>
        </p:nvSpPr>
        <p:spPr>
          <a:xfrm>
            <a:off x="5438775" y="223837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4" name="mask-3-0"/>
          <p:cNvSpPr>
            <a:spLocks noGrp="1"/>
          </p:cNvSpPr>
          <p:nvPr/>
        </p:nvSpPr>
        <p:spPr>
          <a:xfrm>
            <a:off x="5019675" y="2343150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5" name="mask-3-1"/>
          <p:cNvSpPr>
            <a:spLocks noGrp="1"/>
          </p:cNvSpPr>
          <p:nvPr/>
        </p:nvSpPr>
        <p:spPr>
          <a:xfrm>
            <a:off x="5124450" y="2343150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" name="mask-3-2"/>
          <p:cNvSpPr>
            <a:spLocks noGrp="1"/>
          </p:cNvSpPr>
          <p:nvPr/>
        </p:nvSpPr>
        <p:spPr>
          <a:xfrm>
            <a:off x="5229225" y="234315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" name="mask-3-3"/>
          <p:cNvSpPr>
            <a:spLocks noGrp="1"/>
          </p:cNvSpPr>
          <p:nvPr/>
        </p:nvSpPr>
        <p:spPr>
          <a:xfrm>
            <a:off x="5334000" y="234315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" name="mask-3-4"/>
          <p:cNvSpPr>
            <a:spLocks noGrp="1"/>
          </p:cNvSpPr>
          <p:nvPr/>
        </p:nvSpPr>
        <p:spPr>
          <a:xfrm>
            <a:off x="5438775" y="234315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" name="mask-4-0"/>
          <p:cNvSpPr>
            <a:spLocks noGrp="1"/>
          </p:cNvSpPr>
          <p:nvPr/>
        </p:nvSpPr>
        <p:spPr>
          <a:xfrm>
            <a:off x="5019675" y="2447925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" name="mask-4-1"/>
          <p:cNvSpPr>
            <a:spLocks noGrp="1"/>
          </p:cNvSpPr>
          <p:nvPr/>
        </p:nvSpPr>
        <p:spPr>
          <a:xfrm>
            <a:off x="5124450" y="2447925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" name="mask-4-2"/>
          <p:cNvSpPr>
            <a:spLocks noGrp="1"/>
          </p:cNvSpPr>
          <p:nvPr/>
        </p:nvSpPr>
        <p:spPr>
          <a:xfrm>
            <a:off x="5229225" y="244792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" name="mask-4-3"/>
          <p:cNvSpPr>
            <a:spLocks noGrp="1"/>
          </p:cNvSpPr>
          <p:nvPr/>
        </p:nvSpPr>
        <p:spPr>
          <a:xfrm>
            <a:off x="5334000" y="244792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3" name="mask-4-4"/>
          <p:cNvSpPr>
            <a:spLocks noGrp="1"/>
          </p:cNvSpPr>
          <p:nvPr/>
        </p:nvSpPr>
        <p:spPr>
          <a:xfrm>
            <a:off x="5438775" y="244792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4" name="shape-21"/>
          <p:cNvSpPr>
            <a:spLocks noGrp="1"/>
          </p:cNvSpPr>
          <p:nvPr/>
        </p:nvSpPr>
        <p:spPr>
          <a:xfrm>
            <a:off x="5019675" y="2028825"/>
            <a:ext cx="523875" cy="52387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75" name="Graph G"/>
          <p:cNvSpPr>
            <a:spLocks noGrp="1"/>
          </p:cNvSpPr>
          <p:nvPr/>
        </p:nvSpPr>
        <p:spPr>
          <a:xfrm>
            <a:off x="4886325" y="2600325"/>
            <a:ext cx="9906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Graph G</a:t>
            </a:r>
            <a:endParaRPr sz="1780" b="0" i="1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6" name="Mᴳ, E_lap"/>
          <p:cNvSpPr>
            <a:spLocks noGrp="1"/>
          </p:cNvSpPr>
          <p:nvPr/>
        </p:nvSpPr>
        <p:spPr>
          <a:xfrm>
            <a:off x="4876800" y="2847975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Mᴳ, E_lap</a:t>
            </a:r>
            <a:endParaRPr sz="15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7" name="line-22"/>
          <p:cNvSpPr>
            <a:spLocks noGrp="1"/>
          </p:cNvSpPr>
          <p:nvPr/>
        </p:nvSpPr>
        <p:spPr>
          <a:xfrm>
            <a:off x="5972175" y="1581150"/>
            <a:ext cx="95" cy="1362075"/>
          </a:xfrm>
          <a:custGeom>
            <a:avLst/>
            <a:gdLst/>
            <a:ahLst/>
            <a:cxnLst/>
            <a:pathLst>
              <a:path w="95" h="1362075">
                <a:moveTo>
                  <a:pt x="0" y="0"/>
                </a:moveTo>
                <a:lnTo>
                  <a:pt x="0" y="1362075"/>
                </a:lnTo>
              </a:path>
            </a:pathLst>
          </a:custGeom>
          <a:noFill/>
          <a:ln w="7620">
            <a:solidFill>
              <a:srgbClr val="D0DCE3"/>
            </a:solidFill>
            <a:prstDash val="solid"/>
          </a:ln>
        </p:spPr>
      </p:sp>
      <p:sp>
        <p:nvSpPr>
          <p:cNvPr id="78" name="shape-23"/>
          <p:cNvSpPr>
            <a:spLocks noGrp="1"/>
          </p:cNvSpPr>
          <p:nvPr/>
        </p:nvSpPr>
        <p:spPr>
          <a:xfrm>
            <a:off x="6543675" y="1819275"/>
            <a:ext cx="1371600" cy="476250"/>
          </a:xfrm>
          <a:prstGeom prst="rect">
            <a:avLst/>
          </a:prstGeom>
          <a:solidFill>
            <a:srgbClr val="E1EBF2"/>
          </a:solidFill>
          <a:ln w="6668">
            <a:solidFill>
              <a:srgbClr val="8EAEC3"/>
            </a:solidFill>
            <a:prstDash val="solid"/>
          </a:ln>
        </p:spPr>
      </p:sp>
      <p:sp>
        <p:nvSpPr>
          <p:cNvPr id="79" name="shape-24"/>
          <p:cNvSpPr>
            <a:spLocks noGrp="1"/>
          </p:cNvSpPr>
          <p:nvPr/>
        </p:nvSpPr>
        <p:spPr>
          <a:xfrm>
            <a:off x="6467475" y="1876425"/>
            <a:ext cx="1371600" cy="476250"/>
          </a:xfrm>
          <a:prstGeom prst="rect">
            <a:avLst/>
          </a:prstGeom>
          <a:solidFill>
            <a:srgbClr val="E1EBF2"/>
          </a:solidFill>
          <a:ln w="6668">
            <a:solidFill>
              <a:srgbClr val="8EAEC3"/>
            </a:solidFill>
            <a:prstDash val="solid"/>
          </a:ln>
        </p:spPr>
      </p:sp>
      <p:sp>
        <p:nvSpPr>
          <p:cNvPr id="80" name="features-0-0"/>
          <p:cNvSpPr>
            <a:spLocks noGrp="1"/>
          </p:cNvSpPr>
          <p:nvPr/>
        </p:nvSpPr>
        <p:spPr>
          <a:xfrm>
            <a:off x="6391275" y="19335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" name="features-0-1"/>
          <p:cNvSpPr>
            <a:spLocks noGrp="1"/>
          </p:cNvSpPr>
          <p:nvPr/>
        </p:nvSpPr>
        <p:spPr>
          <a:xfrm>
            <a:off x="6477000" y="19335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" name="features-0-2"/>
          <p:cNvSpPr>
            <a:spLocks noGrp="1"/>
          </p:cNvSpPr>
          <p:nvPr/>
        </p:nvSpPr>
        <p:spPr>
          <a:xfrm>
            <a:off x="6562725" y="19335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" name="features-0-3"/>
          <p:cNvSpPr>
            <a:spLocks noGrp="1"/>
          </p:cNvSpPr>
          <p:nvPr/>
        </p:nvSpPr>
        <p:spPr>
          <a:xfrm>
            <a:off x="6648450" y="193357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" name="features-0-4"/>
          <p:cNvSpPr>
            <a:spLocks noGrp="1"/>
          </p:cNvSpPr>
          <p:nvPr/>
        </p:nvSpPr>
        <p:spPr>
          <a:xfrm>
            <a:off x="6734175" y="19335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" name="features-0-5"/>
          <p:cNvSpPr>
            <a:spLocks noGrp="1"/>
          </p:cNvSpPr>
          <p:nvPr/>
        </p:nvSpPr>
        <p:spPr>
          <a:xfrm>
            <a:off x="6819900" y="19335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6" name="features-0-6"/>
          <p:cNvSpPr>
            <a:spLocks noGrp="1"/>
          </p:cNvSpPr>
          <p:nvPr/>
        </p:nvSpPr>
        <p:spPr>
          <a:xfrm>
            <a:off x="6905625" y="19335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" name="features-0-7"/>
          <p:cNvSpPr>
            <a:spLocks noGrp="1"/>
          </p:cNvSpPr>
          <p:nvPr/>
        </p:nvSpPr>
        <p:spPr>
          <a:xfrm>
            <a:off x="6991350" y="19335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" name="features-0-8"/>
          <p:cNvSpPr>
            <a:spLocks noGrp="1"/>
          </p:cNvSpPr>
          <p:nvPr/>
        </p:nvSpPr>
        <p:spPr>
          <a:xfrm>
            <a:off x="7077075" y="193357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" name="features-0-9"/>
          <p:cNvSpPr>
            <a:spLocks noGrp="1"/>
          </p:cNvSpPr>
          <p:nvPr/>
        </p:nvSpPr>
        <p:spPr>
          <a:xfrm>
            <a:off x="7162800" y="19335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" name="features-0-10"/>
          <p:cNvSpPr>
            <a:spLocks noGrp="1"/>
          </p:cNvSpPr>
          <p:nvPr/>
        </p:nvSpPr>
        <p:spPr>
          <a:xfrm>
            <a:off x="7248525" y="19335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" name="features-0-11"/>
          <p:cNvSpPr>
            <a:spLocks noGrp="1"/>
          </p:cNvSpPr>
          <p:nvPr/>
        </p:nvSpPr>
        <p:spPr>
          <a:xfrm>
            <a:off x="7334250" y="19335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" name="features-0-12"/>
          <p:cNvSpPr>
            <a:spLocks noGrp="1"/>
          </p:cNvSpPr>
          <p:nvPr/>
        </p:nvSpPr>
        <p:spPr>
          <a:xfrm>
            <a:off x="7419975" y="19335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" name="features-0-13"/>
          <p:cNvSpPr>
            <a:spLocks noGrp="1"/>
          </p:cNvSpPr>
          <p:nvPr/>
        </p:nvSpPr>
        <p:spPr>
          <a:xfrm>
            <a:off x="7505700" y="193357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" name="features-0-14"/>
          <p:cNvSpPr>
            <a:spLocks noGrp="1"/>
          </p:cNvSpPr>
          <p:nvPr/>
        </p:nvSpPr>
        <p:spPr>
          <a:xfrm>
            <a:off x="7591425" y="19335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" name="features-0-15"/>
          <p:cNvSpPr>
            <a:spLocks noGrp="1"/>
          </p:cNvSpPr>
          <p:nvPr/>
        </p:nvSpPr>
        <p:spPr>
          <a:xfrm>
            <a:off x="7677150" y="19335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" name="features-1-0"/>
          <p:cNvSpPr>
            <a:spLocks noGrp="1"/>
          </p:cNvSpPr>
          <p:nvPr/>
        </p:nvSpPr>
        <p:spPr>
          <a:xfrm>
            <a:off x="6391275" y="20193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" name="features-1-1"/>
          <p:cNvSpPr>
            <a:spLocks noGrp="1"/>
          </p:cNvSpPr>
          <p:nvPr/>
        </p:nvSpPr>
        <p:spPr>
          <a:xfrm>
            <a:off x="6477000" y="201930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" name="features-1-2"/>
          <p:cNvSpPr>
            <a:spLocks noGrp="1"/>
          </p:cNvSpPr>
          <p:nvPr/>
        </p:nvSpPr>
        <p:spPr>
          <a:xfrm>
            <a:off x="6562725" y="20193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9" name="features-1-3"/>
          <p:cNvSpPr>
            <a:spLocks noGrp="1"/>
          </p:cNvSpPr>
          <p:nvPr/>
        </p:nvSpPr>
        <p:spPr>
          <a:xfrm>
            <a:off x="6648450" y="201930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0" name="features-1-4"/>
          <p:cNvSpPr>
            <a:spLocks noGrp="1"/>
          </p:cNvSpPr>
          <p:nvPr/>
        </p:nvSpPr>
        <p:spPr>
          <a:xfrm>
            <a:off x="6734175" y="20193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1" name="features-1-5"/>
          <p:cNvSpPr>
            <a:spLocks noGrp="1"/>
          </p:cNvSpPr>
          <p:nvPr/>
        </p:nvSpPr>
        <p:spPr>
          <a:xfrm>
            <a:off x="6819900" y="20193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2" name="features-1-6"/>
          <p:cNvSpPr>
            <a:spLocks noGrp="1"/>
          </p:cNvSpPr>
          <p:nvPr/>
        </p:nvSpPr>
        <p:spPr>
          <a:xfrm>
            <a:off x="6905625" y="201930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3" name="features-1-7"/>
          <p:cNvSpPr>
            <a:spLocks noGrp="1"/>
          </p:cNvSpPr>
          <p:nvPr/>
        </p:nvSpPr>
        <p:spPr>
          <a:xfrm>
            <a:off x="6991350" y="20193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4" name="features-1-8"/>
          <p:cNvSpPr>
            <a:spLocks noGrp="1"/>
          </p:cNvSpPr>
          <p:nvPr/>
        </p:nvSpPr>
        <p:spPr>
          <a:xfrm>
            <a:off x="7077075" y="201930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5" name="features-1-9"/>
          <p:cNvSpPr>
            <a:spLocks noGrp="1"/>
          </p:cNvSpPr>
          <p:nvPr/>
        </p:nvSpPr>
        <p:spPr>
          <a:xfrm>
            <a:off x="7162800" y="20193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6" name="features-1-10"/>
          <p:cNvSpPr>
            <a:spLocks noGrp="1"/>
          </p:cNvSpPr>
          <p:nvPr/>
        </p:nvSpPr>
        <p:spPr>
          <a:xfrm>
            <a:off x="7248525" y="20193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7" name="features-1-11"/>
          <p:cNvSpPr>
            <a:spLocks noGrp="1"/>
          </p:cNvSpPr>
          <p:nvPr/>
        </p:nvSpPr>
        <p:spPr>
          <a:xfrm>
            <a:off x="7334250" y="201930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8" name="features-1-12"/>
          <p:cNvSpPr>
            <a:spLocks noGrp="1"/>
          </p:cNvSpPr>
          <p:nvPr/>
        </p:nvSpPr>
        <p:spPr>
          <a:xfrm>
            <a:off x="7419975" y="20193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9" name="features-1-13"/>
          <p:cNvSpPr>
            <a:spLocks noGrp="1"/>
          </p:cNvSpPr>
          <p:nvPr/>
        </p:nvSpPr>
        <p:spPr>
          <a:xfrm>
            <a:off x="7505700" y="201930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0" name="features-1-14"/>
          <p:cNvSpPr>
            <a:spLocks noGrp="1"/>
          </p:cNvSpPr>
          <p:nvPr/>
        </p:nvSpPr>
        <p:spPr>
          <a:xfrm>
            <a:off x="7591425" y="20193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1" name="features-1-15"/>
          <p:cNvSpPr>
            <a:spLocks noGrp="1"/>
          </p:cNvSpPr>
          <p:nvPr/>
        </p:nvSpPr>
        <p:spPr>
          <a:xfrm>
            <a:off x="7677150" y="20193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2" name="features-2-0"/>
          <p:cNvSpPr>
            <a:spLocks noGrp="1"/>
          </p:cNvSpPr>
          <p:nvPr/>
        </p:nvSpPr>
        <p:spPr>
          <a:xfrm>
            <a:off x="6391275" y="210502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3" name="features-2-1"/>
          <p:cNvSpPr>
            <a:spLocks noGrp="1"/>
          </p:cNvSpPr>
          <p:nvPr/>
        </p:nvSpPr>
        <p:spPr>
          <a:xfrm>
            <a:off x="6477000" y="210502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4" name="features-2-2"/>
          <p:cNvSpPr>
            <a:spLocks noGrp="1"/>
          </p:cNvSpPr>
          <p:nvPr/>
        </p:nvSpPr>
        <p:spPr>
          <a:xfrm>
            <a:off x="6562725" y="21050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5" name="features-2-3"/>
          <p:cNvSpPr>
            <a:spLocks noGrp="1"/>
          </p:cNvSpPr>
          <p:nvPr/>
        </p:nvSpPr>
        <p:spPr>
          <a:xfrm>
            <a:off x="6648450" y="210502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6" name="features-2-4"/>
          <p:cNvSpPr>
            <a:spLocks noGrp="1"/>
          </p:cNvSpPr>
          <p:nvPr/>
        </p:nvSpPr>
        <p:spPr>
          <a:xfrm>
            <a:off x="6734175" y="210502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7" name="features-2-5"/>
          <p:cNvSpPr>
            <a:spLocks noGrp="1"/>
          </p:cNvSpPr>
          <p:nvPr/>
        </p:nvSpPr>
        <p:spPr>
          <a:xfrm>
            <a:off x="6819900" y="210502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8" name="features-2-6"/>
          <p:cNvSpPr>
            <a:spLocks noGrp="1"/>
          </p:cNvSpPr>
          <p:nvPr/>
        </p:nvSpPr>
        <p:spPr>
          <a:xfrm>
            <a:off x="6905625" y="210502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9" name="features-2-7"/>
          <p:cNvSpPr>
            <a:spLocks noGrp="1"/>
          </p:cNvSpPr>
          <p:nvPr/>
        </p:nvSpPr>
        <p:spPr>
          <a:xfrm>
            <a:off x="6991350" y="21050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0" name="features-2-8"/>
          <p:cNvSpPr>
            <a:spLocks noGrp="1"/>
          </p:cNvSpPr>
          <p:nvPr/>
        </p:nvSpPr>
        <p:spPr>
          <a:xfrm>
            <a:off x="7077075" y="210502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1" name="features-2-9"/>
          <p:cNvSpPr>
            <a:spLocks noGrp="1"/>
          </p:cNvSpPr>
          <p:nvPr/>
        </p:nvSpPr>
        <p:spPr>
          <a:xfrm>
            <a:off x="7162800" y="210502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2" name="features-2-10"/>
          <p:cNvSpPr>
            <a:spLocks noGrp="1"/>
          </p:cNvSpPr>
          <p:nvPr/>
        </p:nvSpPr>
        <p:spPr>
          <a:xfrm>
            <a:off x="7248525" y="210502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3" name="features-2-11"/>
          <p:cNvSpPr>
            <a:spLocks noGrp="1"/>
          </p:cNvSpPr>
          <p:nvPr/>
        </p:nvSpPr>
        <p:spPr>
          <a:xfrm>
            <a:off x="7334250" y="210502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4" name="features-2-12"/>
          <p:cNvSpPr>
            <a:spLocks noGrp="1"/>
          </p:cNvSpPr>
          <p:nvPr/>
        </p:nvSpPr>
        <p:spPr>
          <a:xfrm>
            <a:off x="7419975" y="21050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5" name="features-2-13"/>
          <p:cNvSpPr>
            <a:spLocks noGrp="1"/>
          </p:cNvSpPr>
          <p:nvPr/>
        </p:nvSpPr>
        <p:spPr>
          <a:xfrm>
            <a:off x="7505700" y="210502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6" name="features-2-14"/>
          <p:cNvSpPr>
            <a:spLocks noGrp="1"/>
          </p:cNvSpPr>
          <p:nvPr/>
        </p:nvSpPr>
        <p:spPr>
          <a:xfrm>
            <a:off x="7591425" y="210502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7" name="features-2-15"/>
          <p:cNvSpPr>
            <a:spLocks noGrp="1"/>
          </p:cNvSpPr>
          <p:nvPr/>
        </p:nvSpPr>
        <p:spPr>
          <a:xfrm>
            <a:off x="7677150" y="210502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8" name="features-3-0"/>
          <p:cNvSpPr>
            <a:spLocks noGrp="1"/>
          </p:cNvSpPr>
          <p:nvPr/>
        </p:nvSpPr>
        <p:spPr>
          <a:xfrm>
            <a:off x="6391275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9" name="features-3-1"/>
          <p:cNvSpPr>
            <a:spLocks noGrp="1"/>
          </p:cNvSpPr>
          <p:nvPr/>
        </p:nvSpPr>
        <p:spPr>
          <a:xfrm>
            <a:off x="6477000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0" name="features-3-2"/>
          <p:cNvSpPr>
            <a:spLocks noGrp="1"/>
          </p:cNvSpPr>
          <p:nvPr/>
        </p:nvSpPr>
        <p:spPr>
          <a:xfrm>
            <a:off x="6562725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1" name="features-3-3"/>
          <p:cNvSpPr>
            <a:spLocks noGrp="1"/>
          </p:cNvSpPr>
          <p:nvPr/>
        </p:nvSpPr>
        <p:spPr>
          <a:xfrm>
            <a:off x="6648450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2" name="features-3-4"/>
          <p:cNvSpPr>
            <a:spLocks noGrp="1"/>
          </p:cNvSpPr>
          <p:nvPr/>
        </p:nvSpPr>
        <p:spPr>
          <a:xfrm>
            <a:off x="6734175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3" name="features-3-5"/>
          <p:cNvSpPr>
            <a:spLocks noGrp="1"/>
          </p:cNvSpPr>
          <p:nvPr/>
        </p:nvSpPr>
        <p:spPr>
          <a:xfrm>
            <a:off x="6819900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4" name="features-3-6"/>
          <p:cNvSpPr>
            <a:spLocks noGrp="1"/>
          </p:cNvSpPr>
          <p:nvPr/>
        </p:nvSpPr>
        <p:spPr>
          <a:xfrm>
            <a:off x="6905625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5" name="features-3-7"/>
          <p:cNvSpPr>
            <a:spLocks noGrp="1"/>
          </p:cNvSpPr>
          <p:nvPr/>
        </p:nvSpPr>
        <p:spPr>
          <a:xfrm>
            <a:off x="6991350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6" name="features-3-8"/>
          <p:cNvSpPr>
            <a:spLocks noGrp="1"/>
          </p:cNvSpPr>
          <p:nvPr/>
        </p:nvSpPr>
        <p:spPr>
          <a:xfrm>
            <a:off x="7077075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7" name="features-3-9"/>
          <p:cNvSpPr>
            <a:spLocks noGrp="1"/>
          </p:cNvSpPr>
          <p:nvPr/>
        </p:nvSpPr>
        <p:spPr>
          <a:xfrm>
            <a:off x="7162800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8" name="features-3-10"/>
          <p:cNvSpPr>
            <a:spLocks noGrp="1"/>
          </p:cNvSpPr>
          <p:nvPr/>
        </p:nvSpPr>
        <p:spPr>
          <a:xfrm>
            <a:off x="7248525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9" name="features-3-11"/>
          <p:cNvSpPr>
            <a:spLocks noGrp="1"/>
          </p:cNvSpPr>
          <p:nvPr/>
        </p:nvSpPr>
        <p:spPr>
          <a:xfrm>
            <a:off x="7334250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0" name="features-3-12"/>
          <p:cNvSpPr>
            <a:spLocks noGrp="1"/>
          </p:cNvSpPr>
          <p:nvPr/>
        </p:nvSpPr>
        <p:spPr>
          <a:xfrm>
            <a:off x="7419975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1" name="features-3-13"/>
          <p:cNvSpPr>
            <a:spLocks noGrp="1"/>
          </p:cNvSpPr>
          <p:nvPr/>
        </p:nvSpPr>
        <p:spPr>
          <a:xfrm>
            <a:off x="7505700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2" name="features-3-14"/>
          <p:cNvSpPr>
            <a:spLocks noGrp="1"/>
          </p:cNvSpPr>
          <p:nvPr/>
        </p:nvSpPr>
        <p:spPr>
          <a:xfrm>
            <a:off x="7591425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3" name="features-3-15"/>
          <p:cNvSpPr>
            <a:spLocks noGrp="1"/>
          </p:cNvSpPr>
          <p:nvPr/>
        </p:nvSpPr>
        <p:spPr>
          <a:xfrm>
            <a:off x="7677150" y="21907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4" name="features-4-0"/>
          <p:cNvSpPr>
            <a:spLocks noGrp="1"/>
          </p:cNvSpPr>
          <p:nvPr/>
        </p:nvSpPr>
        <p:spPr>
          <a:xfrm>
            <a:off x="6391275" y="22764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5" name="features-4-1"/>
          <p:cNvSpPr>
            <a:spLocks noGrp="1"/>
          </p:cNvSpPr>
          <p:nvPr/>
        </p:nvSpPr>
        <p:spPr>
          <a:xfrm>
            <a:off x="6477000" y="22764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6" name="features-4-2"/>
          <p:cNvSpPr>
            <a:spLocks noGrp="1"/>
          </p:cNvSpPr>
          <p:nvPr/>
        </p:nvSpPr>
        <p:spPr>
          <a:xfrm>
            <a:off x="6562725" y="22764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7" name="features-4-3"/>
          <p:cNvSpPr>
            <a:spLocks noGrp="1"/>
          </p:cNvSpPr>
          <p:nvPr/>
        </p:nvSpPr>
        <p:spPr>
          <a:xfrm>
            <a:off x="6648450" y="22764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8" name="features-4-4"/>
          <p:cNvSpPr>
            <a:spLocks noGrp="1"/>
          </p:cNvSpPr>
          <p:nvPr/>
        </p:nvSpPr>
        <p:spPr>
          <a:xfrm>
            <a:off x="6734175" y="227647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9" name="features-4-5"/>
          <p:cNvSpPr>
            <a:spLocks noGrp="1"/>
          </p:cNvSpPr>
          <p:nvPr/>
        </p:nvSpPr>
        <p:spPr>
          <a:xfrm>
            <a:off x="6819900" y="22764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0" name="features-4-6"/>
          <p:cNvSpPr>
            <a:spLocks noGrp="1"/>
          </p:cNvSpPr>
          <p:nvPr/>
        </p:nvSpPr>
        <p:spPr>
          <a:xfrm>
            <a:off x="6905625" y="22764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1" name="features-4-7"/>
          <p:cNvSpPr>
            <a:spLocks noGrp="1"/>
          </p:cNvSpPr>
          <p:nvPr/>
        </p:nvSpPr>
        <p:spPr>
          <a:xfrm>
            <a:off x="6991350" y="22764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2" name="features-4-8"/>
          <p:cNvSpPr>
            <a:spLocks noGrp="1"/>
          </p:cNvSpPr>
          <p:nvPr/>
        </p:nvSpPr>
        <p:spPr>
          <a:xfrm>
            <a:off x="7077075" y="22764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3" name="features-4-9"/>
          <p:cNvSpPr>
            <a:spLocks noGrp="1"/>
          </p:cNvSpPr>
          <p:nvPr/>
        </p:nvSpPr>
        <p:spPr>
          <a:xfrm>
            <a:off x="7162800" y="227647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4" name="features-4-10"/>
          <p:cNvSpPr>
            <a:spLocks noGrp="1"/>
          </p:cNvSpPr>
          <p:nvPr/>
        </p:nvSpPr>
        <p:spPr>
          <a:xfrm>
            <a:off x="7248525" y="22764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5" name="features-4-11"/>
          <p:cNvSpPr>
            <a:spLocks noGrp="1"/>
          </p:cNvSpPr>
          <p:nvPr/>
        </p:nvSpPr>
        <p:spPr>
          <a:xfrm>
            <a:off x="7334250" y="22764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6" name="features-4-12"/>
          <p:cNvSpPr>
            <a:spLocks noGrp="1"/>
          </p:cNvSpPr>
          <p:nvPr/>
        </p:nvSpPr>
        <p:spPr>
          <a:xfrm>
            <a:off x="7419975" y="22764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7" name="features-4-13"/>
          <p:cNvSpPr>
            <a:spLocks noGrp="1"/>
          </p:cNvSpPr>
          <p:nvPr/>
        </p:nvSpPr>
        <p:spPr>
          <a:xfrm>
            <a:off x="7505700" y="22764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8" name="features-4-14"/>
          <p:cNvSpPr>
            <a:spLocks noGrp="1"/>
          </p:cNvSpPr>
          <p:nvPr/>
        </p:nvSpPr>
        <p:spPr>
          <a:xfrm>
            <a:off x="7591425" y="227647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9" name="features-4-15"/>
          <p:cNvSpPr>
            <a:spLocks noGrp="1"/>
          </p:cNvSpPr>
          <p:nvPr/>
        </p:nvSpPr>
        <p:spPr>
          <a:xfrm>
            <a:off x="7677150" y="22764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60" name="shape-25"/>
          <p:cNvSpPr>
            <a:spLocks noGrp="1"/>
          </p:cNvSpPr>
          <p:nvPr/>
        </p:nvSpPr>
        <p:spPr>
          <a:xfrm>
            <a:off x="6391275" y="1933575"/>
            <a:ext cx="1371600" cy="4286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161" name="Node-aligned history"/>
          <p:cNvSpPr>
            <a:spLocks noGrp="1"/>
          </p:cNvSpPr>
          <p:nvPr/>
        </p:nvSpPr>
        <p:spPr>
          <a:xfrm>
            <a:off x="6153150" y="156210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Node-aligned history</a:t>
            </a:r>
            <a:endParaRPr sz="18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2" name="X: 30 × 38 × 27"/>
          <p:cNvSpPr>
            <a:spLocks noGrp="1"/>
          </p:cNvSpPr>
          <p:nvPr/>
        </p:nvSpPr>
        <p:spPr>
          <a:xfrm>
            <a:off x="6210300" y="2514600"/>
            <a:ext cx="21336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X: 30 × 38 × 27</a:t>
            </a:r>
            <a:endParaRPr sz="189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3" name="line-26"/>
          <p:cNvSpPr>
            <a:spLocks noGrp="1"/>
          </p:cNvSpPr>
          <p:nvPr/>
        </p:nvSpPr>
        <p:spPr>
          <a:xfrm>
            <a:off x="7991475" y="2171700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64" name="line-27"/>
          <p:cNvSpPr>
            <a:spLocks noGrp="1"/>
          </p:cNvSpPr>
          <p:nvPr/>
        </p:nvSpPr>
        <p:spPr>
          <a:xfrm>
            <a:off x="9046760" y="21717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65" name="line-28"/>
          <p:cNvSpPr>
            <a:spLocks noGrp="1"/>
          </p:cNvSpPr>
          <p:nvPr/>
        </p:nvSpPr>
        <p:spPr>
          <a:xfrm>
            <a:off x="9046760" y="21409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66" name="6 groups"/>
          <p:cNvSpPr>
            <a:spLocks noGrp="1"/>
          </p:cNvSpPr>
          <p:nvPr/>
        </p:nvSpPr>
        <p:spPr>
          <a:xfrm>
            <a:off x="8010525" y="1743075"/>
            <a:ext cx="1123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 groups</a:t>
            </a:r>
            <a:endParaRPr sz="169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7" name="shape-29"/>
          <p:cNvSpPr>
            <a:spLocks noGrp="1"/>
          </p:cNvSpPr>
          <p:nvPr/>
        </p:nvSpPr>
        <p:spPr>
          <a:xfrm>
            <a:off x="8096250" y="1981200"/>
            <a:ext cx="133350" cy="133350"/>
          </a:xfrm>
          <a:prstGeom prst="rect">
            <a:avLst/>
          </a:prstGeom>
          <a:solidFill>
            <a:srgbClr val="BDCFD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8" name="shape-30"/>
          <p:cNvSpPr>
            <a:spLocks noGrp="1"/>
          </p:cNvSpPr>
          <p:nvPr/>
        </p:nvSpPr>
        <p:spPr>
          <a:xfrm>
            <a:off x="8258175" y="1981200"/>
            <a:ext cx="133350" cy="133350"/>
          </a:xfrm>
          <a:prstGeom prst="rect">
            <a:avLst/>
          </a:prstGeom>
          <a:solidFill>
            <a:srgbClr val="8DAAC1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9" name="shape-31"/>
          <p:cNvSpPr>
            <a:spLocks noGrp="1"/>
          </p:cNvSpPr>
          <p:nvPr/>
        </p:nvSpPr>
        <p:spPr>
          <a:xfrm>
            <a:off x="8420100" y="1981200"/>
            <a:ext cx="133350" cy="133350"/>
          </a:xfrm>
          <a:prstGeom prst="rect">
            <a:avLst/>
          </a:prstGeom>
          <a:solidFill>
            <a:srgbClr val="547A9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0" name="shape-32"/>
          <p:cNvSpPr>
            <a:spLocks noGrp="1"/>
          </p:cNvSpPr>
          <p:nvPr/>
        </p:nvSpPr>
        <p:spPr>
          <a:xfrm>
            <a:off x="8582025" y="1981200"/>
            <a:ext cx="133350" cy="133350"/>
          </a:xfrm>
          <a:prstGeom prst="rect">
            <a:avLst/>
          </a:prstGeom>
          <a:solidFill>
            <a:srgbClr val="294D6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1" name="shape-33"/>
          <p:cNvSpPr>
            <a:spLocks noGrp="1"/>
          </p:cNvSpPr>
          <p:nvPr/>
        </p:nvSpPr>
        <p:spPr>
          <a:xfrm>
            <a:off x="8743950" y="1981200"/>
            <a:ext cx="133350" cy="133350"/>
          </a:xfrm>
          <a:prstGeom prst="rect">
            <a:avLst/>
          </a:prstGeom>
          <a:solidFill>
            <a:srgbClr val="E9F0F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2" name="shape-34"/>
          <p:cNvSpPr>
            <a:spLocks noGrp="1"/>
          </p:cNvSpPr>
          <p:nvPr/>
        </p:nvSpPr>
        <p:spPr>
          <a:xfrm>
            <a:off x="8905875" y="1981200"/>
            <a:ext cx="133350" cy="133350"/>
          </a:xfrm>
          <a:prstGeom prst="rect">
            <a:avLst/>
          </a:prstGeom>
          <a:solidFill>
            <a:srgbClr val="BDCFD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3" name="Grouped Linear + GELU&#10;Mean aggregation"/>
          <p:cNvSpPr>
            <a:spLocks noGrp="1"/>
          </p:cNvSpPr>
          <p:nvPr/>
        </p:nvSpPr>
        <p:spPr>
          <a:xfrm>
            <a:off x="9172575" y="1838325"/>
            <a:ext cx="2686050" cy="514350"/>
          </a:xfrm>
          <a:prstGeom prst="rect">
            <a:avLst/>
          </a:prstGeom>
          <a:solidFill>
            <a:srgbClr val="CFDFEB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174" name="Grouped Linear + GELU&#10;Mean aggregation"/>
          <p:cNvSpPr>
            <a:spLocks noGrp="1"/>
          </p:cNvSpPr>
          <p:nvPr/>
        </p:nvSpPr>
        <p:spPr>
          <a:xfrm>
            <a:off x="9210675" y="1857375"/>
            <a:ext cx="26098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Grouped Linear + GELU</a:t>
            </a:r>
            <a:endParaRPr sz="179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Mean aggregation</a:t>
            </a:r>
            <a:endParaRPr sz="179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5" name="line-35"/>
          <p:cNvSpPr>
            <a:spLocks noGrp="1"/>
          </p:cNvSpPr>
          <p:nvPr/>
        </p:nvSpPr>
        <p:spPr>
          <a:xfrm>
            <a:off x="10515600" y="2352675"/>
            <a:ext cx="95" cy="190500"/>
          </a:xfrm>
          <a:custGeom>
            <a:avLst/>
            <a:gdLst/>
            <a:ahLst/>
            <a:cxnLst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176" name="line-36"/>
          <p:cNvSpPr>
            <a:spLocks noGrp="1"/>
          </p:cNvSpPr>
          <p:nvPr/>
        </p:nvSpPr>
        <p:spPr>
          <a:xfrm>
            <a:off x="10484811" y="24840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177" name="line-37"/>
          <p:cNvSpPr>
            <a:spLocks noGrp="1"/>
          </p:cNvSpPr>
          <p:nvPr/>
        </p:nvSpPr>
        <p:spPr>
          <a:xfrm>
            <a:off x="10515600" y="24840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178" name="operator-+"/>
          <p:cNvSpPr>
            <a:spLocks noGrp="1"/>
          </p:cNvSpPr>
          <p:nvPr/>
        </p:nvSpPr>
        <p:spPr>
          <a:xfrm>
            <a:off x="10401300" y="2552700"/>
            <a:ext cx="228600" cy="2286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17202D"/>
            </a:solidFill>
          </a:ln>
        </p:spPr>
      </p:sp>
      <p:sp>
        <p:nvSpPr>
          <p:cNvPr id="179" name="+"/>
          <p:cNvSpPr>
            <a:spLocks noGrp="1"/>
          </p:cNvSpPr>
          <p:nvPr/>
        </p:nvSpPr>
        <p:spPr>
          <a:xfrm>
            <a:off x="10401300" y="255270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81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0" name="Time + Laplacian&#10;+ node embeddings"/>
          <p:cNvSpPr>
            <a:spLocks noGrp="1"/>
          </p:cNvSpPr>
          <p:nvPr/>
        </p:nvSpPr>
        <p:spPr>
          <a:xfrm>
            <a:off x="7781925" y="2514600"/>
            <a:ext cx="2276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6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 + Laplacian</a:t>
            </a:r>
            <a:endParaRPr sz="169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6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node embeddings</a:t>
            </a:r>
            <a:endParaRPr sz="169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1" name="line-38"/>
          <p:cNvSpPr>
            <a:spLocks noGrp="1"/>
          </p:cNvSpPr>
          <p:nvPr/>
        </p:nvSpPr>
        <p:spPr>
          <a:xfrm>
            <a:off x="10039350" y="2667000"/>
            <a:ext cx="352425" cy="95"/>
          </a:xfrm>
          <a:custGeom>
            <a:avLst/>
            <a:gdLst/>
            <a:ahLst/>
            <a:cxnLst/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82" name="line-39"/>
          <p:cNvSpPr>
            <a:spLocks noGrp="1"/>
          </p:cNvSpPr>
          <p:nvPr/>
        </p:nvSpPr>
        <p:spPr>
          <a:xfrm>
            <a:off x="10332635" y="26670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83" name="line-40"/>
          <p:cNvSpPr>
            <a:spLocks noGrp="1"/>
          </p:cNvSpPr>
          <p:nvPr/>
        </p:nvSpPr>
        <p:spPr>
          <a:xfrm>
            <a:off x="10332635" y="26362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84" name="line-41"/>
          <p:cNvSpPr>
            <a:spLocks noGrp="1"/>
          </p:cNvSpPr>
          <p:nvPr/>
        </p:nvSpPr>
        <p:spPr>
          <a:xfrm>
            <a:off x="10515600" y="2790825"/>
            <a:ext cx="95" cy="266700"/>
          </a:xfrm>
          <a:custGeom>
            <a:avLst/>
            <a:gdLst/>
            <a:ahLst/>
            <a:cxnLst/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85" name="line-42"/>
          <p:cNvSpPr>
            <a:spLocks noGrp="1"/>
          </p:cNvSpPr>
          <p:nvPr/>
        </p:nvSpPr>
        <p:spPr>
          <a:xfrm>
            <a:off x="8953500" y="3057525"/>
            <a:ext cx="1562100" cy="95"/>
          </a:xfrm>
          <a:custGeom>
            <a:avLst/>
            <a:gdLst/>
            <a:ahLst/>
            <a:cxnLst/>
            <a:pathLst>
              <a:path w="1562100" h="95">
                <a:moveTo>
                  <a:pt x="1562100" y="0"/>
                </a:moveTo>
                <a:lnTo>
                  <a:pt x="0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86" name="line-43"/>
          <p:cNvSpPr>
            <a:spLocks noGrp="1"/>
          </p:cNvSpPr>
          <p:nvPr/>
        </p:nvSpPr>
        <p:spPr>
          <a:xfrm>
            <a:off x="8953500" y="3057525"/>
            <a:ext cx="95" cy="1571625"/>
          </a:xfrm>
          <a:custGeom>
            <a:avLst/>
            <a:gdLst/>
            <a:ahLst/>
            <a:cxnLst/>
            <a:pathLst>
              <a:path w="95" h="1571625">
                <a:moveTo>
                  <a:pt x="0" y="0"/>
                </a:moveTo>
                <a:lnTo>
                  <a:pt x="0" y="1571625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87" name="line-44"/>
          <p:cNvSpPr>
            <a:spLocks noGrp="1"/>
          </p:cNvSpPr>
          <p:nvPr/>
        </p:nvSpPr>
        <p:spPr>
          <a:xfrm>
            <a:off x="8922711" y="45700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88" name="line-45"/>
          <p:cNvSpPr>
            <a:spLocks noGrp="1"/>
          </p:cNvSpPr>
          <p:nvPr/>
        </p:nvSpPr>
        <p:spPr>
          <a:xfrm>
            <a:off x="8953500" y="45700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89" name="H⁽⁰⁾"/>
          <p:cNvSpPr>
            <a:spLocks noGrp="1"/>
          </p:cNvSpPr>
          <p:nvPr/>
        </p:nvSpPr>
        <p:spPr>
          <a:xfrm>
            <a:off x="9153525" y="3743325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320" b="0" i="1" baseline="3000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(0)</a:t>
            </a:r>
            <a:endParaRPr sz="1320" b="0" i="1" baseline="3000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0" name="Five encoder blocks"/>
          <p:cNvSpPr>
            <a:spLocks noGrp="1"/>
          </p:cNvSpPr>
          <p:nvPr/>
        </p:nvSpPr>
        <p:spPr>
          <a:xfrm>
            <a:off x="6038850" y="4200525"/>
            <a:ext cx="5867400" cy="5381625"/>
          </a:xfrm>
          <a:prstGeom prst="rect">
            <a:avLst/>
          </a:prstGeom>
          <a:noFill/>
          <a:ln w="12888">
            <a:solidFill>
              <a:srgbClr val="9FA7AE"/>
            </a:solidFill>
            <a:prstDash val="dash"/>
          </a:ln>
        </p:spPr>
      </p:sp>
      <p:sp>
        <p:nvSpPr>
          <p:cNvPr id="191" name="Encoder block × 5"/>
          <p:cNvSpPr>
            <a:spLocks noGrp="1"/>
          </p:cNvSpPr>
          <p:nvPr/>
        </p:nvSpPr>
        <p:spPr>
          <a:xfrm>
            <a:off x="6219825" y="4286250"/>
            <a:ext cx="20669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Encoder block × 5</a:t>
            </a:r>
            <a:endParaRPr sz="198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2" name="LayerNorm"/>
          <p:cNvSpPr>
            <a:spLocks noGrp="1"/>
          </p:cNvSpPr>
          <p:nvPr/>
        </p:nvSpPr>
        <p:spPr>
          <a:xfrm>
            <a:off x="8124825" y="4629150"/>
            <a:ext cx="1657350" cy="323850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193" name="LayerNorm"/>
          <p:cNvSpPr>
            <a:spLocks noGrp="1"/>
          </p:cNvSpPr>
          <p:nvPr/>
        </p:nvSpPr>
        <p:spPr>
          <a:xfrm>
            <a:off x="8162925" y="464820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LayerNorm</a:t>
            </a:r>
            <a:endParaRPr sz="180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4" name="line-46"/>
          <p:cNvSpPr>
            <a:spLocks noGrp="1"/>
          </p:cNvSpPr>
          <p:nvPr/>
        </p:nvSpPr>
        <p:spPr>
          <a:xfrm>
            <a:off x="8953500" y="4953000"/>
            <a:ext cx="95" cy="285750"/>
          </a:xfrm>
          <a:custGeom>
            <a:avLst/>
            <a:gdLst/>
            <a:ahLst/>
            <a:cxnLst/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195" name="line-47"/>
          <p:cNvSpPr>
            <a:spLocks noGrp="1"/>
          </p:cNvSpPr>
          <p:nvPr/>
        </p:nvSpPr>
        <p:spPr>
          <a:xfrm>
            <a:off x="8922711" y="51796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196" name="line-48"/>
          <p:cNvSpPr>
            <a:spLocks noGrp="1"/>
          </p:cNvSpPr>
          <p:nvPr/>
        </p:nvSpPr>
        <p:spPr>
          <a:xfrm>
            <a:off x="8953500" y="51796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197" name="line-49"/>
          <p:cNvSpPr>
            <a:spLocks noGrp="1"/>
          </p:cNvSpPr>
          <p:nvPr/>
        </p:nvSpPr>
        <p:spPr>
          <a:xfrm>
            <a:off x="7086600" y="5238750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198" name="line-50"/>
          <p:cNvSpPr>
            <a:spLocks noGrp="1"/>
          </p:cNvSpPr>
          <p:nvPr/>
        </p:nvSpPr>
        <p:spPr>
          <a:xfrm>
            <a:off x="7086600" y="5238750"/>
            <a:ext cx="95" cy="20955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199" name="line-51"/>
          <p:cNvSpPr>
            <a:spLocks noGrp="1"/>
          </p:cNvSpPr>
          <p:nvPr/>
        </p:nvSpPr>
        <p:spPr>
          <a:xfrm>
            <a:off x="7055811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0" name="line-52"/>
          <p:cNvSpPr>
            <a:spLocks noGrp="1"/>
          </p:cNvSpPr>
          <p:nvPr/>
        </p:nvSpPr>
        <p:spPr>
          <a:xfrm>
            <a:off x="7086600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1" name="shape-53"/>
          <p:cNvSpPr>
            <a:spLocks noGrp="1"/>
          </p:cNvSpPr>
          <p:nvPr/>
        </p:nvSpPr>
        <p:spPr>
          <a:xfrm>
            <a:off x="6257925" y="5448300"/>
            <a:ext cx="1657350" cy="1257300"/>
          </a:xfrm>
          <a:prstGeom prst="rect">
            <a:avLst/>
          </a:prstGeom>
          <a:solidFill>
            <a:srgbClr val="E4ECF2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02" name="Temporal"/>
          <p:cNvSpPr>
            <a:spLocks noGrp="1"/>
          </p:cNvSpPr>
          <p:nvPr/>
        </p:nvSpPr>
        <p:spPr>
          <a:xfrm>
            <a:off x="6305550" y="55340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Temporal</a:t>
            </a:r>
            <a:endParaRPr sz="169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3" name="attention"/>
          <p:cNvSpPr>
            <a:spLocks noGrp="1"/>
          </p:cNvSpPr>
          <p:nvPr/>
        </p:nvSpPr>
        <p:spPr>
          <a:xfrm>
            <a:off x="6305550" y="57435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5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5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5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55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4" name="line-54"/>
          <p:cNvSpPr>
            <a:spLocks noGrp="1"/>
          </p:cNvSpPr>
          <p:nvPr/>
        </p:nvSpPr>
        <p:spPr>
          <a:xfrm>
            <a:off x="7086600" y="67056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5" name="line-55"/>
          <p:cNvSpPr>
            <a:spLocks noGrp="1"/>
          </p:cNvSpPr>
          <p:nvPr/>
        </p:nvSpPr>
        <p:spPr>
          <a:xfrm>
            <a:off x="7055811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6" name="line-56"/>
          <p:cNvSpPr>
            <a:spLocks noGrp="1"/>
          </p:cNvSpPr>
          <p:nvPr/>
        </p:nvSpPr>
        <p:spPr>
          <a:xfrm>
            <a:off x="7086600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7" name="line-57"/>
          <p:cNvSpPr>
            <a:spLocks noGrp="1"/>
          </p:cNvSpPr>
          <p:nvPr/>
        </p:nvSpPr>
        <p:spPr>
          <a:xfrm>
            <a:off x="8972550" y="5238750"/>
            <a:ext cx="95" cy="20955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8" name="line-58"/>
          <p:cNvSpPr>
            <a:spLocks noGrp="1"/>
          </p:cNvSpPr>
          <p:nvPr/>
        </p:nvSpPr>
        <p:spPr>
          <a:xfrm>
            <a:off x="8941761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9" name="line-59"/>
          <p:cNvSpPr>
            <a:spLocks noGrp="1"/>
          </p:cNvSpPr>
          <p:nvPr/>
        </p:nvSpPr>
        <p:spPr>
          <a:xfrm>
            <a:off x="8972550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0" name="shape-60"/>
          <p:cNvSpPr>
            <a:spLocks noGrp="1"/>
          </p:cNvSpPr>
          <p:nvPr/>
        </p:nvSpPr>
        <p:spPr>
          <a:xfrm>
            <a:off x="8143875" y="5448300"/>
            <a:ext cx="1657350" cy="1257300"/>
          </a:xfrm>
          <a:prstGeom prst="rect">
            <a:avLst/>
          </a:prstGeom>
          <a:solidFill>
            <a:srgbClr val="D2E3D7"/>
          </a:solidFill>
          <a:ln w="20079">
            <a:solidFill>
              <a:srgbClr val="315F46"/>
            </a:solidFill>
            <a:prstDash val="solid"/>
          </a:ln>
        </p:spPr>
      </p:sp>
      <p:sp>
        <p:nvSpPr>
          <p:cNvPr id="211" name="Geographic (c)"/>
          <p:cNvSpPr>
            <a:spLocks noGrp="1"/>
          </p:cNvSpPr>
          <p:nvPr/>
        </p:nvSpPr>
        <p:spPr>
          <a:xfrm>
            <a:off x="8191500" y="55340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Geographic (c)</a:t>
            </a:r>
            <a:endParaRPr sz="1690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2" name="attention"/>
          <p:cNvSpPr>
            <a:spLocks noGrp="1"/>
          </p:cNvSpPr>
          <p:nvPr/>
        </p:nvSpPr>
        <p:spPr>
          <a:xfrm>
            <a:off x="8191500" y="57435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5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5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5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550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3" name="line-61"/>
          <p:cNvSpPr>
            <a:spLocks noGrp="1"/>
          </p:cNvSpPr>
          <p:nvPr/>
        </p:nvSpPr>
        <p:spPr>
          <a:xfrm>
            <a:off x="8972550" y="67056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4" name="line-62"/>
          <p:cNvSpPr>
            <a:spLocks noGrp="1"/>
          </p:cNvSpPr>
          <p:nvPr/>
        </p:nvSpPr>
        <p:spPr>
          <a:xfrm>
            <a:off x="8941761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5" name="line-63"/>
          <p:cNvSpPr>
            <a:spLocks noGrp="1"/>
          </p:cNvSpPr>
          <p:nvPr/>
        </p:nvSpPr>
        <p:spPr>
          <a:xfrm>
            <a:off x="8972550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6" name="line-64"/>
          <p:cNvSpPr>
            <a:spLocks noGrp="1"/>
          </p:cNvSpPr>
          <p:nvPr/>
        </p:nvSpPr>
        <p:spPr>
          <a:xfrm>
            <a:off x="10858500" y="5238750"/>
            <a:ext cx="95" cy="20955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7" name="line-65"/>
          <p:cNvSpPr>
            <a:spLocks noGrp="1"/>
          </p:cNvSpPr>
          <p:nvPr/>
        </p:nvSpPr>
        <p:spPr>
          <a:xfrm>
            <a:off x="10827711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8" name="line-66"/>
          <p:cNvSpPr>
            <a:spLocks noGrp="1"/>
          </p:cNvSpPr>
          <p:nvPr/>
        </p:nvSpPr>
        <p:spPr>
          <a:xfrm>
            <a:off x="10858500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9" name="shape-67"/>
          <p:cNvSpPr>
            <a:spLocks noGrp="1"/>
          </p:cNvSpPr>
          <p:nvPr/>
        </p:nvSpPr>
        <p:spPr>
          <a:xfrm>
            <a:off x="10029825" y="5448300"/>
            <a:ext cx="1657350" cy="1257300"/>
          </a:xfrm>
          <a:prstGeom prst="rect">
            <a:avLst/>
          </a:prstGeom>
          <a:solidFill>
            <a:srgbClr val="E4ECF2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20" name="Semantic"/>
          <p:cNvSpPr>
            <a:spLocks noGrp="1"/>
          </p:cNvSpPr>
          <p:nvPr/>
        </p:nvSpPr>
        <p:spPr>
          <a:xfrm>
            <a:off x="10077450" y="55340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Semantic</a:t>
            </a:r>
            <a:endParaRPr sz="169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1" name="attention"/>
          <p:cNvSpPr>
            <a:spLocks noGrp="1"/>
          </p:cNvSpPr>
          <p:nvPr/>
        </p:nvSpPr>
        <p:spPr>
          <a:xfrm>
            <a:off x="10077450" y="57435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5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5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5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55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2" name="line-68"/>
          <p:cNvSpPr>
            <a:spLocks noGrp="1"/>
          </p:cNvSpPr>
          <p:nvPr/>
        </p:nvSpPr>
        <p:spPr>
          <a:xfrm>
            <a:off x="10858500" y="67056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23" name="line-69"/>
          <p:cNvSpPr>
            <a:spLocks noGrp="1"/>
          </p:cNvSpPr>
          <p:nvPr/>
        </p:nvSpPr>
        <p:spPr>
          <a:xfrm>
            <a:off x="10827711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24" name="line-70"/>
          <p:cNvSpPr>
            <a:spLocks noGrp="1"/>
          </p:cNvSpPr>
          <p:nvPr/>
        </p:nvSpPr>
        <p:spPr>
          <a:xfrm>
            <a:off x="10858500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25" name="temporal attention link"/>
          <p:cNvSpPr>
            <a:spLocks noGrp="1"/>
          </p:cNvSpPr>
          <p:nvPr/>
        </p:nvSpPr>
        <p:spPr>
          <a:xfrm>
            <a:off x="6438900" y="6067425"/>
            <a:ext cx="1133475" cy="238125"/>
          </a:xfrm>
          <a:custGeom>
            <a:avLst/>
            <a:gdLst/>
            <a:ahLst/>
            <a:cxnLst/>
            <a:pathLst>
              <a:path w="1133475" h="238125">
                <a:moveTo>
                  <a:pt x="0" y="238125"/>
                </a:moveTo>
                <a:cubicBezTo>
                  <a:pt x="0" y="0"/>
                  <a:pt x="1133475" y="0"/>
                  <a:pt x="1133475" y="238125"/>
                </a:cubicBezTo>
              </a:path>
            </a:pathLst>
          </a:custGeom>
          <a:noFill/>
          <a:ln w="9525">
            <a:solidFill>
              <a:srgbClr val="6D8AA0"/>
            </a:solidFill>
          </a:ln>
        </p:spPr>
      </p:sp>
      <p:sp>
        <p:nvSpPr>
          <p:cNvPr id="226" name="temporal attention link"/>
          <p:cNvSpPr>
            <a:spLocks noGrp="1"/>
          </p:cNvSpPr>
          <p:nvPr/>
        </p:nvSpPr>
        <p:spPr>
          <a:xfrm>
            <a:off x="6810375" y="6143625"/>
            <a:ext cx="762000" cy="161925"/>
          </a:xfrm>
          <a:custGeom>
            <a:avLst/>
            <a:gdLst/>
            <a:ahLst/>
            <a:cxnLst/>
            <a:pathLst>
              <a:path w="762000" h="161925">
                <a:moveTo>
                  <a:pt x="0" y="161925"/>
                </a:moveTo>
                <a:cubicBezTo>
                  <a:pt x="0" y="0"/>
                  <a:pt x="762000" y="0"/>
                  <a:pt x="762000" y="161925"/>
                </a:cubicBezTo>
              </a:path>
            </a:pathLst>
          </a:custGeom>
          <a:noFill/>
          <a:ln w="9525">
            <a:solidFill>
              <a:srgbClr val="6D8AA0"/>
            </a:solidFill>
          </a:ln>
        </p:spPr>
      </p:sp>
      <p:sp>
        <p:nvSpPr>
          <p:cNvPr id="227" name="temporal attention link"/>
          <p:cNvSpPr>
            <a:spLocks noGrp="1"/>
          </p:cNvSpPr>
          <p:nvPr/>
        </p:nvSpPr>
        <p:spPr>
          <a:xfrm>
            <a:off x="7181850" y="6210300"/>
            <a:ext cx="390525" cy="95250"/>
          </a:xfrm>
          <a:custGeom>
            <a:avLst/>
            <a:gdLst/>
            <a:ahLst/>
            <a:cxnLst/>
            <a:pathLst>
              <a:path w="390525" h="95250">
                <a:moveTo>
                  <a:pt x="0" y="95250"/>
                </a:moveTo>
                <a:cubicBezTo>
                  <a:pt x="0" y="0"/>
                  <a:pt x="390525" y="0"/>
                  <a:pt x="390525" y="95250"/>
                </a:cubicBezTo>
              </a:path>
            </a:pathLst>
          </a:custGeom>
          <a:noFill/>
          <a:ln w="9525">
            <a:solidFill>
              <a:srgbClr val="6D8AA0"/>
            </a:solidFill>
          </a:ln>
        </p:spPr>
      </p:sp>
      <p:sp>
        <p:nvSpPr>
          <p:cNvPr id="228" name="resource node"/>
          <p:cNvSpPr>
            <a:spLocks noGrp="1"/>
          </p:cNvSpPr>
          <p:nvPr/>
        </p:nvSpPr>
        <p:spPr>
          <a:xfrm>
            <a:off x="6386513" y="6253163"/>
            <a:ext cx="104775" cy="10477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29" name="resource node"/>
          <p:cNvSpPr>
            <a:spLocks noGrp="1"/>
          </p:cNvSpPr>
          <p:nvPr/>
        </p:nvSpPr>
        <p:spPr>
          <a:xfrm>
            <a:off x="6757988" y="6253163"/>
            <a:ext cx="104775" cy="10477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30" name="resource node"/>
          <p:cNvSpPr>
            <a:spLocks noGrp="1"/>
          </p:cNvSpPr>
          <p:nvPr/>
        </p:nvSpPr>
        <p:spPr>
          <a:xfrm>
            <a:off x="7129463" y="6253163"/>
            <a:ext cx="104775" cy="10477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31" name="resource node"/>
          <p:cNvSpPr>
            <a:spLocks noGrp="1"/>
          </p:cNvSpPr>
          <p:nvPr/>
        </p:nvSpPr>
        <p:spPr>
          <a:xfrm>
            <a:off x="7519988" y="6253163"/>
            <a:ext cx="104775" cy="104775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232" name="line-71"/>
          <p:cNvSpPr>
            <a:spLocks noGrp="1"/>
          </p:cNvSpPr>
          <p:nvPr/>
        </p:nvSpPr>
        <p:spPr>
          <a:xfrm>
            <a:off x="8712518" y="6081236"/>
            <a:ext cx="260032" cy="167164"/>
          </a:xfrm>
          <a:custGeom>
            <a:avLst/>
            <a:gdLst/>
            <a:ahLst/>
            <a:cxnLst/>
            <a:pathLst>
              <a:path w="260032" h="167164">
                <a:moveTo>
                  <a:pt x="260032" y="167164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29DAF"/>
            </a:solidFill>
            <a:prstDash val="solid"/>
          </a:ln>
        </p:spPr>
      </p:sp>
      <p:sp>
        <p:nvSpPr>
          <p:cNvPr id="233" name="line-72"/>
          <p:cNvSpPr>
            <a:spLocks noGrp="1"/>
          </p:cNvSpPr>
          <p:nvPr/>
        </p:nvSpPr>
        <p:spPr>
          <a:xfrm>
            <a:off x="8972550" y="6056471"/>
            <a:ext cx="222885" cy="191929"/>
          </a:xfrm>
          <a:custGeom>
            <a:avLst/>
            <a:gdLst/>
            <a:ahLst/>
            <a:cxnLst/>
            <a:pathLst>
              <a:path w="222885" h="191929">
                <a:moveTo>
                  <a:pt x="0" y="191929"/>
                </a:moveTo>
                <a:lnTo>
                  <a:pt x="222885" y="0"/>
                </a:lnTo>
              </a:path>
            </a:pathLst>
          </a:custGeom>
          <a:noFill/>
          <a:ln w="14173">
            <a:solidFill>
              <a:srgbClr val="829DAF"/>
            </a:solidFill>
            <a:prstDash val="solid"/>
          </a:ln>
        </p:spPr>
      </p:sp>
      <p:sp>
        <p:nvSpPr>
          <p:cNvPr id="234" name="line-73"/>
          <p:cNvSpPr>
            <a:spLocks noGrp="1"/>
          </p:cNvSpPr>
          <p:nvPr/>
        </p:nvSpPr>
        <p:spPr>
          <a:xfrm>
            <a:off x="8687753" y="6248400"/>
            <a:ext cx="284797" cy="185738"/>
          </a:xfrm>
          <a:custGeom>
            <a:avLst/>
            <a:gdLst/>
            <a:ahLst/>
            <a:cxnLst/>
            <a:pathLst>
              <a:path w="284797" h="185738">
                <a:moveTo>
                  <a:pt x="284797" y="0"/>
                </a:moveTo>
                <a:lnTo>
                  <a:pt x="0" y="185738"/>
                </a:lnTo>
              </a:path>
            </a:pathLst>
          </a:custGeom>
          <a:noFill/>
          <a:ln w="14173">
            <a:solidFill>
              <a:srgbClr val="829DAF"/>
            </a:solidFill>
            <a:prstDash val="solid"/>
          </a:ln>
        </p:spPr>
      </p:sp>
      <p:sp>
        <p:nvSpPr>
          <p:cNvPr id="235" name="line-74"/>
          <p:cNvSpPr>
            <a:spLocks noGrp="1"/>
          </p:cNvSpPr>
          <p:nvPr/>
        </p:nvSpPr>
        <p:spPr>
          <a:xfrm>
            <a:off x="8972550" y="6248400"/>
            <a:ext cx="260032" cy="179546"/>
          </a:xfrm>
          <a:custGeom>
            <a:avLst/>
            <a:gdLst/>
            <a:ahLst/>
            <a:cxnLst/>
            <a:pathLst>
              <a:path w="260032" h="179546">
                <a:moveTo>
                  <a:pt x="0" y="0"/>
                </a:moveTo>
                <a:lnTo>
                  <a:pt x="260032" y="179546"/>
                </a:lnTo>
              </a:path>
            </a:pathLst>
          </a:custGeom>
          <a:noFill/>
          <a:ln w="14173">
            <a:solidFill>
              <a:srgbClr val="829DAF"/>
            </a:solidFill>
            <a:prstDash val="solid"/>
          </a:ln>
        </p:spPr>
      </p:sp>
      <p:sp>
        <p:nvSpPr>
          <p:cNvPr id="236" name="line-75"/>
          <p:cNvSpPr>
            <a:spLocks noGrp="1"/>
          </p:cNvSpPr>
          <p:nvPr/>
        </p:nvSpPr>
        <p:spPr>
          <a:xfrm>
            <a:off x="8687753" y="6081236"/>
            <a:ext cx="24765" cy="352901"/>
          </a:xfrm>
          <a:custGeom>
            <a:avLst/>
            <a:gdLst/>
            <a:ahLst/>
            <a:cxnLst/>
            <a:pathLst>
              <a:path w="24765" h="352901">
                <a:moveTo>
                  <a:pt x="24765" y="0"/>
                </a:moveTo>
                <a:lnTo>
                  <a:pt x="0" y="352901"/>
                </a:lnTo>
              </a:path>
            </a:pathLst>
          </a:custGeom>
          <a:noFill/>
          <a:ln w="9525">
            <a:solidFill>
              <a:srgbClr val="C7D1D8"/>
            </a:solidFill>
            <a:prstDash val="solid"/>
          </a:ln>
        </p:spPr>
      </p:sp>
      <p:sp>
        <p:nvSpPr>
          <p:cNvPr id="237" name="line-76"/>
          <p:cNvSpPr>
            <a:spLocks noGrp="1"/>
          </p:cNvSpPr>
          <p:nvPr/>
        </p:nvSpPr>
        <p:spPr>
          <a:xfrm>
            <a:off x="9195435" y="6056471"/>
            <a:ext cx="37147" cy="371475"/>
          </a:xfrm>
          <a:custGeom>
            <a:avLst/>
            <a:gdLst/>
            <a:ahLst/>
            <a:cxnLst/>
            <a:pathLst>
              <a:path w="37147" h="371475">
                <a:moveTo>
                  <a:pt x="0" y="0"/>
                </a:moveTo>
                <a:lnTo>
                  <a:pt x="37147" y="371475"/>
                </a:lnTo>
              </a:path>
            </a:pathLst>
          </a:custGeom>
          <a:noFill/>
          <a:ln w="9525">
            <a:solidFill>
              <a:srgbClr val="C7D1D8"/>
            </a:solidFill>
            <a:prstDash val="solid"/>
          </a:ln>
        </p:spPr>
      </p:sp>
      <p:sp>
        <p:nvSpPr>
          <p:cNvPr id="238" name="resource node"/>
          <p:cNvSpPr>
            <a:spLocks noGrp="1"/>
          </p:cNvSpPr>
          <p:nvPr/>
        </p:nvSpPr>
        <p:spPr>
          <a:xfrm>
            <a:off x="8877300" y="6153150"/>
            <a:ext cx="190500" cy="190500"/>
          </a:xfrm>
          <a:prstGeom prst="ellipse">
            <a:avLst/>
          </a:prstGeom>
          <a:solidFill>
            <a:srgbClr val="315F46"/>
          </a:solidFill>
          <a:ln w="16535">
            <a:solidFill>
              <a:srgbClr val="315F46"/>
            </a:solidFill>
          </a:ln>
        </p:spPr>
      </p:sp>
      <p:sp>
        <p:nvSpPr>
          <p:cNvPr id="239" name="resource node"/>
          <p:cNvSpPr>
            <a:spLocks noGrp="1"/>
          </p:cNvSpPr>
          <p:nvPr/>
        </p:nvSpPr>
        <p:spPr>
          <a:xfrm>
            <a:off x="8645843" y="6014561"/>
            <a:ext cx="133350" cy="13335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536779"/>
            </a:solidFill>
          </a:ln>
        </p:spPr>
      </p:sp>
      <p:sp>
        <p:nvSpPr>
          <p:cNvPr id="240" name="resource node"/>
          <p:cNvSpPr>
            <a:spLocks noGrp="1"/>
          </p:cNvSpPr>
          <p:nvPr/>
        </p:nvSpPr>
        <p:spPr>
          <a:xfrm>
            <a:off x="9128760" y="5989796"/>
            <a:ext cx="133350" cy="13335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536779"/>
            </a:solidFill>
          </a:ln>
        </p:spPr>
      </p:sp>
      <p:sp>
        <p:nvSpPr>
          <p:cNvPr id="241" name="resource node"/>
          <p:cNvSpPr>
            <a:spLocks noGrp="1"/>
          </p:cNvSpPr>
          <p:nvPr/>
        </p:nvSpPr>
        <p:spPr>
          <a:xfrm>
            <a:off x="8621078" y="6367463"/>
            <a:ext cx="133350" cy="13335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536779"/>
            </a:solidFill>
          </a:ln>
        </p:spPr>
      </p:sp>
      <p:sp>
        <p:nvSpPr>
          <p:cNvPr id="242" name="resource node"/>
          <p:cNvSpPr>
            <a:spLocks noGrp="1"/>
          </p:cNvSpPr>
          <p:nvPr/>
        </p:nvSpPr>
        <p:spPr>
          <a:xfrm>
            <a:off x="9165908" y="6361271"/>
            <a:ext cx="133350" cy="13335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536779"/>
            </a:solidFill>
          </a:ln>
        </p:spPr>
      </p:sp>
      <p:sp>
        <p:nvSpPr>
          <p:cNvPr id="243" name="similarity-0-0"/>
          <p:cNvSpPr>
            <a:spLocks noGrp="1"/>
          </p:cNvSpPr>
          <p:nvPr/>
        </p:nvSpPr>
        <p:spPr>
          <a:xfrm>
            <a:off x="10258425" y="60579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4" name="similarity-0-1"/>
          <p:cNvSpPr>
            <a:spLocks noGrp="1"/>
          </p:cNvSpPr>
          <p:nvPr/>
        </p:nvSpPr>
        <p:spPr>
          <a:xfrm>
            <a:off x="10344150" y="60579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5" name="similarity-0-2"/>
          <p:cNvSpPr>
            <a:spLocks noGrp="1"/>
          </p:cNvSpPr>
          <p:nvPr/>
        </p:nvSpPr>
        <p:spPr>
          <a:xfrm>
            <a:off x="10429875" y="60579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6" name="similarity-0-3"/>
          <p:cNvSpPr>
            <a:spLocks noGrp="1"/>
          </p:cNvSpPr>
          <p:nvPr/>
        </p:nvSpPr>
        <p:spPr>
          <a:xfrm>
            <a:off x="10515600" y="60579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7" name="similarity-0-4"/>
          <p:cNvSpPr>
            <a:spLocks noGrp="1"/>
          </p:cNvSpPr>
          <p:nvPr/>
        </p:nvSpPr>
        <p:spPr>
          <a:xfrm>
            <a:off x="10601325" y="60579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8" name="similarity-1-0"/>
          <p:cNvSpPr>
            <a:spLocks noGrp="1"/>
          </p:cNvSpPr>
          <p:nvPr/>
        </p:nvSpPr>
        <p:spPr>
          <a:xfrm>
            <a:off x="10258425" y="614362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9" name="similarity-1-1"/>
          <p:cNvSpPr>
            <a:spLocks noGrp="1"/>
          </p:cNvSpPr>
          <p:nvPr/>
        </p:nvSpPr>
        <p:spPr>
          <a:xfrm>
            <a:off x="10344150" y="61436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0" name="similarity-1-2"/>
          <p:cNvSpPr>
            <a:spLocks noGrp="1"/>
          </p:cNvSpPr>
          <p:nvPr/>
        </p:nvSpPr>
        <p:spPr>
          <a:xfrm>
            <a:off x="10429875" y="614362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1" name="similarity-1-3"/>
          <p:cNvSpPr>
            <a:spLocks noGrp="1"/>
          </p:cNvSpPr>
          <p:nvPr/>
        </p:nvSpPr>
        <p:spPr>
          <a:xfrm>
            <a:off x="10515600" y="614362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2" name="similarity-1-4"/>
          <p:cNvSpPr>
            <a:spLocks noGrp="1"/>
          </p:cNvSpPr>
          <p:nvPr/>
        </p:nvSpPr>
        <p:spPr>
          <a:xfrm>
            <a:off x="10601325" y="614362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3" name="similarity-2-0"/>
          <p:cNvSpPr>
            <a:spLocks noGrp="1"/>
          </p:cNvSpPr>
          <p:nvPr/>
        </p:nvSpPr>
        <p:spPr>
          <a:xfrm>
            <a:off x="10258425" y="62293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4" name="similarity-2-1"/>
          <p:cNvSpPr>
            <a:spLocks noGrp="1"/>
          </p:cNvSpPr>
          <p:nvPr/>
        </p:nvSpPr>
        <p:spPr>
          <a:xfrm>
            <a:off x="10344150" y="62293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5" name="similarity-2-2"/>
          <p:cNvSpPr>
            <a:spLocks noGrp="1"/>
          </p:cNvSpPr>
          <p:nvPr/>
        </p:nvSpPr>
        <p:spPr>
          <a:xfrm>
            <a:off x="10429875" y="62293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6" name="similarity-2-3"/>
          <p:cNvSpPr>
            <a:spLocks noGrp="1"/>
          </p:cNvSpPr>
          <p:nvPr/>
        </p:nvSpPr>
        <p:spPr>
          <a:xfrm>
            <a:off x="10515600" y="62293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7" name="similarity-2-4"/>
          <p:cNvSpPr>
            <a:spLocks noGrp="1"/>
          </p:cNvSpPr>
          <p:nvPr/>
        </p:nvSpPr>
        <p:spPr>
          <a:xfrm>
            <a:off x="10601325" y="62293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8" name="similarity-3-0"/>
          <p:cNvSpPr>
            <a:spLocks noGrp="1"/>
          </p:cNvSpPr>
          <p:nvPr/>
        </p:nvSpPr>
        <p:spPr>
          <a:xfrm>
            <a:off x="10258425" y="63150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9" name="similarity-3-1"/>
          <p:cNvSpPr>
            <a:spLocks noGrp="1"/>
          </p:cNvSpPr>
          <p:nvPr/>
        </p:nvSpPr>
        <p:spPr>
          <a:xfrm>
            <a:off x="10344150" y="63150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0" name="similarity-3-2"/>
          <p:cNvSpPr>
            <a:spLocks noGrp="1"/>
          </p:cNvSpPr>
          <p:nvPr/>
        </p:nvSpPr>
        <p:spPr>
          <a:xfrm>
            <a:off x="10429875" y="63150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1" name="similarity-3-3"/>
          <p:cNvSpPr>
            <a:spLocks noGrp="1"/>
          </p:cNvSpPr>
          <p:nvPr/>
        </p:nvSpPr>
        <p:spPr>
          <a:xfrm>
            <a:off x="10515600" y="63150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2" name="similarity-3-4"/>
          <p:cNvSpPr>
            <a:spLocks noGrp="1"/>
          </p:cNvSpPr>
          <p:nvPr/>
        </p:nvSpPr>
        <p:spPr>
          <a:xfrm>
            <a:off x="10601325" y="63150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3" name="similarity-4-0"/>
          <p:cNvSpPr>
            <a:spLocks noGrp="1"/>
          </p:cNvSpPr>
          <p:nvPr/>
        </p:nvSpPr>
        <p:spPr>
          <a:xfrm>
            <a:off x="10258425" y="64008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4" name="similarity-4-1"/>
          <p:cNvSpPr>
            <a:spLocks noGrp="1"/>
          </p:cNvSpPr>
          <p:nvPr/>
        </p:nvSpPr>
        <p:spPr>
          <a:xfrm>
            <a:off x="10344150" y="64008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5" name="similarity-4-2"/>
          <p:cNvSpPr>
            <a:spLocks noGrp="1"/>
          </p:cNvSpPr>
          <p:nvPr/>
        </p:nvSpPr>
        <p:spPr>
          <a:xfrm>
            <a:off x="10429875" y="64008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6" name="similarity-4-3"/>
          <p:cNvSpPr>
            <a:spLocks noGrp="1"/>
          </p:cNvSpPr>
          <p:nvPr/>
        </p:nvSpPr>
        <p:spPr>
          <a:xfrm>
            <a:off x="10515600" y="64008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7" name="similarity-4-4"/>
          <p:cNvSpPr>
            <a:spLocks noGrp="1"/>
          </p:cNvSpPr>
          <p:nvPr/>
        </p:nvSpPr>
        <p:spPr>
          <a:xfrm>
            <a:off x="10601325" y="64008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8" name="shape-77"/>
          <p:cNvSpPr>
            <a:spLocks noGrp="1"/>
          </p:cNvSpPr>
          <p:nvPr/>
        </p:nvSpPr>
        <p:spPr>
          <a:xfrm>
            <a:off x="10258425" y="6057900"/>
            <a:ext cx="428625" cy="4286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269" name="line-78"/>
          <p:cNvSpPr>
            <a:spLocks noGrp="1"/>
          </p:cNvSpPr>
          <p:nvPr/>
        </p:nvSpPr>
        <p:spPr>
          <a:xfrm>
            <a:off x="11077575" y="6096000"/>
            <a:ext cx="123825" cy="142875"/>
          </a:xfrm>
          <a:custGeom>
            <a:avLst/>
            <a:gdLst/>
            <a:ahLst/>
            <a:cxnLst/>
            <a:pathLst>
              <a:path w="123825" h="142875">
                <a:moveTo>
                  <a:pt x="123825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BA3B4"/>
            </a:solidFill>
            <a:prstDash val="solid"/>
          </a:ln>
        </p:spPr>
      </p:sp>
      <p:sp>
        <p:nvSpPr>
          <p:cNvPr id="270" name="line-79"/>
          <p:cNvSpPr>
            <a:spLocks noGrp="1"/>
          </p:cNvSpPr>
          <p:nvPr/>
        </p:nvSpPr>
        <p:spPr>
          <a:xfrm>
            <a:off x="11201400" y="6105525"/>
            <a:ext cx="257175" cy="133350"/>
          </a:xfrm>
          <a:custGeom>
            <a:avLst/>
            <a:gdLst/>
            <a:ahLst/>
            <a:cxnLst/>
            <a:pathLst>
              <a:path w="257175" h="133350">
                <a:moveTo>
                  <a:pt x="0" y="133350"/>
                </a:moveTo>
                <a:lnTo>
                  <a:pt x="257175" y="0"/>
                </a:lnTo>
              </a:path>
            </a:pathLst>
          </a:custGeom>
          <a:noFill/>
          <a:ln w="9525">
            <a:solidFill>
              <a:srgbClr val="8BA3B4"/>
            </a:solidFill>
            <a:prstDash val="solid"/>
          </a:ln>
        </p:spPr>
      </p:sp>
      <p:sp>
        <p:nvSpPr>
          <p:cNvPr id="271" name="line-80"/>
          <p:cNvSpPr>
            <a:spLocks noGrp="1"/>
          </p:cNvSpPr>
          <p:nvPr/>
        </p:nvSpPr>
        <p:spPr>
          <a:xfrm>
            <a:off x="11201400" y="6238875"/>
            <a:ext cx="133350" cy="152400"/>
          </a:xfrm>
          <a:custGeom>
            <a:avLst/>
            <a:gdLst/>
            <a:ahLst/>
            <a:cxnLst/>
            <a:pathLst>
              <a:path w="133350" h="152400">
                <a:moveTo>
                  <a:pt x="0" y="0"/>
                </a:moveTo>
                <a:lnTo>
                  <a:pt x="133350" y="152400"/>
                </a:lnTo>
              </a:path>
            </a:pathLst>
          </a:custGeom>
          <a:noFill/>
          <a:ln w="9525">
            <a:solidFill>
              <a:srgbClr val="8BA3B4"/>
            </a:solidFill>
            <a:prstDash val="solid"/>
          </a:ln>
        </p:spPr>
      </p:sp>
      <p:sp>
        <p:nvSpPr>
          <p:cNvPr id="272" name="resource node"/>
          <p:cNvSpPr>
            <a:spLocks noGrp="1"/>
          </p:cNvSpPr>
          <p:nvPr/>
        </p:nvSpPr>
        <p:spPr>
          <a:xfrm>
            <a:off x="11032808" y="6051233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73" name="resource node"/>
          <p:cNvSpPr>
            <a:spLocks noGrp="1"/>
          </p:cNvSpPr>
          <p:nvPr/>
        </p:nvSpPr>
        <p:spPr>
          <a:xfrm>
            <a:off x="11413808" y="606075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74" name="resource node"/>
          <p:cNvSpPr>
            <a:spLocks noGrp="1"/>
          </p:cNvSpPr>
          <p:nvPr/>
        </p:nvSpPr>
        <p:spPr>
          <a:xfrm>
            <a:off x="11289983" y="634650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75" name="resource node"/>
          <p:cNvSpPr>
            <a:spLocks noGrp="1"/>
          </p:cNvSpPr>
          <p:nvPr/>
        </p:nvSpPr>
        <p:spPr>
          <a:xfrm>
            <a:off x="11144250" y="6181725"/>
            <a:ext cx="114300" cy="114300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276" name="4 heads"/>
          <p:cNvSpPr>
            <a:spLocks noGrp="1"/>
          </p:cNvSpPr>
          <p:nvPr/>
        </p:nvSpPr>
        <p:spPr>
          <a:xfrm>
            <a:off x="6372225" y="64484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 heads</a:t>
            </a:r>
            <a:endParaRPr sz="159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7" name="2 heads, Mᴳ"/>
          <p:cNvSpPr>
            <a:spLocks noGrp="1"/>
          </p:cNvSpPr>
          <p:nvPr/>
        </p:nvSpPr>
        <p:spPr>
          <a:xfrm>
            <a:off x="8258175" y="64484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 heads, Mᴳ</a:t>
            </a:r>
            <a:endParaRPr sz="1595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8" name="2 heads, Mˢ"/>
          <p:cNvSpPr>
            <a:spLocks noGrp="1"/>
          </p:cNvSpPr>
          <p:nvPr/>
        </p:nvSpPr>
        <p:spPr>
          <a:xfrm>
            <a:off x="10144125" y="64484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 heads, Mˢ</a:t>
            </a:r>
            <a:endParaRPr sz="159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9" name="line-81"/>
          <p:cNvSpPr>
            <a:spLocks noGrp="1"/>
          </p:cNvSpPr>
          <p:nvPr/>
        </p:nvSpPr>
        <p:spPr>
          <a:xfrm>
            <a:off x="7086600" y="6867525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0" name="line-82"/>
          <p:cNvSpPr>
            <a:spLocks noGrp="1"/>
          </p:cNvSpPr>
          <p:nvPr/>
        </p:nvSpPr>
        <p:spPr>
          <a:xfrm>
            <a:off x="8953500" y="6867525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1" name="line-83"/>
          <p:cNvSpPr>
            <a:spLocks noGrp="1"/>
          </p:cNvSpPr>
          <p:nvPr/>
        </p:nvSpPr>
        <p:spPr>
          <a:xfrm>
            <a:off x="8922711" y="6970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2" name="line-84"/>
          <p:cNvSpPr>
            <a:spLocks noGrp="1"/>
          </p:cNvSpPr>
          <p:nvPr/>
        </p:nvSpPr>
        <p:spPr>
          <a:xfrm>
            <a:off x="8953500" y="6970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3" name="Concat + Linear"/>
          <p:cNvSpPr>
            <a:spLocks noGrp="1"/>
          </p:cNvSpPr>
          <p:nvPr/>
        </p:nvSpPr>
        <p:spPr>
          <a:xfrm>
            <a:off x="7915275" y="7029450"/>
            <a:ext cx="2076450" cy="361950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284" name="Concat + Linear"/>
          <p:cNvSpPr>
            <a:spLocks noGrp="1"/>
          </p:cNvSpPr>
          <p:nvPr/>
        </p:nvSpPr>
        <p:spPr>
          <a:xfrm>
            <a:off x="7953375" y="70485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Concat + Linear</a:t>
            </a:r>
            <a:endParaRPr sz="189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5" name="line-85"/>
          <p:cNvSpPr>
            <a:spLocks noGrp="1"/>
          </p:cNvSpPr>
          <p:nvPr/>
        </p:nvSpPr>
        <p:spPr>
          <a:xfrm>
            <a:off x="8953500" y="7391400"/>
            <a:ext cx="95" cy="76200"/>
          </a:xfrm>
          <a:custGeom>
            <a:avLst/>
            <a:gdLst/>
            <a:ahLst/>
            <a:cxnLst/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6" name="line-86"/>
          <p:cNvSpPr>
            <a:spLocks noGrp="1"/>
          </p:cNvSpPr>
          <p:nvPr/>
        </p:nvSpPr>
        <p:spPr>
          <a:xfrm>
            <a:off x="8922711" y="7408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7" name="line-87"/>
          <p:cNvSpPr>
            <a:spLocks noGrp="1"/>
          </p:cNvSpPr>
          <p:nvPr/>
        </p:nvSpPr>
        <p:spPr>
          <a:xfrm>
            <a:off x="8953500" y="7408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8" name="operator-+"/>
          <p:cNvSpPr>
            <a:spLocks noGrp="1"/>
          </p:cNvSpPr>
          <p:nvPr/>
        </p:nvSpPr>
        <p:spPr>
          <a:xfrm>
            <a:off x="8839200" y="7477125"/>
            <a:ext cx="228600" cy="228600"/>
          </a:xfrm>
          <a:prstGeom prst="ellipse">
            <a:avLst/>
          </a:prstGeom>
          <a:solidFill>
            <a:srgbClr val="FFFFFF"/>
          </a:solidFill>
          <a:ln w="20003">
            <a:solidFill>
              <a:srgbClr val="17202D"/>
            </a:solidFill>
          </a:ln>
        </p:spPr>
      </p:sp>
      <p:sp>
        <p:nvSpPr>
          <p:cNvPr id="289" name="+"/>
          <p:cNvSpPr>
            <a:spLocks noGrp="1"/>
          </p:cNvSpPr>
          <p:nvPr/>
        </p:nvSpPr>
        <p:spPr>
          <a:xfrm>
            <a:off x="8839200" y="747712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81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0" name="line-88"/>
          <p:cNvSpPr>
            <a:spLocks noGrp="1"/>
          </p:cNvSpPr>
          <p:nvPr/>
        </p:nvSpPr>
        <p:spPr>
          <a:xfrm>
            <a:off x="8953500" y="7715250"/>
            <a:ext cx="95" cy="247650"/>
          </a:xfrm>
          <a:custGeom>
            <a:avLst/>
            <a:gdLst/>
            <a:ahLst/>
            <a:cxnLst/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1" name="line-89"/>
          <p:cNvSpPr>
            <a:spLocks noGrp="1"/>
          </p:cNvSpPr>
          <p:nvPr/>
        </p:nvSpPr>
        <p:spPr>
          <a:xfrm>
            <a:off x="8922711" y="79037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2" name="line-90"/>
          <p:cNvSpPr>
            <a:spLocks noGrp="1"/>
          </p:cNvSpPr>
          <p:nvPr/>
        </p:nvSpPr>
        <p:spPr>
          <a:xfrm>
            <a:off x="8953500" y="79037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3" name="LayerNorm"/>
          <p:cNvSpPr>
            <a:spLocks noGrp="1"/>
          </p:cNvSpPr>
          <p:nvPr/>
        </p:nvSpPr>
        <p:spPr>
          <a:xfrm>
            <a:off x="8124825" y="7962900"/>
            <a:ext cx="1657350" cy="323850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294" name="LayerNorm"/>
          <p:cNvSpPr>
            <a:spLocks noGrp="1"/>
          </p:cNvSpPr>
          <p:nvPr/>
        </p:nvSpPr>
        <p:spPr>
          <a:xfrm>
            <a:off x="8162925" y="798195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LayerNorm</a:t>
            </a:r>
            <a:endParaRPr sz="180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5" name="line-91"/>
          <p:cNvSpPr>
            <a:spLocks noGrp="1"/>
          </p:cNvSpPr>
          <p:nvPr/>
        </p:nvSpPr>
        <p:spPr>
          <a:xfrm>
            <a:off x="8953500" y="8286750"/>
            <a:ext cx="95" cy="285750"/>
          </a:xfrm>
          <a:custGeom>
            <a:avLst/>
            <a:gdLst/>
            <a:ahLst/>
            <a:cxnLst/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6" name="line-92"/>
          <p:cNvSpPr>
            <a:spLocks noGrp="1"/>
          </p:cNvSpPr>
          <p:nvPr/>
        </p:nvSpPr>
        <p:spPr>
          <a:xfrm>
            <a:off x="8922711" y="85133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7" name="line-93"/>
          <p:cNvSpPr>
            <a:spLocks noGrp="1"/>
          </p:cNvSpPr>
          <p:nvPr/>
        </p:nvSpPr>
        <p:spPr>
          <a:xfrm>
            <a:off x="8953500" y="85133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8" name="Feed-forward network"/>
          <p:cNvSpPr>
            <a:spLocks noGrp="1"/>
          </p:cNvSpPr>
          <p:nvPr/>
        </p:nvSpPr>
        <p:spPr>
          <a:xfrm>
            <a:off x="7867650" y="8572500"/>
            <a:ext cx="2171700" cy="381000"/>
          </a:xfrm>
          <a:prstGeom prst="rect">
            <a:avLst/>
          </a:prstGeom>
          <a:solidFill>
            <a:srgbClr val="D9E3EB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299" name="Feed-forward network"/>
          <p:cNvSpPr>
            <a:spLocks noGrp="1"/>
          </p:cNvSpPr>
          <p:nvPr/>
        </p:nvSpPr>
        <p:spPr>
          <a:xfrm>
            <a:off x="7905750" y="85915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Feed-forward network</a:t>
            </a:r>
            <a:endParaRPr sz="165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0" name="line-94"/>
          <p:cNvSpPr>
            <a:spLocks noGrp="1"/>
          </p:cNvSpPr>
          <p:nvPr/>
        </p:nvSpPr>
        <p:spPr>
          <a:xfrm>
            <a:off x="8953500" y="8953500"/>
            <a:ext cx="95" cy="219075"/>
          </a:xfrm>
          <a:custGeom>
            <a:avLst/>
            <a:gdLst/>
            <a:ahLst/>
            <a:cxnLst/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1" name="line-95"/>
          <p:cNvSpPr>
            <a:spLocks noGrp="1"/>
          </p:cNvSpPr>
          <p:nvPr/>
        </p:nvSpPr>
        <p:spPr>
          <a:xfrm>
            <a:off x="8922711" y="91134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2" name="line-96"/>
          <p:cNvSpPr>
            <a:spLocks noGrp="1"/>
          </p:cNvSpPr>
          <p:nvPr/>
        </p:nvSpPr>
        <p:spPr>
          <a:xfrm>
            <a:off x="8953500" y="91134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3" name="operator-+"/>
          <p:cNvSpPr>
            <a:spLocks noGrp="1"/>
          </p:cNvSpPr>
          <p:nvPr/>
        </p:nvSpPr>
        <p:spPr>
          <a:xfrm>
            <a:off x="8839200" y="9182100"/>
            <a:ext cx="228600" cy="228600"/>
          </a:xfrm>
          <a:prstGeom prst="ellipse">
            <a:avLst/>
          </a:prstGeom>
          <a:solidFill>
            <a:srgbClr val="FFFFFF"/>
          </a:solidFill>
          <a:ln w="20003">
            <a:solidFill>
              <a:srgbClr val="17202D"/>
            </a:solidFill>
          </a:ln>
        </p:spPr>
      </p:sp>
      <p:sp>
        <p:nvSpPr>
          <p:cNvPr id="304" name="+"/>
          <p:cNvSpPr>
            <a:spLocks noGrp="1"/>
          </p:cNvSpPr>
          <p:nvPr/>
        </p:nvSpPr>
        <p:spPr>
          <a:xfrm>
            <a:off x="8839200" y="918210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81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5" name="line-97"/>
          <p:cNvSpPr>
            <a:spLocks noGrp="1"/>
          </p:cNvSpPr>
          <p:nvPr/>
        </p:nvSpPr>
        <p:spPr>
          <a:xfrm>
            <a:off x="8953500" y="9420225"/>
            <a:ext cx="95" cy="352425"/>
          </a:xfrm>
          <a:custGeom>
            <a:avLst/>
            <a:gdLst/>
            <a:ahLst/>
            <a:cxnLst/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6" name="line-98"/>
          <p:cNvSpPr>
            <a:spLocks noGrp="1"/>
          </p:cNvSpPr>
          <p:nvPr/>
        </p:nvSpPr>
        <p:spPr>
          <a:xfrm>
            <a:off x="8922711" y="9713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7" name="line-99"/>
          <p:cNvSpPr>
            <a:spLocks noGrp="1"/>
          </p:cNvSpPr>
          <p:nvPr/>
        </p:nvSpPr>
        <p:spPr>
          <a:xfrm>
            <a:off x="8953500" y="9713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8" name="line-100"/>
          <p:cNvSpPr>
            <a:spLocks noGrp="1"/>
          </p:cNvSpPr>
          <p:nvPr/>
        </p:nvSpPr>
        <p:spPr>
          <a:xfrm>
            <a:off x="8953500" y="4505325"/>
            <a:ext cx="2819400" cy="95"/>
          </a:xfrm>
          <a:custGeom>
            <a:avLst/>
            <a:gdLst/>
            <a:ahLst/>
            <a:cxnLst/>
            <a:pathLst>
              <a:path w="2819400" h="95">
                <a:moveTo>
                  <a:pt x="0" y="0"/>
                </a:moveTo>
                <a:lnTo>
                  <a:pt x="281940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09" name="line-101"/>
          <p:cNvSpPr>
            <a:spLocks noGrp="1"/>
          </p:cNvSpPr>
          <p:nvPr/>
        </p:nvSpPr>
        <p:spPr>
          <a:xfrm>
            <a:off x="11772900" y="4505325"/>
            <a:ext cx="95" cy="3086100"/>
          </a:xfrm>
          <a:custGeom>
            <a:avLst/>
            <a:gdLst/>
            <a:ahLst/>
            <a:cxnLst/>
            <a:pathLst>
              <a:path w="95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0" name="line-102"/>
          <p:cNvSpPr>
            <a:spLocks noGrp="1"/>
          </p:cNvSpPr>
          <p:nvPr/>
        </p:nvSpPr>
        <p:spPr>
          <a:xfrm>
            <a:off x="9077325" y="7591425"/>
            <a:ext cx="2695575" cy="95"/>
          </a:xfrm>
          <a:custGeom>
            <a:avLst/>
            <a:gdLst/>
            <a:ahLst/>
            <a:cxnLst/>
            <a:pathLst>
              <a:path w="2695575" h="95">
                <a:moveTo>
                  <a:pt x="2695575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1" name="line-103"/>
          <p:cNvSpPr>
            <a:spLocks noGrp="1"/>
          </p:cNvSpPr>
          <p:nvPr/>
        </p:nvSpPr>
        <p:spPr>
          <a:xfrm>
            <a:off x="9077325" y="75606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2" name="line-104"/>
          <p:cNvSpPr>
            <a:spLocks noGrp="1"/>
          </p:cNvSpPr>
          <p:nvPr/>
        </p:nvSpPr>
        <p:spPr>
          <a:xfrm>
            <a:off x="9077325" y="75914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3" name="line-105"/>
          <p:cNvSpPr>
            <a:spLocks noGrp="1"/>
          </p:cNvSpPr>
          <p:nvPr/>
        </p:nvSpPr>
        <p:spPr>
          <a:xfrm>
            <a:off x="6153150" y="7820025"/>
            <a:ext cx="2800350" cy="95"/>
          </a:xfrm>
          <a:custGeom>
            <a:avLst/>
            <a:gdLst/>
            <a:ahLst/>
            <a:cxnLst/>
            <a:pathLst>
              <a:path w="2800350" h="95">
                <a:moveTo>
                  <a:pt x="2800350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4" name="line-106"/>
          <p:cNvSpPr>
            <a:spLocks noGrp="1"/>
          </p:cNvSpPr>
          <p:nvPr/>
        </p:nvSpPr>
        <p:spPr>
          <a:xfrm>
            <a:off x="6153150" y="7820025"/>
            <a:ext cx="95" cy="1476375"/>
          </a:xfrm>
          <a:custGeom>
            <a:avLst/>
            <a:gdLst/>
            <a:ahLst/>
            <a:cxnLst/>
            <a:pathLst>
              <a:path w="95" h="1476375">
                <a:moveTo>
                  <a:pt x="0" y="0"/>
                </a:moveTo>
                <a:lnTo>
                  <a:pt x="0" y="1476375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5" name="line-107"/>
          <p:cNvSpPr>
            <a:spLocks noGrp="1"/>
          </p:cNvSpPr>
          <p:nvPr/>
        </p:nvSpPr>
        <p:spPr>
          <a:xfrm>
            <a:off x="6153150" y="9296400"/>
            <a:ext cx="2676525" cy="95"/>
          </a:xfrm>
          <a:custGeom>
            <a:avLst/>
            <a:gdLst/>
            <a:ahLst/>
            <a:cxnLst/>
            <a:pathLst>
              <a:path w="2676525" h="95">
                <a:moveTo>
                  <a:pt x="0" y="0"/>
                </a:moveTo>
                <a:lnTo>
                  <a:pt x="2676525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6" name="line-108"/>
          <p:cNvSpPr>
            <a:spLocks noGrp="1"/>
          </p:cNvSpPr>
          <p:nvPr/>
        </p:nvSpPr>
        <p:spPr>
          <a:xfrm>
            <a:off x="8770535" y="92964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7" name="line-109"/>
          <p:cNvSpPr>
            <a:spLocks noGrp="1"/>
          </p:cNvSpPr>
          <p:nvPr/>
        </p:nvSpPr>
        <p:spPr>
          <a:xfrm>
            <a:off x="8770535" y="92656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8" name="residual"/>
          <p:cNvSpPr>
            <a:spLocks noGrp="1"/>
          </p:cNvSpPr>
          <p:nvPr/>
        </p:nvSpPr>
        <p:spPr>
          <a:xfrm>
            <a:off x="10325100" y="7353300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residual</a:t>
            </a:r>
            <a:endParaRPr sz="1500" b="0" i="1">
              <a:solidFill>
                <a:srgbClr val="5C636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9" name="residual"/>
          <p:cNvSpPr>
            <a:spLocks noGrp="1"/>
          </p:cNvSpPr>
          <p:nvPr/>
        </p:nvSpPr>
        <p:spPr>
          <a:xfrm>
            <a:off x="6353175" y="9020175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residual</a:t>
            </a:r>
            <a:endParaRPr sz="1500" b="0" i="1">
              <a:solidFill>
                <a:srgbClr val="5C636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0" name="line-110"/>
          <p:cNvSpPr>
            <a:spLocks noGrp="1"/>
          </p:cNvSpPr>
          <p:nvPr/>
        </p:nvSpPr>
        <p:spPr>
          <a:xfrm>
            <a:off x="9801225" y="5962650"/>
            <a:ext cx="2533650" cy="95"/>
          </a:xfrm>
          <a:custGeom>
            <a:avLst/>
            <a:gdLst/>
            <a:ahLst/>
            <a:cxnLst/>
            <a:pathLst>
              <a:path w="2533650" h="95">
                <a:moveTo>
                  <a:pt x="0" y="0"/>
                </a:moveTo>
                <a:lnTo>
                  <a:pt x="2533650" y="0"/>
                </a:lnTo>
              </a:path>
            </a:pathLst>
          </a:custGeom>
          <a:noFill/>
          <a:ln w="15355">
            <a:solidFill>
              <a:srgbClr val="315F46"/>
            </a:solidFill>
            <a:prstDash val="dash"/>
          </a:ln>
        </p:spPr>
      </p:sp>
      <p:sp>
        <p:nvSpPr>
          <p:cNvPr id="321" name="line-111"/>
          <p:cNvSpPr>
            <a:spLocks noGrp="1"/>
          </p:cNvSpPr>
          <p:nvPr/>
        </p:nvSpPr>
        <p:spPr>
          <a:xfrm>
            <a:off x="12334875" y="5962650"/>
            <a:ext cx="95" cy="304800"/>
          </a:xfrm>
          <a:custGeom>
            <a:avLst/>
            <a:gdLst/>
            <a:ahLst/>
            <a:cxnLst/>
            <a:pathLst>
              <a:path w="9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5355">
            <a:solidFill>
              <a:srgbClr val="315F46"/>
            </a:solidFill>
            <a:prstDash val="dash"/>
          </a:ln>
        </p:spPr>
      </p:sp>
      <p:sp>
        <p:nvSpPr>
          <p:cNvPr id="322" name="line-112"/>
          <p:cNvSpPr>
            <a:spLocks noGrp="1"/>
          </p:cNvSpPr>
          <p:nvPr/>
        </p:nvSpPr>
        <p:spPr>
          <a:xfrm>
            <a:off x="12334875" y="6267450"/>
            <a:ext cx="238125" cy="95"/>
          </a:xfrm>
          <a:custGeom>
            <a:avLst/>
            <a:gdLst/>
            <a:ahLst/>
            <a:cxnLst/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5355">
            <a:solidFill>
              <a:srgbClr val="315F46"/>
            </a:solidFill>
            <a:prstDash val="dash"/>
          </a:ln>
        </p:spPr>
      </p:sp>
      <p:sp>
        <p:nvSpPr>
          <p:cNvPr id="323" name="H(t)"/>
          <p:cNvSpPr>
            <a:spLocks noGrp="1"/>
          </p:cNvSpPr>
          <p:nvPr/>
        </p:nvSpPr>
        <p:spPr>
          <a:xfrm>
            <a:off x="9144000" y="958215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1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1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1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H(t)</a:t>
            </a:r>
            <a:endParaRPr sz="1800" b="0" i="1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4" name="line-113"/>
          <p:cNvSpPr>
            <a:spLocks noGrp="1"/>
          </p:cNvSpPr>
          <p:nvPr/>
        </p:nvSpPr>
        <p:spPr>
          <a:xfrm>
            <a:off x="6972300" y="9772650"/>
            <a:ext cx="4048125" cy="95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25" name="line-114"/>
          <p:cNvSpPr>
            <a:spLocks noGrp="1"/>
          </p:cNvSpPr>
          <p:nvPr/>
        </p:nvSpPr>
        <p:spPr>
          <a:xfrm>
            <a:off x="6972300" y="97726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26" name="line-115"/>
          <p:cNvSpPr>
            <a:spLocks noGrp="1"/>
          </p:cNvSpPr>
          <p:nvPr/>
        </p:nvSpPr>
        <p:spPr>
          <a:xfrm>
            <a:off x="6941511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27" name="line-116"/>
          <p:cNvSpPr>
            <a:spLocks noGrp="1"/>
          </p:cNvSpPr>
          <p:nvPr/>
        </p:nvSpPr>
        <p:spPr>
          <a:xfrm>
            <a:off x="6972300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28" name="Regime + precursor&#10;fusion (b)"/>
          <p:cNvSpPr>
            <a:spLocks noGrp="1"/>
          </p:cNvSpPr>
          <p:nvPr/>
        </p:nvSpPr>
        <p:spPr>
          <a:xfrm>
            <a:off x="6096000" y="10010775"/>
            <a:ext cx="1762125" cy="428625"/>
          </a:xfrm>
          <a:prstGeom prst="rect">
            <a:avLst/>
          </a:prstGeom>
          <a:solidFill>
            <a:srgbClr val="E6D2BE"/>
          </a:solidFill>
          <a:ln w="15355">
            <a:solidFill>
              <a:srgbClr val="805431"/>
            </a:solidFill>
            <a:prstDash val="solid"/>
          </a:ln>
        </p:spPr>
      </p:sp>
      <p:sp>
        <p:nvSpPr>
          <p:cNvPr id="329" name="Regime + precursor&#10;fusion (b)"/>
          <p:cNvSpPr>
            <a:spLocks noGrp="1"/>
          </p:cNvSpPr>
          <p:nvPr/>
        </p:nvSpPr>
        <p:spPr>
          <a:xfrm>
            <a:off x="6134100" y="10029825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Regime + precursor</a:t>
            </a:r>
            <a:endParaRPr sz="151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fusion (b)</a:t>
            </a:r>
            <a:endParaRPr sz="151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0" name="line-117"/>
          <p:cNvSpPr>
            <a:spLocks noGrp="1"/>
          </p:cNvSpPr>
          <p:nvPr/>
        </p:nvSpPr>
        <p:spPr>
          <a:xfrm>
            <a:off x="6972300" y="104394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1" name="line-118"/>
          <p:cNvSpPr>
            <a:spLocks noGrp="1"/>
          </p:cNvSpPr>
          <p:nvPr/>
        </p:nvSpPr>
        <p:spPr>
          <a:xfrm>
            <a:off x="6941511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2" name="line-119"/>
          <p:cNvSpPr>
            <a:spLocks noGrp="1"/>
          </p:cNvSpPr>
          <p:nvPr/>
        </p:nvSpPr>
        <p:spPr>
          <a:xfrm>
            <a:off x="6972300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3" name="Event heads&#10;w, s, d, prefix"/>
          <p:cNvSpPr>
            <a:spLocks noGrp="1"/>
          </p:cNvSpPr>
          <p:nvPr/>
        </p:nvSpPr>
        <p:spPr>
          <a:xfrm>
            <a:off x="6096000" y="10668000"/>
            <a:ext cx="1762125" cy="5048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34" name="Event heads&#10;w, s, d, prefix"/>
          <p:cNvSpPr>
            <a:spLocks noGrp="1"/>
          </p:cNvSpPr>
          <p:nvPr/>
        </p:nvSpPr>
        <p:spPr>
          <a:xfrm>
            <a:off x="6134100" y="10687050"/>
            <a:ext cx="16859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heads</a:t>
            </a:r>
            <a:endParaRPr sz="17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w, s, d, prefix</a:t>
            </a:r>
            <a:endParaRPr sz="17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5" name="line-120"/>
          <p:cNvSpPr>
            <a:spLocks noGrp="1"/>
          </p:cNvSpPr>
          <p:nvPr/>
        </p:nvSpPr>
        <p:spPr>
          <a:xfrm>
            <a:off x="6972300" y="11172825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6" name="line-121"/>
          <p:cNvSpPr>
            <a:spLocks noGrp="1"/>
          </p:cNvSpPr>
          <p:nvPr/>
        </p:nvSpPr>
        <p:spPr>
          <a:xfrm>
            <a:off x="6941511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7" name="line-122"/>
          <p:cNvSpPr>
            <a:spLocks noGrp="1"/>
          </p:cNvSpPr>
          <p:nvPr/>
        </p:nvSpPr>
        <p:spPr>
          <a:xfrm>
            <a:off x="6972300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8" name="line-123"/>
          <p:cNvSpPr>
            <a:spLocks noGrp="1"/>
          </p:cNvSpPr>
          <p:nvPr/>
        </p:nvSpPr>
        <p:spPr>
          <a:xfrm>
            <a:off x="8963025" y="97726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9" name="line-124"/>
          <p:cNvSpPr>
            <a:spLocks noGrp="1"/>
          </p:cNvSpPr>
          <p:nvPr/>
        </p:nvSpPr>
        <p:spPr>
          <a:xfrm>
            <a:off x="8932236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0" name="line-125"/>
          <p:cNvSpPr>
            <a:spLocks noGrp="1"/>
          </p:cNvSpPr>
          <p:nvPr/>
        </p:nvSpPr>
        <p:spPr>
          <a:xfrm>
            <a:off x="8963025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1" name="Skip + order-progress&#10;fusion"/>
          <p:cNvSpPr>
            <a:spLocks noGrp="1"/>
          </p:cNvSpPr>
          <p:nvPr/>
        </p:nvSpPr>
        <p:spPr>
          <a:xfrm>
            <a:off x="8048625" y="10010775"/>
            <a:ext cx="1838325" cy="4286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42" name="Skip + order-progress&#10;fusion"/>
          <p:cNvSpPr>
            <a:spLocks noGrp="1"/>
          </p:cNvSpPr>
          <p:nvPr/>
        </p:nvSpPr>
        <p:spPr>
          <a:xfrm>
            <a:off x="8086725" y="10029825"/>
            <a:ext cx="17621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Skip + order-progress</a:t>
            </a:r>
            <a:endParaRPr sz="151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fusion</a:t>
            </a:r>
            <a:endParaRPr sz="151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3" name="line-126"/>
          <p:cNvSpPr>
            <a:spLocks noGrp="1"/>
          </p:cNvSpPr>
          <p:nvPr/>
        </p:nvSpPr>
        <p:spPr>
          <a:xfrm>
            <a:off x="8963025" y="104394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4" name="line-127"/>
          <p:cNvSpPr>
            <a:spLocks noGrp="1"/>
          </p:cNvSpPr>
          <p:nvPr/>
        </p:nvSpPr>
        <p:spPr>
          <a:xfrm>
            <a:off x="8932236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5" name="line-128"/>
          <p:cNvSpPr>
            <a:spLocks noGrp="1"/>
          </p:cNvSpPr>
          <p:nvPr/>
        </p:nvSpPr>
        <p:spPr>
          <a:xfrm>
            <a:off x="8963025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6" name="State / remaining&#10;time decoders"/>
          <p:cNvSpPr>
            <a:spLocks noGrp="1"/>
          </p:cNvSpPr>
          <p:nvPr/>
        </p:nvSpPr>
        <p:spPr>
          <a:xfrm>
            <a:off x="8048625" y="10668000"/>
            <a:ext cx="1838325" cy="5048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47" name="State / remaining&#10;time decoders"/>
          <p:cNvSpPr>
            <a:spLocks noGrp="1"/>
          </p:cNvSpPr>
          <p:nvPr/>
        </p:nvSpPr>
        <p:spPr>
          <a:xfrm>
            <a:off x="8086725" y="10687050"/>
            <a:ext cx="17621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 / remaining</a:t>
            </a:r>
            <a:endParaRPr sz="17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 decoders</a:t>
            </a:r>
            <a:endParaRPr sz="17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8" name="line-129"/>
          <p:cNvSpPr>
            <a:spLocks noGrp="1"/>
          </p:cNvSpPr>
          <p:nvPr/>
        </p:nvSpPr>
        <p:spPr>
          <a:xfrm>
            <a:off x="8963025" y="11172825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9" name="line-130"/>
          <p:cNvSpPr>
            <a:spLocks noGrp="1"/>
          </p:cNvSpPr>
          <p:nvPr/>
        </p:nvSpPr>
        <p:spPr>
          <a:xfrm>
            <a:off x="8932236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0" name="line-131"/>
          <p:cNvSpPr>
            <a:spLocks noGrp="1"/>
          </p:cNvSpPr>
          <p:nvPr/>
        </p:nvSpPr>
        <p:spPr>
          <a:xfrm>
            <a:off x="8963025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1" name="line-132"/>
          <p:cNvSpPr>
            <a:spLocks noGrp="1"/>
          </p:cNvSpPr>
          <p:nvPr/>
        </p:nvSpPr>
        <p:spPr>
          <a:xfrm>
            <a:off x="11020425" y="97726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2" name="line-133"/>
          <p:cNvSpPr>
            <a:spLocks noGrp="1"/>
          </p:cNvSpPr>
          <p:nvPr/>
        </p:nvSpPr>
        <p:spPr>
          <a:xfrm>
            <a:off x="10989636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3" name="line-134"/>
          <p:cNvSpPr>
            <a:spLocks noGrp="1"/>
          </p:cNvSpPr>
          <p:nvPr/>
        </p:nvSpPr>
        <p:spPr>
          <a:xfrm>
            <a:off x="11020425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4" name="Graph pooling&#10;+ node evidence"/>
          <p:cNvSpPr>
            <a:spLocks noGrp="1"/>
          </p:cNvSpPr>
          <p:nvPr/>
        </p:nvSpPr>
        <p:spPr>
          <a:xfrm>
            <a:off x="10163175" y="10010775"/>
            <a:ext cx="1714500" cy="4286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55" name="Graph pooling&#10;+ node evidence"/>
          <p:cNvSpPr>
            <a:spLocks noGrp="1"/>
          </p:cNvSpPr>
          <p:nvPr/>
        </p:nvSpPr>
        <p:spPr>
          <a:xfrm>
            <a:off x="10201275" y="10029825"/>
            <a:ext cx="16383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Graph pooling</a:t>
            </a:r>
            <a:endParaRPr sz="151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node evidence</a:t>
            </a:r>
            <a:endParaRPr sz="151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6" name="line-135"/>
          <p:cNvSpPr>
            <a:spLocks noGrp="1"/>
          </p:cNvSpPr>
          <p:nvPr/>
        </p:nvSpPr>
        <p:spPr>
          <a:xfrm>
            <a:off x="11020425" y="104394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7" name="line-136"/>
          <p:cNvSpPr>
            <a:spLocks noGrp="1"/>
          </p:cNvSpPr>
          <p:nvPr/>
        </p:nvSpPr>
        <p:spPr>
          <a:xfrm>
            <a:off x="10989636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8" name="line-137"/>
          <p:cNvSpPr>
            <a:spLocks noGrp="1"/>
          </p:cNvSpPr>
          <p:nvPr/>
        </p:nvSpPr>
        <p:spPr>
          <a:xfrm>
            <a:off x="11020425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9" name="Process-cause&#10;classifier"/>
          <p:cNvSpPr>
            <a:spLocks noGrp="1"/>
          </p:cNvSpPr>
          <p:nvPr/>
        </p:nvSpPr>
        <p:spPr>
          <a:xfrm>
            <a:off x="10163175" y="10668000"/>
            <a:ext cx="1714500" cy="5048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60" name="Process-cause&#10;classifier"/>
          <p:cNvSpPr>
            <a:spLocks noGrp="1"/>
          </p:cNvSpPr>
          <p:nvPr/>
        </p:nvSpPr>
        <p:spPr>
          <a:xfrm>
            <a:off x="10201275" y="10687050"/>
            <a:ext cx="16383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Process-cause</a:t>
            </a:r>
            <a:endParaRPr sz="17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classifier</a:t>
            </a:r>
            <a:endParaRPr sz="17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1" name="line-138"/>
          <p:cNvSpPr>
            <a:spLocks noGrp="1"/>
          </p:cNvSpPr>
          <p:nvPr/>
        </p:nvSpPr>
        <p:spPr>
          <a:xfrm>
            <a:off x="11020425" y="11172825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62" name="line-139"/>
          <p:cNvSpPr>
            <a:spLocks noGrp="1"/>
          </p:cNvSpPr>
          <p:nvPr/>
        </p:nvSpPr>
        <p:spPr>
          <a:xfrm>
            <a:off x="10989636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63" name="line-140"/>
          <p:cNvSpPr>
            <a:spLocks noGrp="1"/>
          </p:cNvSpPr>
          <p:nvPr/>
        </p:nvSpPr>
        <p:spPr>
          <a:xfrm>
            <a:off x="11020425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64" name="line-141"/>
          <p:cNvSpPr>
            <a:spLocks noGrp="1"/>
          </p:cNvSpPr>
          <p:nvPr/>
        </p:nvSpPr>
        <p:spPr>
          <a:xfrm>
            <a:off x="6972300" y="11401425"/>
            <a:ext cx="4048125" cy="95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65" name="Training loss"/>
          <p:cNvSpPr>
            <a:spLocks noGrp="1"/>
          </p:cNvSpPr>
          <p:nvPr/>
        </p:nvSpPr>
        <p:spPr>
          <a:xfrm>
            <a:off x="6143625" y="11744325"/>
            <a:ext cx="1381125" cy="371475"/>
          </a:xfrm>
          <a:prstGeom prst="rect">
            <a:avLst/>
          </a:prstGeom>
          <a:solidFill>
            <a:srgbClr val="EFE0D1"/>
          </a:solidFill>
          <a:ln w="15355">
            <a:solidFill>
              <a:srgbClr val="805431"/>
            </a:solidFill>
            <a:prstDash val="solid"/>
          </a:ln>
        </p:spPr>
      </p:sp>
      <p:sp>
        <p:nvSpPr>
          <p:cNvPr id="366" name="Training loss"/>
          <p:cNvSpPr>
            <a:spLocks noGrp="1"/>
          </p:cNvSpPr>
          <p:nvPr/>
        </p:nvSpPr>
        <p:spPr>
          <a:xfrm>
            <a:off x="6181725" y="11763375"/>
            <a:ext cx="13049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loss</a:t>
            </a:r>
            <a:endParaRPr sz="17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7" name="line-142"/>
          <p:cNvSpPr>
            <a:spLocks noGrp="1"/>
          </p:cNvSpPr>
          <p:nvPr/>
        </p:nvSpPr>
        <p:spPr>
          <a:xfrm>
            <a:off x="6838950" y="11401425"/>
            <a:ext cx="133350" cy="95"/>
          </a:xfrm>
          <a:custGeom>
            <a:avLst/>
            <a:gdLst/>
            <a:ahLst/>
            <a:cxnLst/>
            <a:pathLst>
              <a:path w="133350" h="95">
                <a:moveTo>
                  <a:pt x="133350" y="0"/>
                </a:moveTo>
                <a:lnTo>
                  <a:pt x="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dash"/>
          </a:ln>
        </p:spPr>
      </p:sp>
      <p:sp>
        <p:nvSpPr>
          <p:cNvPr id="368" name="line-143"/>
          <p:cNvSpPr>
            <a:spLocks noGrp="1"/>
          </p:cNvSpPr>
          <p:nvPr/>
        </p:nvSpPr>
        <p:spPr>
          <a:xfrm>
            <a:off x="6838950" y="11401425"/>
            <a:ext cx="95" cy="342900"/>
          </a:xfrm>
          <a:custGeom>
            <a:avLst/>
            <a:gdLst/>
            <a:ahLst/>
            <a:cxnLst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5355">
            <a:solidFill>
              <a:srgbClr val="805431"/>
            </a:solidFill>
            <a:prstDash val="dash"/>
          </a:ln>
        </p:spPr>
      </p:sp>
      <p:sp>
        <p:nvSpPr>
          <p:cNvPr id="369" name="line-144"/>
          <p:cNvSpPr>
            <a:spLocks noGrp="1"/>
          </p:cNvSpPr>
          <p:nvPr/>
        </p:nvSpPr>
        <p:spPr>
          <a:xfrm>
            <a:off x="6808161" y="116851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370" name="line-145"/>
          <p:cNvSpPr>
            <a:spLocks noGrp="1"/>
          </p:cNvSpPr>
          <p:nvPr/>
        </p:nvSpPr>
        <p:spPr>
          <a:xfrm>
            <a:off x="6838950" y="116851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371" name="Event decoding&#10;and report assembly"/>
          <p:cNvSpPr>
            <a:spLocks noGrp="1"/>
          </p:cNvSpPr>
          <p:nvPr/>
        </p:nvSpPr>
        <p:spPr>
          <a:xfrm>
            <a:off x="8324850" y="11639550"/>
            <a:ext cx="3276600" cy="542925"/>
          </a:xfrm>
          <a:prstGeom prst="rect">
            <a:avLst/>
          </a:prstGeom>
          <a:solidFill>
            <a:srgbClr val="CFDFEB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372" name="Event decoding&#10;and report assembly"/>
          <p:cNvSpPr>
            <a:spLocks noGrp="1"/>
          </p:cNvSpPr>
          <p:nvPr/>
        </p:nvSpPr>
        <p:spPr>
          <a:xfrm>
            <a:off x="8362950" y="11658600"/>
            <a:ext cx="32004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decoding</a:t>
            </a:r>
            <a:endParaRPr sz="1815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report assembly</a:t>
            </a:r>
            <a:endParaRPr sz="1815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3" name="line-146"/>
          <p:cNvSpPr>
            <a:spLocks noGrp="1"/>
          </p:cNvSpPr>
          <p:nvPr/>
        </p:nvSpPr>
        <p:spPr>
          <a:xfrm>
            <a:off x="9963150" y="1140142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374" name="line-147"/>
          <p:cNvSpPr>
            <a:spLocks noGrp="1"/>
          </p:cNvSpPr>
          <p:nvPr/>
        </p:nvSpPr>
        <p:spPr>
          <a:xfrm>
            <a:off x="9932361" y="11580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375" name="line-148"/>
          <p:cNvSpPr>
            <a:spLocks noGrp="1"/>
          </p:cNvSpPr>
          <p:nvPr/>
        </p:nvSpPr>
        <p:spPr>
          <a:xfrm>
            <a:off x="9963150" y="11580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376" name="line-149"/>
          <p:cNvSpPr>
            <a:spLocks noGrp="1"/>
          </p:cNvSpPr>
          <p:nvPr/>
        </p:nvSpPr>
        <p:spPr>
          <a:xfrm>
            <a:off x="11601450" y="11906250"/>
            <a:ext cx="752475" cy="95"/>
          </a:xfrm>
          <a:custGeom>
            <a:avLst/>
            <a:gdLst/>
            <a:ahLst/>
            <a:cxnLst/>
            <a:pathLst>
              <a:path w="752475" h="95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/>
          <a:ln w="23622">
            <a:solidFill>
              <a:srgbClr val="315B79"/>
            </a:solidFill>
            <a:prstDash val="solid"/>
          </a:ln>
        </p:spPr>
      </p:sp>
      <p:sp>
        <p:nvSpPr>
          <p:cNvPr id="377" name="line-150"/>
          <p:cNvSpPr>
            <a:spLocks noGrp="1"/>
          </p:cNvSpPr>
          <p:nvPr/>
        </p:nvSpPr>
        <p:spPr>
          <a:xfrm>
            <a:off x="12353925" y="10753725"/>
            <a:ext cx="95" cy="1152525"/>
          </a:xfrm>
          <a:custGeom>
            <a:avLst/>
            <a:gdLst/>
            <a:ahLst/>
            <a:cxnLst/>
            <a:pathLst>
              <a:path w="95" h="1152525">
                <a:moveTo>
                  <a:pt x="0" y="1152525"/>
                </a:moveTo>
                <a:lnTo>
                  <a:pt x="0" y="0"/>
                </a:lnTo>
              </a:path>
            </a:pathLst>
          </a:custGeom>
          <a:noFill/>
          <a:ln w="23622">
            <a:solidFill>
              <a:srgbClr val="315B79"/>
            </a:solidFill>
            <a:prstDash val="solid"/>
          </a:ln>
        </p:spPr>
      </p:sp>
      <p:sp>
        <p:nvSpPr>
          <p:cNvPr id="378" name="line-151"/>
          <p:cNvSpPr>
            <a:spLocks noGrp="1"/>
          </p:cNvSpPr>
          <p:nvPr/>
        </p:nvSpPr>
        <p:spPr>
          <a:xfrm>
            <a:off x="12353925" y="10753725"/>
            <a:ext cx="219075" cy="95"/>
          </a:xfrm>
          <a:custGeom>
            <a:avLst/>
            <a:gdLst/>
            <a:ahLst/>
            <a:cxnLst/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/>
          <a:ln w="23622">
            <a:solidFill>
              <a:srgbClr val="315B79"/>
            </a:solidFill>
            <a:prstDash val="solid"/>
          </a:ln>
        </p:spPr>
      </p:sp>
      <p:sp>
        <p:nvSpPr>
          <p:cNvPr id="379" name="line-152"/>
          <p:cNvSpPr>
            <a:spLocks noGrp="1"/>
          </p:cNvSpPr>
          <p:nvPr/>
        </p:nvSpPr>
        <p:spPr>
          <a:xfrm>
            <a:off x="12513860" y="107537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23622">
            <a:solidFill>
              <a:srgbClr val="315B79"/>
            </a:solidFill>
            <a:prstDash val="solid"/>
          </a:ln>
        </p:spPr>
      </p:sp>
      <p:sp>
        <p:nvSpPr>
          <p:cNvPr id="380" name="line-153"/>
          <p:cNvSpPr>
            <a:spLocks noGrp="1"/>
          </p:cNvSpPr>
          <p:nvPr/>
        </p:nvSpPr>
        <p:spPr>
          <a:xfrm>
            <a:off x="12513860" y="107229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23622">
            <a:solidFill>
              <a:srgbClr val="315B79"/>
            </a:solidFill>
            <a:prstDash val="solid"/>
          </a:ln>
        </p:spPr>
      </p:sp>
      <p:sp>
        <p:nvSpPr>
          <p:cNvPr id="381" name="Operational evidence"/>
          <p:cNvSpPr>
            <a:spLocks noGrp="1"/>
          </p:cNvSpPr>
          <p:nvPr/>
        </p:nvSpPr>
        <p:spPr>
          <a:xfrm>
            <a:off x="523875" y="4581525"/>
            <a:ext cx="4743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Operational evidence</a:t>
            </a:r>
            <a:endParaRPr sz="1980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2" name="line-154"/>
          <p:cNvSpPr>
            <a:spLocks noGrp="1"/>
          </p:cNvSpPr>
          <p:nvPr/>
        </p:nvSpPr>
        <p:spPr>
          <a:xfrm>
            <a:off x="752475" y="551497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83" name="line-155"/>
          <p:cNvSpPr>
            <a:spLocks noGrp="1"/>
          </p:cNvSpPr>
          <p:nvPr/>
        </p:nvSpPr>
        <p:spPr>
          <a:xfrm>
            <a:off x="752475" y="5385435"/>
            <a:ext cx="242888" cy="97155"/>
          </a:xfrm>
          <a:custGeom>
            <a:avLst/>
            <a:gdLst/>
            <a:ahLst/>
            <a:cxnLst/>
            <a:pathLst>
              <a:path w="242888" h="97155">
                <a:moveTo>
                  <a:pt x="0" y="97155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84" name="line-156"/>
          <p:cNvSpPr>
            <a:spLocks noGrp="1"/>
          </p:cNvSpPr>
          <p:nvPr/>
        </p:nvSpPr>
        <p:spPr>
          <a:xfrm>
            <a:off x="995363" y="5239703"/>
            <a:ext cx="242888" cy="145732"/>
          </a:xfrm>
          <a:custGeom>
            <a:avLst/>
            <a:gdLst/>
            <a:ahLst/>
            <a:cxnLst/>
            <a:pathLst>
              <a:path w="242888" h="145732">
                <a:moveTo>
                  <a:pt x="0" y="145732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85" name="line-157"/>
          <p:cNvSpPr>
            <a:spLocks noGrp="1"/>
          </p:cNvSpPr>
          <p:nvPr/>
        </p:nvSpPr>
        <p:spPr>
          <a:xfrm>
            <a:off x="1238250" y="5223510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16193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86" name="line-158"/>
          <p:cNvSpPr>
            <a:spLocks noGrp="1"/>
          </p:cNvSpPr>
          <p:nvPr/>
        </p:nvSpPr>
        <p:spPr>
          <a:xfrm>
            <a:off x="1481138" y="5223510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87" name="resource node"/>
          <p:cNvSpPr>
            <a:spLocks noGrp="1"/>
          </p:cNvSpPr>
          <p:nvPr/>
        </p:nvSpPr>
        <p:spPr>
          <a:xfrm>
            <a:off x="730568" y="546068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88" name="resource node"/>
          <p:cNvSpPr>
            <a:spLocks noGrp="1"/>
          </p:cNvSpPr>
          <p:nvPr/>
        </p:nvSpPr>
        <p:spPr>
          <a:xfrm>
            <a:off x="973455" y="536352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89" name="resource node"/>
          <p:cNvSpPr>
            <a:spLocks noGrp="1"/>
          </p:cNvSpPr>
          <p:nvPr/>
        </p:nvSpPr>
        <p:spPr>
          <a:xfrm>
            <a:off x="1216343" y="521779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0" name="resource node"/>
          <p:cNvSpPr>
            <a:spLocks noGrp="1"/>
          </p:cNvSpPr>
          <p:nvPr/>
        </p:nvSpPr>
        <p:spPr>
          <a:xfrm>
            <a:off x="1459230" y="520160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1" name="resource node"/>
          <p:cNvSpPr>
            <a:spLocks noGrp="1"/>
          </p:cNvSpPr>
          <p:nvPr/>
        </p:nvSpPr>
        <p:spPr>
          <a:xfrm>
            <a:off x="1702118" y="521779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2" name="line-159"/>
          <p:cNvSpPr>
            <a:spLocks noGrp="1"/>
          </p:cNvSpPr>
          <p:nvPr/>
        </p:nvSpPr>
        <p:spPr>
          <a:xfrm>
            <a:off x="2362200" y="551497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93" name="line-160"/>
          <p:cNvSpPr>
            <a:spLocks noGrp="1"/>
          </p:cNvSpPr>
          <p:nvPr/>
        </p:nvSpPr>
        <p:spPr>
          <a:xfrm>
            <a:off x="2362200" y="5482590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94" name="line-161"/>
          <p:cNvSpPr>
            <a:spLocks noGrp="1"/>
          </p:cNvSpPr>
          <p:nvPr/>
        </p:nvSpPr>
        <p:spPr>
          <a:xfrm>
            <a:off x="2605088" y="5272088"/>
            <a:ext cx="242888" cy="210503"/>
          </a:xfrm>
          <a:custGeom>
            <a:avLst/>
            <a:gdLst/>
            <a:ahLst/>
            <a:cxnLst/>
            <a:pathLst>
              <a:path w="242888" h="210503">
                <a:moveTo>
                  <a:pt x="0" y="210503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95" name="line-162"/>
          <p:cNvSpPr>
            <a:spLocks noGrp="1"/>
          </p:cNvSpPr>
          <p:nvPr/>
        </p:nvSpPr>
        <p:spPr>
          <a:xfrm>
            <a:off x="2847975" y="5272088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96" name="line-163"/>
          <p:cNvSpPr>
            <a:spLocks noGrp="1"/>
          </p:cNvSpPr>
          <p:nvPr/>
        </p:nvSpPr>
        <p:spPr>
          <a:xfrm>
            <a:off x="3090863" y="5272088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97" name="resource node"/>
          <p:cNvSpPr>
            <a:spLocks noGrp="1"/>
          </p:cNvSpPr>
          <p:nvPr/>
        </p:nvSpPr>
        <p:spPr>
          <a:xfrm>
            <a:off x="2340293" y="546068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8" name="resource node"/>
          <p:cNvSpPr>
            <a:spLocks noGrp="1"/>
          </p:cNvSpPr>
          <p:nvPr/>
        </p:nvSpPr>
        <p:spPr>
          <a:xfrm>
            <a:off x="2583180" y="546068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9" name="resource node"/>
          <p:cNvSpPr>
            <a:spLocks noGrp="1"/>
          </p:cNvSpPr>
          <p:nvPr/>
        </p:nvSpPr>
        <p:spPr>
          <a:xfrm>
            <a:off x="2826068" y="525018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0" name="resource node"/>
          <p:cNvSpPr>
            <a:spLocks noGrp="1"/>
          </p:cNvSpPr>
          <p:nvPr/>
        </p:nvSpPr>
        <p:spPr>
          <a:xfrm>
            <a:off x="3068955" y="525018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1" name="resource node"/>
          <p:cNvSpPr>
            <a:spLocks noGrp="1"/>
          </p:cNvSpPr>
          <p:nvPr/>
        </p:nvSpPr>
        <p:spPr>
          <a:xfrm>
            <a:off x="3311843" y="526637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2" name="line-164"/>
          <p:cNvSpPr>
            <a:spLocks noGrp="1"/>
          </p:cNvSpPr>
          <p:nvPr/>
        </p:nvSpPr>
        <p:spPr>
          <a:xfrm>
            <a:off x="3971925" y="551497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403" name="line-165"/>
          <p:cNvSpPr>
            <a:spLocks noGrp="1"/>
          </p:cNvSpPr>
          <p:nvPr/>
        </p:nvSpPr>
        <p:spPr>
          <a:xfrm>
            <a:off x="3971925" y="5450205"/>
            <a:ext cx="242888" cy="32385"/>
          </a:xfrm>
          <a:custGeom>
            <a:avLst/>
            <a:gdLst/>
            <a:ahLst/>
            <a:cxnLst/>
            <a:pathLst>
              <a:path w="242888" h="32385">
                <a:moveTo>
                  <a:pt x="0" y="32385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404" name="line-166"/>
          <p:cNvSpPr>
            <a:spLocks noGrp="1"/>
          </p:cNvSpPr>
          <p:nvPr/>
        </p:nvSpPr>
        <p:spPr>
          <a:xfrm>
            <a:off x="4214813" y="5450205"/>
            <a:ext cx="242888" cy="16192"/>
          </a:xfrm>
          <a:custGeom>
            <a:avLst/>
            <a:gdLst/>
            <a:ahLst/>
            <a:cxnLst/>
            <a:pathLst>
              <a:path w="242888" h="16192">
                <a:moveTo>
                  <a:pt x="0" y="0"/>
                </a:moveTo>
                <a:lnTo>
                  <a:pt x="242888" y="16192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405" name="line-167"/>
          <p:cNvSpPr>
            <a:spLocks noGrp="1"/>
          </p:cNvSpPr>
          <p:nvPr/>
        </p:nvSpPr>
        <p:spPr>
          <a:xfrm>
            <a:off x="4457700" y="5288280"/>
            <a:ext cx="242888" cy="178117"/>
          </a:xfrm>
          <a:custGeom>
            <a:avLst/>
            <a:gdLst/>
            <a:ahLst/>
            <a:cxnLst/>
            <a:pathLst>
              <a:path w="242888" h="178117">
                <a:moveTo>
                  <a:pt x="0" y="178117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406" name="line-168"/>
          <p:cNvSpPr>
            <a:spLocks noGrp="1"/>
          </p:cNvSpPr>
          <p:nvPr/>
        </p:nvSpPr>
        <p:spPr>
          <a:xfrm>
            <a:off x="4700588" y="5223510"/>
            <a:ext cx="242888" cy="64770"/>
          </a:xfrm>
          <a:custGeom>
            <a:avLst/>
            <a:gdLst/>
            <a:ahLst/>
            <a:cxnLst/>
            <a:pathLst>
              <a:path w="242888" h="64770">
                <a:moveTo>
                  <a:pt x="0" y="64770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407" name="resource node"/>
          <p:cNvSpPr>
            <a:spLocks noGrp="1"/>
          </p:cNvSpPr>
          <p:nvPr/>
        </p:nvSpPr>
        <p:spPr>
          <a:xfrm>
            <a:off x="3950018" y="546068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8" name="resource node"/>
          <p:cNvSpPr>
            <a:spLocks noGrp="1"/>
          </p:cNvSpPr>
          <p:nvPr/>
        </p:nvSpPr>
        <p:spPr>
          <a:xfrm>
            <a:off x="4192905" y="542829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9" name="resource node"/>
          <p:cNvSpPr>
            <a:spLocks noGrp="1"/>
          </p:cNvSpPr>
          <p:nvPr/>
        </p:nvSpPr>
        <p:spPr>
          <a:xfrm>
            <a:off x="4435793" y="544449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10" name="resource node"/>
          <p:cNvSpPr>
            <a:spLocks noGrp="1"/>
          </p:cNvSpPr>
          <p:nvPr/>
        </p:nvSpPr>
        <p:spPr>
          <a:xfrm>
            <a:off x="4678680" y="526637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11" name="resource node"/>
          <p:cNvSpPr>
            <a:spLocks noGrp="1"/>
          </p:cNvSpPr>
          <p:nvPr/>
        </p:nvSpPr>
        <p:spPr>
          <a:xfrm>
            <a:off x="4921568" y="520160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12" name="Queue"/>
          <p:cNvSpPr>
            <a:spLocks noGrp="1"/>
          </p:cNvSpPr>
          <p:nvPr/>
        </p:nvSpPr>
        <p:spPr>
          <a:xfrm>
            <a:off x="695325" y="491490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3" name="Stall / shortage"/>
          <p:cNvSpPr>
            <a:spLocks noGrp="1"/>
          </p:cNvSpPr>
          <p:nvPr/>
        </p:nvSpPr>
        <p:spPr>
          <a:xfrm>
            <a:off x="2066925" y="49149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Stall / shortage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4" name="Logistics"/>
          <p:cNvSpPr>
            <a:spLocks noGrp="1"/>
          </p:cNvSpPr>
          <p:nvPr/>
        </p:nvSpPr>
        <p:spPr>
          <a:xfrm>
            <a:off x="3895725" y="4914900"/>
            <a:ext cx="1133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Logistics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5" name="line-169"/>
          <p:cNvSpPr>
            <a:spLocks noGrp="1"/>
          </p:cNvSpPr>
          <p:nvPr/>
        </p:nvSpPr>
        <p:spPr>
          <a:xfrm>
            <a:off x="2847975" y="5619750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416" name="line-170"/>
          <p:cNvSpPr>
            <a:spLocks noGrp="1"/>
          </p:cNvSpPr>
          <p:nvPr/>
        </p:nvSpPr>
        <p:spPr>
          <a:xfrm>
            <a:off x="2817186" y="57415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417" name="line-171"/>
          <p:cNvSpPr>
            <a:spLocks noGrp="1"/>
          </p:cNvSpPr>
          <p:nvPr/>
        </p:nvSpPr>
        <p:spPr>
          <a:xfrm>
            <a:off x="2847975" y="57415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418" name="Resource-specific rules + persistence"/>
          <p:cNvSpPr>
            <a:spLocks noGrp="1"/>
          </p:cNvSpPr>
          <p:nvPr/>
        </p:nvSpPr>
        <p:spPr>
          <a:xfrm>
            <a:off x="504825" y="5857875"/>
            <a:ext cx="47815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Resource-specific rules + persistence</a:t>
            </a:r>
            <a:endParaRPr sz="1890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9" name="shape-172"/>
          <p:cNvSpPr>
            <a:spLocks noGrp="1"/>
          </p:cNvSpPr>
          <p:nvPr/>
        </p:nvSpPr>
        <p:spPr>
          <a:xfrm>
            <a:off x="16668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0" name="shape-173"/>
          <p:cNvSpPr>
            <a:spLocks noGrp="1"/>
          </p:cNvSpPr>
          <p:nvPr/>
        </p:nvSpPr>
        <p:spPr>
          <a:xfrm>
            <a:off x="16668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1" name="shape-174"/>
          <p:cNvSpPr>
            <a:spLocks noGrp="1"/>
          </p:cNvSpPr>
          <p:nvPr/>
        </p:nvSpPr>
        <p:spPr>
          <a:xfrm>
            <a:off x="17811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2" name="shape-175"/>
          <p:cNvSpPr>
            <a:spLocks noGrp="1"/>
          </p:cNvSpPr>
          <p:nvPr/>
        </p:nvSpPr>
        <p:spPr>
          <a:xfrm>
            <a:off x="17811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3" name="shape-176"/>
          <p:cNvSpPr>
            <a:spLocks noGrp="1"/>
          </p:cNvSpPr>
          <p:nvPr/>
        </p:nvSpPr>
        <p:spPr>
          <a:xfrm>
            <a:off x="18954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4" name="shape-177"/>
          <p:cNvSpPr>
            <a:spLocks noGrp="1"/>
          </p:cNvSpPr>
          <p:nvPr/>
        </p:nvSpPr>
        <p:spPr>
          <a:xfrm>
            <a:off x="18954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5" name="shape-178"/>
          <p:cNvSpPr>
            <a:spLocks noGrp="1"/>
          </p:cNvSpPr>
          <p:nvPr/>
        </p:nvSpPr>
        <p:spPr>
          <a:xfrm>
            <a:off x="20097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6" name="shape-179"/>
          <p:cNvSpPr>
            <a:spLocks noGrp="1"/>
          </p:cNvSpPr>
          <p:nvPr/>
        </p:nvSpPr>
        <p:spPr>
          <a:xfrm>
            <a:off x="20097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7" name="shape-180"/>
          <p:cNvSpPr>
            <a:spLocks noGrp="1"/>
          </p:cNvSpPr>
          <p:nvPr/>
        </p:nvSpPr>
        <p:spPr>
          <a:xfrm>
            <a:off x="21240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8" name="shape-181"/>
          <p:cNvSpPr>
            <a:spLocks noGrp="1"/>
          </p:cNvSpPr>
          <p:nvPr/>
        </p:nvSpPr>
        <p:spPr>
          <a:xfrm>
            <a:off x="21240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9" name="shape-182"/>
          <p:cNvSpPr>
            <a:spLocks noGrp="1"/>
          </p:cNvSpPr>
          <p:nvPr/>
        </p:nvSpPr>
        <p:spPr>
          <a:xfrm>
            <a:off x="22383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0" name="shape-183"/>
          <p:cNvSpPr>
            <a:spLocks noGrp="1"/>
          </p:cNvSpPr>
          <p:nvPr/>
        </p:nvSpPr>
        <p:spPr>
          <a:xfrm>
            <a:off x="22383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1" name="shape-184"/>
          <p:cNvSpPr>
            <a:spLocks noGrp="1"/>
          </p:cNvSpPr>
          <p:nvPr/>
        </p:nvSpPr>
        <p:spPr>
          <a:xfrm>
            <a:off x="23526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2" name="shape-185"/>
          <p:cNvSpPr>
            <a:spLocks noGrp="1"/>
          </p:cNvSpPr>
          <p:nvPr/>
        </p:nvSpPr>
        <p:spPr>
          <a:xfrm>
            <a:off x="23526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3" name="shape-186"/>
          <p:cNvSpPr>
            <a:spLocks noGrp="1"/>
          </p:cNvSpPr>
          <p:nvPr/>
        </p:nvSpPr>
        <p:spPr>
          <a:xfrm>
            <a:off x="24669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4" name="shape-187"/>
          <p:cNvSpPr>
            <a:spLocks noGrp="1"/>
          </p:cNvSpPr>
          <p:nvPr/>
        </p:nvSpPr>
        <p:spPr>
          <a:xfrm>
            <a:off x="24669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5" name="shape-188"/>
          <p:cNvSpPr>
            <a:spLocks noGrp="1"/>
          </p:cNvSpPr>
          <p:nvPr/>
        </p:nvSpPr>
        <p:spPr>
          <a:xfrm>
            <a:off x="25812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6" name="shape-189"/>
          <p:cNvSpPr>
            <a:spLocks noGrp="1"/>
          </p:cNvSpPr>
          <p:nvPr/>
        </p:nvSpPr>
        <p:spPr>
          <a:xfrm>
            <a:off x="25812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7" name="shape-190"/>
          <p:cNvSpPr>
            <a:spLocks noGrp="1"/>
          </p:cNvSpPr>
          <p:nvPr/>
        </p:nvSpPr>
        <p:spPr>
          <a:xfrm>
            <a:off x="26955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8" name="shape-191"/>
          <p:cNvSpPr>
            <a:spLocks noGrp="1"/>
          </p:cNvSpPr>
          <p:nvPr/>
        </p:nvSpPr>
        <p:spPr>
          <a:xfrm>
            <a:off x="26955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9" name="shape-192"/>
          <p:cNvSpPr>
            <a:spLocks noGrp="1"/>
          </p:cNvSpPr>
          <p:nvPr/>
        </p:nvSpPr>
        <p:spPr>
          <a:xfrm>
            <a:off x="28098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0" name="shape-193"/>
          <p:cNvSpPr>
            <a:spLocks noGrp="1"/>
          </p:cNvSpPr>
          <p:nvPr/>
        </p:nvSpPr>
        <p:spPr>
          <a:xfrm>
            <a:off x="28098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1" name="shape-194"/>
          <p:cNvSpPr>
            <a:spLocks noGrp="1"/>
          </p:cNvSpPr>
          <p:nvPr/>
        </p:nvSpPr>
        <p:spPr>
          <a:xfrm>
            <a:off x="29241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2" name="shape-195"/>
          <p:cNvSpPr>
            <a:spLocks noGrp="1"/>
          </p:cNvSpPr>
          <p:nvPr/>
        </p:nvSpPr>
        <p:spPr>
          <a:xfrm>
            <a:off x="29241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3" name="shape-196"/>
          <p:cNvSpPr>
            <a:spLocks noGrp="1"/>
          </p:cNvSpPr>
          <p:nvPr/>
        </p:nvSpPr>
        <p:spPr>
          <a:xfrm>
            <a:off x="30384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4" name="shape-197"/>
          <p:cNvSpPr>
            <a:spLocks noGrp="1"/>
          </p:cNvSpPr>
          <p:nvPr/>
        </p:nvSpPr>
        <p:spPr>
          <a:xfrm>
            <a:off x="30384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5" name="shape-198"/>
          <p:cNvSpPr>
            <a:spLocks noGrp="1"/>
          </p:cNvSpPr>
          <p:nvPr/>
        </p:nvSpPr>
        <p:spPr>
          <a:xfrm>
            <a:off x="31527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6" name="shape-199"/>
          <p:cNvSpPr>
            <a:spLocks noGrp="1"/>
          </p:cNvSpPr>
          <p:nvPr/>
        </p:nvSpPr>
        <p:spPr>
          <a:xfrm>
            <a:off x="31527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7" name="shape-200"/>
          <p:cNvSpPr>
            <a:spLocks noGrp="1"/>
          </p:cNvSpPr>
          <p:nvPr/>
        </p:nvSpPr>
        <p:spPr>
          <a:xfrm>
            <a:off x="32670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8" name="shape-201"/>
          <p:cNvSpPr>
            <a:spLocks noGrp="1"/>
          </p:cNvSpPr>
          <p:nvPr/>
        </p:nvSpPr>
        <p:spPr>
          <a:xfrm>
            <a:off x="32670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9" name="shape-202"/>
          <p:cNvSpPr>
            <a:spLocks noGrp="1"/>
          </p:cNvSpPr>
          <p:nvPr/>
        </p:nvSpPr>
        <p:spPr>
          <a:xfrm>
            <a:off x="33813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0" name="shape-203"/>
          <p:cNvSpPr>
            <a:spLocks noGrp="1"/>
          </p:cNvSpPr>
          <p:nvPr/>
        </p:nvSpPr>
        <p:spPr>
          <a:xfrm>
            <a:off x="33813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1" name="shape-204"/>
          <p:cNvSpPr>
            <a:spLocks noGrp="1"/>
          </p:cNvSpPr>
          <p:nvPr/>
        </p:nvSpPr>
        <p:spPr>
          <a:xfrm>
            <a:off x="34956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2" name="shape-205"/>
          <p:cNvSpPr>
            <a:spLocks noGrp="1"/>
          </p:cNvSpPr>
          <p:nvPr/>
        </p:nvSpPr>
        <p:spPr>
          <a:xfrm>
            <a:off x="34956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3" name="shape-206"/>
          <p:cNvSpPr>
            <a:spLocks noGrp="1"/>
          </p:cNvSpPr>
          <p:nvPr/>
        </p:nvSpPr>
        <p:spPr>
          <a:xfrm>
            <a:off x="36099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4" name="shape-207"/>
          <p:cNvSpPr>
            <a:spLocks noGrp="1"/>
          </p:cNvSpPr>
          <p:nvPr/>
        </p:nvSpPr>
        <p:spPr>
          <a:xfrm>
            <a:off x="36099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5" name="shape-208"/>
          <p:cNvSpPr>
            <a:spLocks noGrp="1"/>
          </p:cNvSpPr>
          <p:nvPr/>
        </p:nvSpPr>
        <p:spPr>
          <a:xfrm>
            <a:off x="37242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6" name="shape-209"/>
          <p:cNvSpPr>
            <a:spLocks noGrp="1"/>
          </p:cNvSpPr>
          <p:nvPr/>
        </p:nvSpPr>
        <p:spPr>
          <a:xfrm>
            <a:off x="37242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7" name="shape-210"/>
          <p:cNvSpPr>
            <a:spLocks noGrp="1"/>
          </p:cNvSpPr>
          <p:nvPr/>
        </p:nvSpPr>
        <p:spPr>
          <a:xfrm>
            <a:off x="38385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8" name="shape-211"/>
          <p:cNvSpPr>
            <a:spLocks noGrp="1"/>
          </p:cNvSpPr>
          <p:nvPr/>
        </p:nvSpPr>
        <p:spPr>
          <a:xfrm>
            <a:off x="38385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9" name="shape-212"/>
          <p:cNvSpPr>
            <a:spLocks noGrp="1"/>
          </p:cNvSpPr>
          <p:nvPr/>
        </p:nvSpPr>
        <p:spPr>
          <a:xfrm>
            <a:off x="39528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0" name="shape-213"/>
          <p:cNvSpPr>
            <a:spLocks noGrp="1"/>
          </p:cNvSpPr>
          <p:nvPr/>
        </p:nvSpPr>
        <p:spPr>
          <a:xfrm>
            <a:off x="39528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1" name="shape-214"/>
          <p:cNvSpPr>
            <a:spLocks noGrp="1"/>
          </p:cNvSpPr>
          <p:nvPr/>
        </p:nvSpPr>
        <p:spPr>
          <a:xfrm>
            <a:off x="40671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2" name="shape-215"/>
          <p:cNvSpPr>
            <a:spLocks noGrp="1"/>
          </p:cNvSpPr>
          <p:nvPr/>
        </p:nvSpPr>
        <p:spPr>
          <a:xfrm>
            <a:off x="40671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3" name="shape-216"/>
          <p:cNvSpPr>
            <a:spLocks noGrp="1"/>
          </p:cNvSpPr>
          <p:nvPr/>
        </p:nvSpPr>
        <p:spPr>
          <a:xfrm>
            <a:off x="41814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4" name="shape-217"/>
          <p:cNvSpPr>
            <a:spLocks noGrp="1"/>
          </p:cNvSpPr>
          <p:nvPr/>
        </p:nvSpPr>
        <p:spPr>
          <a:xfrm>
            <a:off x="41814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5" name="shape-218"/>
          <p:cNvSpPr>
            <a:spLocks noGrp="1"/>
          </p:cNvSpPr>
          <p:nvPr/>
        </p:nvSpPr>
        <p:spPr>
          <a:xfrm>
            <a:off x="4295775" y="6362700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6" name="shape-219"/>
          <p:cNvSpPr>
            <a:spLocks noGrp="1"/>
          </p:cNvSpPr>
          <p:nvPr/>
        </p:nvSpPr>
        <p:spPr>
          <a:xfrm>
            <a:off x="4295775" y="6705600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7" name="shape-220"/>
          <p:cNvSpPr>
            <a:spLocks noGrp="1"/>
          </p:cNvSpPr>
          <p:nvPr/>
        </p:nvSpPr>
        <p:spPr>
          <a:xfrm>
            <a:off x="44100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8" name="shape-221"/>
          <p:cNvSpPr>
            <a:spLocks noGrp="1"/>
          </p:cNvSpPr>
          <p:nvPr/>
        </p:nvSpPr>
        <p:spPr>
          <a:xfrm>
            <a:off x="44100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9" name="shape-222"/>
          <p:cNvSpPr>
            <a:spLocks noGrp="1"/>
          </p:cNvSpPr>
          <p:nvPr/>
        </p:nvSpPr>
        <p:spPr>
          <a:xfrm>
            <a:off x="45243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0" name="shape-223"/>
          <p:cNvSpPr>
            <a:spLocks noGrp="1"/>
          </p:cNvSpPr>
          <p:nvPr/>
        </p:nvSpPr>
        <p:spPr>
          <a:xfrm>
            <a:off x="45243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1" name="shape-224"/>
          <p:cNvSpPr>
            <a:spLocks noGrp="1"/>
          </p:cNvSpPr>
          <p:nvPr/>
        </p:nvSpPr>
        <p:spPr>
          <a:xfrm>
            <a:off x="46386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2" name="shape-225"/>
          <p:cNvSpPr>
            <a:spLocks noGrp="1"/>
          </p:cNvSpPr>
          <p:nvPr/>
        </p:nvSpPr>
        <p:spPr>
          <a:xfrm>
            <a:off x="46386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3" name="shape-226"/>
          <p:cNvSpPr>
            <a:spLocks noGrp="1"/>
          </p:cNvSpPr>
          <p:nvPr/>
        </p:nvSpPr>
        <p:spPr>
          <a:xfrm>
            <a:off x="4752975" y="63627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4" name="shape-227"/>
          <p:cNvSpPr>
            <a:spLocks noGrp="1"/>
          </p:cNvSpPr>
          <p:nvPr/>
        </p:nvSpPr>
        <p:spPr>
          <a:xfrm>
            <a:off x="4752975" y="6705600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5" name="Raw"/>
          <p:cNvSpPr>
            <a:spLocks noGrp="1"/>
          </p:cNvSpPr>
          <p:nvPr/>
        </p:nvSpPr>
        <p:spPr>
          <a:xfrm>
            <a:off x="685800" y="6334125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Raw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6" name="Sustained"/>
          <p:cNvSpPr>
            <a:spLocks noGrp="1"/>
          </p:cNvSpPr>
          <p:nvPr/>
        </p:nvSpPr>
        <p:spPr>
          <a:xfrm>
            <a:off x="457200" y="6677025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Sustained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7" name="Remove short runs, then fill gaps"/>
          <p:cNvSpPr>
            <a:spLocks noGrp="1"/>
          </p:cNvSpPr>
          <p:nvPr/>
        </p:nvSpPr>
        <p:spPr>
          <a:xfrm>
            <a:off x="1209675" y="7000875"/>
            <a:ext cx="37242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Remove short runs, then fill gaps</a:t>
            </a:r>
            <a:endParaRPr sz="16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8" name="line-228"/>
          <p:cNvSpPr>
            <a:spLocks noGrp="1"/>
          </p:cNvSpPr>
          <p:nvPr/>
        </p:nvSpPr>
        <p:spPr>
          <a:xfrm>
            <a:off x="2800350" y="6867525"/>
            <a:ext cx="95" cy="66675"/>
          </a:xfrm>
          <a:custGeom>
            <a:avLst/>
            <a:gdLst/>
            <a:ahLst/>
            <a:cxnLst/>
            <a:pathLst>
              <a:path w="9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79" name="line-229"/>
          <p:cNvSpPr>
            <a:spLocks noGrp="1"/>
          </p:cNvSpPr>
          <p:nvPr/>
        </p:nvSpPr>
        <p:spPr>
          <a:xfrm>
            <a:off x="1514475" y="6934200"/>
            <a:ext cx="1285875" cy="95"/>
          </a:xfrm>
          <a:custGeom>
            <a:avLst/>
            <a:gdLst/>
            <a:ahLst/>
            <a:cxnLst/>
            <a:pathLst>
              <a:path w="1285875" h="95">
                <a:moveTo>
                  <a:pt x="1285875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80" name="line-230"/>
          <p:cNvSpPr>
            <a:spLocks noGrp="1"/>
          </p:cNvSpPr>
          <p:nvPr/>
        </p:nvSpPr>
        <p:spPr>
          <a:xfrm>
            <a:off x="1514475" y="6934200"/>
            <a:ext cx="95" cy="428625"/>
          </a:xfrm>
          <a:custGeom>
            <a:avLst/>
            <a:gdLst/>
            <a:ahLst/>
            <a:cxnLst/>
            <a:pathLst>
              <a:path w="9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81" name="line-231"/>
          <p:cNvSpPr>
            <a:spLocks noGrp="1"/>
          </p:cNvSpPr>
          <p:nvPr/>
        </p:nvSpPr>
        <p:spPr>
          <a:xfrm>
            <a:off x="1483686" y="73036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82" name="line-232"/>
          <p:cNvSpPr>
            <a:spLocks noGrp="1"/>
          </p:cNvSpPr>
          <p:nvPr/>
        </p:nvSpPr>
        <p:spPr>
          <a:xfrm>
            <a:off x="1514475" y="73036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83" name="vector-0-0"/>
          <p:cNvSpPr>
            <a:spLocks noGrp="1"/>
          </p:cNvSpPr>
          <p:nvPr/>
        </p:nvSpPr>
        <p:spPr>
          <a:xfrm>
            <a:off x="1076325" y="7381875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4" name="vector-0-1"/>
          <p:cNvSpPr>
            <a:spLocks noGrp="1"/>
          </p:cNvSpPr>
          <p:nvPr/>
        </p:nvSpPr>
        <p:spPr>
          <a:xfrm>
            <a:off x="1200150" y="7381875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5" name="vector-0-2"/>
          <p:cNvSpPr>
            <a:spLocks noGrp="1"/>
          </p:cNvSpPr>
          <p:nvPr/>
        </p:nvSpPr>
        <p:spPr>
          <a:xfrm>
            <a:off x="1323975" y="7381875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6" name="vector-0-3"/>
          <p:cNvSpPr>
            <a:spLocks noGrp="1"/>
          </p:cNvSpPr>
          <p:nvPr/>
        </p:nvSpPr>
        <p:spPr>
          <a:xfrm>
            <a:off x="1447800" y="7381875"/>
            <a:ext cx="123825" cy="1238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7" name="vector-0-4"/>
          <p:cNvSpPr>
            <a:spLocks noGrp="1"/>
          </p:cNvSpPr>
          <p:nvPr/>
        </p:nvSpPr>
        <p:spPr>
          <a:xfrm>
            <a:off x="1571625" y="7381875"/>
            <a:ext cx="123825" cy="1238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8" name="vector-0-5"/>
          <p:cNvSpPr>
            <a:spLocks noGrp="1"/>
          </p:cNvSpPr>
          <p:nvPr/>
        </p:nvSpPr>
        <p:spPr>
          <a:xfrm>
            <a:off x="1695450" y="7381875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9" name="vector-0-6"/>
          <p:cNvSpPr>
            <a:spLocks noGrp="1"/>
          </p:cNvSpPr>
          <p:nvPr/>
        </p:nvSpPr>
        <p:spPr>
          <a:xfrm>
            <a:off x="1819275" y="7381875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0" name="vector-0-7"/>
          <p:cNvSpPr>
            <a:spLocks noGrp="1"/>
          </p:cNvSpPr>
          <p:nvPr/>
        </p:nvSpPr>
        <p:spPr>
          <a:xfrm>
            <a:off x="1943100" y="7381875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1" name="vector-0-8"/>
          <p:cNvSpPr>
            <a:spLocks noGrp="1"/>
          </p:cNvSpPr>
          <p:nvPr/>
        </p:nvSpPr>
        <p:spPr>
          <a:xfrm>
            <a:off x="2066925" y="7381875"/>
            <a:ext cx="123825" cy="1238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2" name="shape-233"/>
          <p:cNvSpPr>
            <a:spLocks noGrp="1"/>
          </p:cNvSpPr>
          <p:nvPr/>
        </p:nvSpPr>
        <p:spPr>
          <a:xfrm>
            <a:off x="1076325" y="7381875"/>
            <a:ext cx="1114425" cy="1238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493" name="Event / state targets"/>
          <p:cNvSpPr>
            <a:spLocks noGrp="1"/>
          </p:cNvSpPr>
          <p:nvPr/>
        </p:nvSpPr>
        <p:spPr>
          <a:xfrm>
            <a:off x="533400" y="7658100"/>
            <a:ext cx="24098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/ state targets</a:t>
            </a:r>
            <a:endParaRPr sz="180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94" name="line-234"/>
          <p:cNvSpPr>
            <a:spLocks noGrp="1"/>
          </p:cNvSpPr>
          <p:nvPr/>
        </p:nvSpPr>
        <p:spPr>
          <a:xfrm>
            <a:off x="5095875" y="5343525"/>
            <a:ext cx="142875" cy="95"/>
          </a:xfrm>
          <a:custGeom>
            <a:avLst/>
            <a:gdLst/>
            <a:ahLst/>
            <a:cxnLst/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5" name="line-235"/>
          <p:cNvSpPr>
            <a:spLocks noGrp="1"/>
          </p:cNvSpPr>
          <p:nvPr/>
        </p:nvSpPr>
        <p:spPr>
          <a:xfrm>
            <a:off x="5238750" y="5343525"/>
            <a:ext cx="95" cy="2095500"/>
          </a:xfrm>
          <a:custGeom>
            <a:avLst/>
            <a:gdLst/>
            <a:ahLst/>
            <a:cxnLst/>
            <a:pathLst>
              <a:path w="95" h="2095500">
                <a:moveTo>
                  <a:pt x="0" y="0"/>
                </a:moveTo>
                <a:lnTo>
                  <a:pt x="0" y="2095500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6" name="line-236"/>
          <p:cNvSpPr>
            <a:spLocks noGrp="1"/>
          </p:cNvSpPr>
          <p:nvPr/>
        </p:nvSpPr>
        <p:spPr>
          <a:xfrm>
            <a:off x="4819650" y="7439025"/>
            <a:ext cx="419100" cy="95"/>
          </a:xfrm>
          <a:custGeom>
            <a:avLst/>
            <a:gdLst/>
            <a:ahLst/>
            <a:cxnLst/>
            <a:pathLst>
              <a:path w="419100" h="95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7" name="line-237"/>
          <p:cNvSpPr>
            <a:spLocks noGrp="1"/>
          </p:cNvSpPr>
          <p:nvPr/>
        </p:nvSpPr>
        <p:spPr>
          <a:xfrm>
            <a:off x="4819650" y="74082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8" name="line-238"/>
          <p:cNvSpPr>
            <a:spLocks noGrp="1"/>
          </p:cNvSpPr>
          <p:nvPr/>
        </p:nvSpPr>
        <p:spPr>
          <a:xfrm>
            <a:off x="4819650" y="74390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9" name="vector-0-0"/>
          <p:cNvSpPr>
            <a:spLocks noGrp="1"/>
          </p:cNvSpPr>
          <p:nvPr/>
        </p:nvSpPr>
        <p:spPr>
          <a:xfrm>
            <a:off x="4076700" y="7381875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0" name="vector-0-1"/>
          <p:cNvSpPr>
            <a:spLocks noGrp="1"/>
          </p:cNvSpPr>
          <p:nvPr/>
        </p:nvSpPr>
        <p:spPr>
          <a:xfrm>
            <a:off x="4200525" y="7381875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1" name="vector-0-2"/>
          <p:cNvSpPr>
            <a:spLocks noGrp="1"/>
          </p:cNvSpPr>
          <p:nvPr/>
        </p:nvSpPr>
        <p:spPr>
          <a:xfrm>
            <a:off x="4324350" y="7381875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2" name="vector-0-3"/>
          <p:cNvSpPr>
            <a:spLocks noGrp="1"/>
          </p:cNvSpPr>
          <p:nvPr/>
        </p:nvSpPr>
        <p:spPr>
          <a:xfrm>
            <a:off x="4448175" y="7381875"/>
            <a:ext cx="123825" cy="1238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3" name="vector-0-4"/>
          <p:cNvSpPr>
            <a:spLocks noGrp="1"/>
          </p:cNvSpPr>
          <p:nvPr/>
        </p:nvSpPr>
        <p:spPr>
          <a:xfrm>
            <a:off x="4572000" y="7381875"/>
            <a:ext cx="123825" cy="1238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4" name="vector-0-5"/>
          <p:cNvSpPr>
            <a:spLocks noGrp="1"/>
          </p:cNvSpPr>
          <p:nvPr/>
        </p:nvSpPr>
        <p:spPr>
          <a:xfrm>
            <a:off x="4695825" y="7381875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5" name="shape-239"/>
          <p:cNvSpPr>
            <a:spLocks noGrp="1"/>
          </p:cNvSpPr>
          <p:nvPr/>
        </p:nvSpPr>
        <p:spPr>
          <a:xfrm>
            <a:off x="4076700" y="7381875"/>
            <a:ext cx="742950" cy="1238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506" name="Cause targets"/>
          <p:cNvSpPr>
            <a:spLocks noGrp="1"/>
          </p:cNvSpPr>
          <p:nvPr/>
        </p:nvSpPr>
        <p:spPr>
          <a:xfrm>
            <a:off x="3486150" y="7658100"/>
            <a:ext cx="16573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Cause targets</a:t>
            </a:r>
            <a:endParaRPr sz="180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07" name="line-240"/>
          <p:cNvSpPr>
            <a:spLocks noGrp="1"/>
          </p:cNvSpPr>
          <p:nvPr/>
        </p:nvSpPr>
        <p:spPr>
          <a:xfrm>
            <a:off x="752475" y="7448550"/>
            <a:ext cx="323850" cy="95"/>
          </a:xfrm>
          <a:custGeom>
            <a:avLst/>
            <a:gdLst/>
            <a:ahLst/>
            <a:cxnLst/>
            <a:pathLst>
              <a:path w="323850" h="95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dash"/>
          </a:ln>
        </p:spPr>
      </p:sp>
      <p:sp>
        <p:nvSpPr>
          <p:cNvPr id="508" name="line-241"/>
          <p:cNvSpPr>
            <a:spLocks noGrp="1"/>
          </p:cNvSpPr>
          <p:nvPr/>
        </p:nvSpPr>
        <p:spPr>
          <a:xfrm>
            <a:off x="752475" y="7448550"/>
            <a:ext cx="95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3583">
            <a:solidFill>
              <a:srgbClr val="805431"/>
            </a:solidFill>
            <a:prstDash val="dash"/>
          </a:ln>
        </p:spPr>
      </p:sp>
      <p:sp>
        <p:nvSpPr>
          <p:cNvPr id="509" name="line-242"/>
          <p:cNvSpPr>
            <a:spLocks noGrp="1"/>
          </p:cNvSpPr>
          <p:nvPr/>
        </p:nvSpPr>
        <p:spPr>
          <a:xfrm>
            <a:off x="752475" y="8039100"/>
            <a:ext cx="4343400" cy="95"/>
          </a:xfrm>
          <a:custGeom>
            <a:avLst/>
            <a:gdLst/>
            <a:ahLst/>
            <a:cxnLst/>
            <a:pathLst>
              <a:path w="4343400" h="95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dash"/>
          </a:ln>
        </p:spPr>
      </p:sp>
      <p:sp>
        <p:nvSpPr>
          <p:cNvPr id="510" name="line-243"/>
          <p:cNvSpPr>
            <a:spLocks noGrp="1"/>
          </p:cNvSpPr>
          <p:nvPr/>
        </p:nvSpPr>
        <p:spPr>
          <a:xfrm>
            <a:off x="4819650" y="7448550"/>
            <a:ext cx="276225" cy="95"/>
          </a:xfrm>
          <a:custGeom>
            <a:avLst/>
            <a:gdLst/>
            <a:ahLst/>
            <a:cxnLst/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dash"/>
          </a:ln>
        </p:spPr>
      </p:sp>
      <p:sp>
        <p:nvSpPr>
          <p:cNvPr id="511" name="line-244"/>
          <p:cNvSpPr>
            <a:spLocks noGrp="1"/>
          </p:cNvSpPr>
          <p:nvPr/>
        </p:nvSpPr>
        <p:spPr>
          <a:xfrm flipH="1">
            <a:off x="5096510" y="7448550"/>
            <a:ext cx="142240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0954">
            <a:solidFill>
              <a:srgbClr val="805431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512" name="line-245"/>
          <p:cNvSpPr>
            <a:spLocks noGrp="1"/>
          </p:cNvSpPr>
          <p:nvPr/>
        </p:nvSpPr>
        <p:spPr>
          <a:xfrm>
            <a:off x="5095875" y="8039100"/>
            <a:ext cx="514350" cy="95"/>
          </a:xfrm>
          <a:custGeom>
            <a:avLst/>
            <a:gdLst/>
            <a:ahLst/>
            <a:cxnLst/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dash"/>
          </a:ln>
        </p:spPr>
      </p:sp>
      <p:sp>
        <p:nvSpPr>
          <p:cNvPr id="513" name="line-246"/>
          <p:cNvSpPr>
            <a:spLocks noGrp="1"/>
          </p:cNvSpPr>
          <p:nvPr/>
        </p:nvSpPr>
        <p:spPr>
          <a:xfrm>
            <a:off x="5610225" y="8039100"/>
            <a:ext cx="95" cy="3886200"/>
          </a:xfrm>
          <a:custGeom>
            <a:avLst/>
            <a:gdLst/>
            <a:ahLst/>
            <a:cxnLst/>
            <a:pathLst>
              <a:path w="95" h="3886200">
                <a:moveTo>
                  <a:pt x="0" y="0"/>
                </a:moveTo>
                <a:lnTo>
                  <a:pt x="0" y="3886200"/>
                </a:lnTo>
              </a:path>
            </a:pathLst>
          </a:custGeom>
          <a:noFill/>
          <a:ln w="15355">
            <a:solidFill>
              <a:srgbClr val="805431"/>
            </a:solidFill>
            <a:prstDash val="dash"/>
          </a:ln>
        </p:spPr>
      </p:sp>
      <p:sp>
        <p:nvSpPr>
          <p:cNvPr id="514" name="line-247"/>
          <p:cNvSpPr>
            <a:spLocks noGrp="1"/>
          </p:cNvSpPr>
          <p:nvPr/>
        </p:nvSpPr>
        <p:spPr>
          <a:xfrm>
            <a:off x="5610225" y="11925300"/>
            <a:ext cx="533400" cy="95"/>
          </a:xfrm>
          <a:custGeom>
            <a:avLst/>
            <a:gdLst/>
            <a:ahLst/>
            <a:cxnLst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dash"/>
          </a:ln>
        </p:spPr>
      </p:sp>
      <p:sp>
        <p:nvSpPr>
          <p:cNvPr id="515" name="line-248"/>
          <p:cNvSpPr>
            <a:spLocks noGrp="1"/>
          </p:cNvSpPr>
          <p:nvPr/>
        </p:nvSpPr>
        <p:spPr>
          <a:xfrm>
            <a:off x="6084485" y="119253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516" name="line-249"/>
          <p:cNvSpPr>
            <a:spLocks noGrp="1"/>
          </p:cNvSpPr>
          <p:nvPr/>
        </p:nvSpPr>
        <p:spPr>
          <a:xfrm>
            <a:off x="6084485" y="118945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517" name="training supervision"/>
          <p:cNvSpPr>
            <a:spLocks noGrp="1"/>
          </p:cNvSpPr>
          <p:nvPr/>
        </p:nvSpPr>
        <p:spPr>
          <a:xfrm>
            <a:off x="2505075" y="8105775"/>
            <a:ext cx="2552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supervision</a:t>
            </a:r>
            <a:endParaRPr sz="16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18" name="line-250"/>
          <p:cNvSpPr>
            <a:spLocks noGrp="1"/>
          </p:cNvSpPr>
          <p:nvPr/>
        </p:nvSpPr>
        <p:spPr>
          <a:xfrm>
            <a:off x="533400" y="8515350"/>
            <a:ext cx="4724400" cy="95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DCCABB"/>
            </a:solidFill>
            <a:prstDash val="solid"/>
          </a:ln>
        </p:spPr>
      </p:sp>
      <p:sp>
        <p:nvSpPr>
          <p:cNvPr id="519" name="History-derived conditioning"/>
          <p:cNvSpPr>
            <a:spLocks noGrp="1"/>
          </p:cNvSpPr>
          <p:nvPr/>
        </p:nvSpPr>
        <p:spPr>
          <a:xfrm>
            <a:off x="514350" y="8667750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History-derived conditioning</a:t>
            </a:r>
            <a:endParaRPr sz="1980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0" name="Rule-based regime IDs"/>
          <p:cNvSpPr>
            <a:spLocks noGrp="1"/>
          </p:cNvSpPr>
          <p:nvPr/>
        </p:nvSpPr>
        <p:spPr>
          <a:xfrm>
            <a:off x="523875" y="9048750"/>
            <a:ext cx="21145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Rule-based regime IDs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1" name="resource node"/>
          <p:cNvSpPr>
            <a:spLocks noGrp="1"/>
          </p:cNvSpPr>
          <p:nvPr/>
        </p:nvSpPr>
        <p:spPr>
          <a:xfrm>
            <a:off x="819150" y="937260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2" name="resource node"/>
          <p:cNvSpPr>
            <a:spLocks noGrp="1"/>
          </p:cNvSpPr>
          <p:nvPr/>
        </p:nvSpPr>
        <p:spPr>
          <a:xfrm>
            <a:off x="1028700" y="937260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3" name="resource node"/>
          <p:cNvSpPr>
            <a:spLocks noGrp="1"/>
          </p:cNvSpPr>
          <p:nvPr/>
        </p:nvSpPr>
        <p:spPr>
          <a:xfrm>
            <a:off x="1238250" y="937260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4" name="resource node"/>
          <p:cNvSpPr>
            <a:spLocks noGrp="1"/>
          </p:cNvSpPr>
          <p:nvPr/>
        </p:nvSpPr>
        <p:spPr>
          <a:xfrm>
            <a:off x="1447800" y="9372600"/>
            <a:ext cx="114300" cy="114300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25" name="resource node"/>
          <p:cNvSpPr>
            <a:spLocks noGrp="1"/>
          </p:cNvSpPr>
          <p:nvPr/>
        </p:nvSpPr>
        <p:spPr>
          <a:xfrm>
            <a:off x="1657350" y="937260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6" name="resource node"/>
          <p:cNvSpPr>
            <a:spLocks noGrp="1"/>
          </p:cNvSpPr>
          <p:nvPr/>
        </p:nvSpPr>
        <p:spPr>
          <a:xfrm>
            <a:off x="1866900" y="937260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7" name="line-251"/>
          <p:cNvSpPr>
            <a:spLocks noGrp="1"/>
          </p:cNvSpPr>
          <p:nvPr/>
        </p:nvSpPr>
        <p:spPr>
          <a:xfrm>
            <a:off x="2190750" y="9429750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528" name="line-252"/>
          <p:cNvSpPr>
            <a:spLocks noGrp="1"/>
          </p:cNvSpPr>
          <p:nvPr/>
        </p:nvSpPr>
        <p:spPr>
          <a:xfrm>
            <a:off x="3017435" y="94297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529" name="line-253"/>
          <p:cNvSpPr>
            <a:spLocks noGrp="1"/>
          </p:cNvSpPr>
          <p:nvPr/>
        </p:nvSpPr>
        <p:spPr>
          <a:xfrm>
            <a:off x="3017435" y="93989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530" name="vector-0-0"/>
          <p:cNvSpPr>
            <a:spLocks noGrp="1"/>
          </p:cNvSpPr>
          <p:nvPr/>
        </p:nvSpPr>
        <p:spPr>
          <a:xfrm>
            <a:off x="3105150" y="9363075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1" name="vector-0-1"/>
          <p:cNvSpPr>
            <a:spLocks noGrp="1"/>
          </p:cNvSpPr>
          <p:nvPr/>
        </p:nvSpPr>
        <p:spPr>
          <a:xfrm>
            <a:off x="3228975" y="9363075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2" name="vector-0-2"/>
          <p:cNvSpPr>
            <a:spLocks noGrp="1"/>
          </p:cNvSpPr>
          <p:nvPr/>
        </p:nvSpPr>
        <p:spPr>
          <a:xfrm>
            <a:off x="3352800" y="9363075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3" name="vector-0-3"/>
          <p:cNvSpPr>
            <a:spLocks noGrp="1"/>
          </p:cNvSpPr>
          <p:nvPr/>
        </p:nvSpPr>
        <p:spPr>
          <a:xfrm>
            <a:off x="3476625" y="9363075"/>
            <a:ext cx="123825" cy="1238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4" name="vector-0-4"/>
          <p:cNvSpPr>
            <a:spLocks noGrp="1"/>
          </p:cNvSpPr>
          <p:nvPr/>
        </p:nvSpPr>
        <p:spPr>
          <a:xfrm>
            <a:off x="3600450" y="9363075"/>
            <a:ext cx="123825" cy="1238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5" name="vector-0-5"/>
          <p:cNvSpPr>
            <a:spLocks noGrp="1"/>
          </p:cNvSpPr>
          <p:nvPr/>
        </p:nvSpPr>
        <p:spPr>
          <a:xfrm>
            <a:off x="3724275" y="9363075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6" name="vector-0-6"/>
          <p:cNvSpPr>
            <a:spLocks noGrp="1"/>
          </p:cNvSpPr>
          <p:nvPr/>
        </p:nvSpPr>
        <p:spPr>
          <a:xfrm>
            <a:off x="3848100" y="9363075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7" name="vector-0-7"/>
          <p:cNvSpPr>
            <a:spLocks noGrp="1"/>
          </p:cNvSpPr>
          <p:nvPr/>
        </p:nvSpPr>
        <p:spPr>
          <a:xfrm>
            <a:off x="3971925" y="9363075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8" name="shape-254"/>
          <p:cNvSpPr>
            <a:spLocks noGrp="1"/>
          </p:cNvSpPr>
          <p:nvPr/>
        </p:nvSpPr>
        <p:spPr>
          <a:xfrm>
            <a:off x="3105150" y="9363075"/>
            <a:ext cx="990600" cy="1238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539" name="Regime embedding"/>
          <p:cNvSpPr>
            <a:spLocks noGrp="1"/>
          </p:cNvSpPr>
          <p:nvPr/>
        </p:nvSpPr>
        <p:spPr>
          <a:xfrm>
            <a:off x="2886075" y="9048750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Regime embedding</a:t>
            </a:r>
            <a:endParaRPr sz="17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0" name="line-255"/>
          <p:cNvSpPr>
            <a:spLocks noGrp="1"/>
          </p:cNvSpPr>
          <p:nvPr/>
        </p:nvSpPr>
        <p:spPr>
          <a:xfrm flipV="1">
            <a:off x="4095750" y="9364345"/>
            <a:ext cx="1513840" cy="76200"/>
          </a:xfrm>
          <a:custGeom>
            <a:avLst/>
            <a:gdLst/>
            <a:ahLst/>
            <a:cxnLst/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/>
          <a:ln w="16535">
            <a:solidFill>
              <a:srgbClr val="805431"/>
            </a:solidFill>
            <a:prstDash val="solid"/>
          </a:ln>
        </p:spPr>
      </p:sp>
      <p:sp>
        <p:nvSpPr>
          <p:cNvPr id="541" name="line-256"/>
          <p:cNvSpPr>
            <a:spLocks noGrp="1"/>
          </p:cNvSpPr>
          <p:nvPr/>
        </p:nvSpPr>
        <p:spPr>
          <a:xfrm>
            <a:off x="5610225" y="9452610"/>
            <a:ext cx="95" cy="790575"/>
          </a:xfrm>
          <a:custGeom>
            <a:avLst/>
            <a:gdLst/>
            <a:ahLst/>
            <a:cxnLst/>
            <a:pathLst>
              <a:path w="95" h="790575">
                <a:moveTo>
                  <a:pt x="0" y="0"/>
                </a:moveTo>
                <a:lnTo>
                  <a:pt x="0" y="790575"/>
                </a:lnTo>
              </a:path>
            </a:pathLst>
          </a:custGeom>
          <a:noFill/>
          <a:ln w="13335">
            <a:solidFill>
              <a:srgbClr val="80543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42" name="line-257"/>
          <p:cNvSpPr>
            <a:spLocks noGrp="1"/>
          </p:cNvSpPr>
          <p:nvPr/>
        </p:nvSpPr>
        <p:spPr>
          <a:xfrm flipV="1">
            <a:off x="5606415" y="10147300"/>
            <a:ext cx="489585" cy="76200"/>
          </a:xfrm>
          <a:custGeom>
            <a:avLst/>
            <a:gdLst/>
            <a:ahLst/>
            <a:cxnLst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6535">
            <a:solidFill>
              <a:srgbClr val="805431"/>
            </a:solidFill>
            <a:prstDash val="solid"/>
          </a:ln>
        </p:spPr>
      </p:sp>
      <p:sp>
        <p:nvSpPr>
          <p:cNvPr id="543" name="line-258"/>
          <p:cNvSpPr>
            <a:spLocks noGrp="1"/>
          </p:cNvSpPr>
          <p:nvPr/>
        </p:nvSpPr>
        <p:spPr>
          <a:xfrm>
            <a:off x="6036860" y="102203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6535">
            <a:solidFill>
              <a:srgbClr val="805431"/>
            </a:solidFill>
            <a:prstDash val="solid"/>
          </a:ln>
        </p:spPr>
      </p:sp>
      <p:sp>
        <p:nvSpPr>
          <p:cNvPr id="544" name="line-259"/>
          <p:cNvSpPr>
            <a:spLocks noGrp="1"/>
          </p:cNvSpPr>
          <p:nvPr/>
        </p:nvSpPr>
        <p:spPr>
          <a:xfrm>
            <a:off x="6036860" y="101895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6535">
            <a:solidFill>
              <a:srgbClr val="805431"/>
            </a:solidFill>
            <a:prstDash val="solid"/>
          </a:ln>
        </p:spPr>
      </p:sp>
      <p:sp>
        <p:nvSpPr>
          <p:cNvPr id="545" name="Local + neighbour cues"/>
          <p:cNvSpPr>
            <a:spLocks noGrp="1"/>
          </p:cNvSpPr>
          <p:nvPr/>
        </p:nvSpPr>
        <p:spPr>
          <a:xfrm>
            <a:off x="514350" y="9848850"/>
            <a:ext cx="22383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Local + neighbour cues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6" name="Precursor MLP"/>
          <p:cNvSpPr>
            <a:spLocks noGrp="1"/>
          </p:cNvSpPr>
          <p:nvPr/>
        </p:nvSpPr>
        <p:spPr>
          <a:xfrm>
            <a:off x="3181350" y="9791700"/>
            <a:ext cx="1666875" cy="342900"/>
          </a:xfrm>
          <a:prstGeom prst="rect">
            <a:avLst/>
          </a:prstGeom>
          <a:solidFill>
            <a:srgbClr val="E6D2BE"/>
          </a:solidFill>
          <a:ln w="15355">
            <a:solidFill>
              <a:srgbClr val="805431"/>
            </a:solidFill>
            <a:prstDash val="solid"/>
          </a:ln>
        </p:spPr>
      </p:sp>
      <p:sp>
        <p:nvSpPr>
          <p:cNvPr id="547" name="Precursor MLP"/>
          <p:cNvSpPr>
            <a:spLocks noGrp="1"/>
          </p:cNvSpPr>
          <p:nvPr/>
        </p:nvSpPr>
        <p:spPr>
          <a:xfrm>
            <a:off x="3219450" y="9810750"/>
            <a:ext cx="15906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Precursor MLP</a:t>
            </a:r>
            <a:endParaRPr sz="17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8" name="line-260"/>
          <p:cNvSpPr>
            <a:spLocks noGrp="1"/>
          </p:cNvSpPr>
          <p:nvPr/>
        </p:nvSpPr>
        <p:spPr>
          <a:xfrm>
            <a:off x="2752725" y="9963150"/>
            <a:ext cx="428625" cy="95"/>
          </a:xfrm>
          <a:custGeom>
            <a:avLst/>
            <a:gdLst/>
            <a:ahLst/>
            <a:cxnLst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49" name="line-261"/>
          <p:cNvSpPr>
            <a:spLocks noGrp="1"/>
          </p:cNvSpPr>
          <p:nvPr/>
        </p:nvSpPr>
        <p:spPr>
          <a:xfrm>
            <a:off x="3122210" y="99631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0" name="line-262"/>
          <p:cNvSpPr>
            <a:spLocks noGrp="1"/>
          </p:cNvSpPr>
          <p:nvPr/>
        </p:nvSpPr>
        <p:spPr>
          <a:xfrm>
            <a:off x="3122210" y="99323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1" name="line-263"/>
          <p:cNvSpPr>
            <a:spLocks noGrp="1"/>
          </p:cNvSpPr>
          <p:nvPr/>
        </p:nvSpPr>
        <p:spPr>
          <a:xfrm>
            <a:off x="4848225" y="9963150"/>
            <a:ext cx="209550" cy="95"/>
          </a:xfrm>
          <a:custGeom>
            <a:avLst/>
            <a:gdLst/>
            <a:ahLst/>
            <a:cxnLst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2" name="line-264"/>
          <p:cNvSpPr>
            <a:spLocks noGrp="1"/>
          </p:cNvSpPr>
          <p:nvPr/>
        </p:nvSpPr>
        <p:spPr>
          <a:xfrm>
            <a:off x="5057775" y="9429750"/>
            <a:ext cx="95" cy="533400"/>
          </a:xfrm>
          <a:custGeom>
            <a:avLst/>
            <a:gdLst/>
            <a:ahLst/>
            <a:cxnLst/>
            <a:pathLst>
              <a:path w="95"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3" name="line-265"/>
          <p:cNvSpPr>
            <a:spLocks noGrp="1"/>
          </p:cNvSpPr>
          <p:nvPr/>
        </p:nvSpPr>
        <p:spPr>
          <a:xfrm>
            <a:off x="5057775" y="942975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4" name="line-266"/>
          <p:cNvSpPr>
            <a:spLocks noGrp="1"/>
          </p:cNvSpPr>
          <p:nvPr/>
        </p:nvSpPr>
        <p:spPr>
          <a:xfrm>
            <a:off x="5026986" y="942975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5" name="line-267"/>
          <p:cNvSpPr>
            <a:spLocks noGrp="1"/>
          </p:cNvSpPr>
          <p:nvPr/>
        </p:nvSpPr>
        <p:spPr>
          <a:xfrm>
            <a:off x="533400" y="10410825"/>
            <a:ext cx="4724400" cy="95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DCCABB"/>
            </a:solidFill>
            <a:prstDash val="solid"/>
          </a:ln>
        </p:spPr>
      </p:sp>
      <p:sp>
        <p:nvSpPr>
          <p:cNvPr id="556" name="Short-pattern clustering"/>
          <p:cNvSpPr>
            <a:spLocks noGrp="1"/>
          </p:cNvSpPr>
          <p:nvPr/>
        </p:nvSpPr>
        <p:spPr>
          <a:xfrm>
            <a:off x="514350" y="10544175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Short-pattern clustering</a:t>
            </a:r>
            <a:endParaRPr sz="1980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7" name="Activity patches&#10;(length 3)"/>
          <p:cNvSpPr>
            <a:spLocks noGrp="1"/>
          </p:cNvSpPr>
          <p:nvPr/>
        </p:nvSpPr>
        <p:spPr>
          <a:xfrm>
            <a:off x="571500" y="10991850"/>
            <a:ext cx="1514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Activity patches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(length 3)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8" name="line-268"/>
          <p:cNvSpPr>
            <a:spLocks noGrp="1"/>
          </p:cNvSpPr>
          <p:nvPr/>
        </p:nvSpPr>
        <p:spPr>
          <a:xfrm>
            <a:off x="762000" y="11706225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59" name="line-269"/>
          <p:cNvSpPr>
            <a:spLocks noGrp="1"/>
          </p:cNvSpPr>
          <p:nvPr/>
        </p:nvSpPr>
        <p:spPr>
          <a:xfrm>
            <a:off x="762000" y="11569065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60" name="line-270"/>
          <p:cNvSpPr>
            <a:spLocks noGrp="1"/>
          </p:cNvSpPr>
          <p:nvPr/>
        </p:nvSpPr>
        <p:spPr>
          <a:xfrm>
            <a:off x="1319213" y="11569065"/>
            <a:ext cx="557213" cy="68580"/>
          </a:xfrm>
          <a:custGeom>
            <a:avLst/>
            <a:gdLst/>
            <a:ahLst/>
            <a:cxnLst/>
            <a:pathLst>
              <a:path w="557213" h="68580">
                <a:moveTo>
                  <a:pt x="0" y="0"/>
                </a:moveTo>
                <a:lnTo>
                  <a:pt x="557213" y="6858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61" name="resource node"/>
          <p:cNvSpPr>
            <a:spLocks noGrp="1"/>
          </p:cNvSpPr>
          <p:nvPr/>
        </p:nvSpPr>
        <p:spPr>
          <a:xfrm>
            <a:off x="740093" y="1166717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2" name="resource node"/>
          <p:cNvSpPr>
            <a:spLocks noGrp="1"/>
          </p:cNvSpPr>
          <p:nvPr/>
        </p:nvSpPr>
        <p:spPr>
          <a:xfrm>
            <a:off x="1297305" y="1154715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3" name="resource node"/>
          <p:cNvSpPr>
            <a:spLocks noGrp="1"/>
          </p:cNvSpPr>
          <p:nvPr/>
        </p:nvSpPr>
        <p:spPr>
          <a:xfrm>
            <a:off x="1854518" y="1161573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4" name="line-271"/>
          <p:cNvSpPr>
            <a:spLocks noGrp="1"/>
          </p:cNvSpPr>
          <p:nvPr/>
        </p:nvSpPr>
        <p:spPr>
          <a:xfrm>
            <a:off x="762000" y="11963400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65" name="line-272"/>
          <p:cNvSpPr>
            <a:spLocks noGrp="1"/>
          </p:cNvSpPr>
          <p:nvPr/>
        </p:nvSpPr>
        <p:spPr>
          <a:xfrm>
            <a:off x="762000" y="11826240"/>
            <a:ext cx="557213" cy="60008"/>
          </a:xfrm>
          <a:custGeom>
            <a:avLst/>
            <a:gdLst/>
            <a:ahLst/>
            <a:cxnLst/>
            <a:pathLst>
              <a:path w="557213" h="60008">
                <a:moveTo>
                  <a:pt x="0" y="0"/>
                </a:moveTo>
                <a:lnTo>
                  <a:pt x="557213" y="60008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66" name="line-273"/>
          <p:cNvSpPr>
            <a:spLocks noGrp="1"/>
          </p:cNvSpPr>
          <p:nvPr/>
        </p:nvSpPr>
        <p:spPr>
          <a:xfrm>
            <a:off x="1319213" y="11886248"/>
            <a:ext cx="557213" cy="60007"/>
          </a:xfrm>
          <a:custGeom>
            <a:avLst/>
            <a:gdLst/>
            <a:ahLst/>
            <a:cxnLst/>
            <a:pathLst>
              <a:path w="557213" h="60007">
                <a:moveTo>
                  <a:pt x="0" y="0"/>
                </a:moveTo>
                <a:lnTo>
                  <a:pt x="557213" y="60007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67" name="resource node"/>
          <p:cNvSpPr>
            <a:spLocks noGrp="1"/>
          </p:cNvSpPr>
          <p:nvPr/>
        </p:nvSpPr>
        <p:spPr>
          <a:xfrm>
            <a:off x="740093" y="1180433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8" name="resource node"/>
          <p:cNvSpPr>
            <a:spLocks noGrp="1"/>
          </p:cNvSpPr>
          <p:nvPr/>
        </p:nvSpPr>
        <p:spPr>
          <a:xfrm>
            <a:off x="1297305" y="1186434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9" name="resource node"/>
          <p:cNvSpPr>
            <a:spLocks noGrp="1"/>
          </p:cNvSpPr>
          <p:nvPr/>
        </p:nvSpPr>
        <p:spPr>
          <a:xfrm>
            <a:off x="1854518" y="1192434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70" name="line-274"/>
          <p:cNvSpPr>
            <a:spLocks noGrp="1"/>
          </p:cNvSpPr>
          <p:nvPr/>
        </p:nvSpPr>
        <p:spPr>
          <a:xfrm>
            <a:off x="762000" y="12220575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71" name="line-275"/>
          <p:cNvSpPr>
            <a:spLocks noGrp="1"/>
          </p:cNvSpPr>
          <p:nvPr/>
        </p:nvSpPr>
        <p:spPr>
          <a:xfrm>
            <a:off x="762000" y="12186285"/>
            <a:ext cx="557213" cy="17145"/>
          </a:xfrm>
          <a:custGeom>
            <a:avLst/>
            <a:gdLst/>
            <a:ahLst/>
            <a:cxnLst/>
            <a:pathLst>
              <a:path w="557213" h="17145">
                <a:moveTo>
                  <a:pt x="0" y="17145"/>
                </a:moveTo>
                <a:lnTo>
                  <a:pt x="5572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72" name="line-276"/>
          <p:cNvSpPr>
            <a:spLocks noGrp="1"/>
          </p:cNvSpPr>
          <p:nvPr/>
        </p:nvSpPr>
        <p:spPr>
          <a:xfrm>
            <a:off x="1319213" y="12066270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73" name="resource node"/>
          <p:cNvSpPr>
            <a:spLocks noGrp="1"/>
          </p:cNvSpPr>
          <p:nvPr/>
        </p:nvSpPr>
        <p:spPr>
          <a:xfrm>
            <a:off x="740093" y="1218152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74" name="resource node"/>
          <p:cNvSpPr>
            <a:spLocks noGrp="1"/>
          </p:cNvSpPr>
          <p:nvPr/>
        </p:nvSpPr>
        <p:spPr>
          <a:xfrm>
            <a:off x="1297305" y="1216437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75" name="resource node"/>
          <p:cNvSpPr>
            <a:spLocks noGrp="1"/>
          </p:cNvSpPr>
          <p:nvPr/>
        </p:nvSpPr>
        <p:spPr>
          <a:xfrm>
            <a:off x="1854518" y="1204436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76" name="line-277"/>
          <p:cNvSpPr>
            <a:spLocks noGrp="1"/>
          </p:cNvSpPr>
          <p:nvPr/>
        </p:nvSpPr>
        <p:spPr>
          <a:xfrm>
            <a:off x="2000250" y="11906250"/>
            <a:ext cx="400050" cy="95"/>
          </a:xfrm>
          <a:custGeom>
            <a:avLst/>
            <a:gdLst/>
            <a:ahLst/>
            <a:cxnLst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77" name="line-278"/>
          <p:cNvSpPr>
            <a:spLocks noGrp="1"/>
          </p:cNvSpPr>
          <p:nvPr/>
        </p:nvSpPr>
        <p:spPr>
          <a:xfrm>
            <a:off x="2341160" y="119062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78" name="line-279"/>
          <p:cNvSpPr>
            <a:spLocks noGrp="1"/>
          </p:cNvSpPr>
          <p:nvPr/>
        </p:nvSpPr>
        <p:spPr>
          <a:xfrm>
            <a:off x="2341160" y="118754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79" name="resource node"/>
          <p:cNvSpPr>
            <a:spLocks noGrp="1"/>
          </p:cNvSpPr>
          <p:nvPr/>
        </p:nvSpPr>
        <p:spPr>
          <a:xfrm>
            <a:off x="2533650" y="11582400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0" name="resource node"/>
          <p:cNvSpPr>
            <a:spLocks noGrp="1"/>
          </p:cNvSpPr>
          <p:nvPr/>
        </p:nvSpPr>
        <p:spPr>
          <a:xfrm>
            <a:off x="2695575" y="11534775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1" name="resource node"/>
          <p:cNvSpPr>
            <a:spLocks noGrp="1"/>
          </p:cNvSpPr>
          <p:nvPr/>
        </p:nvSpPr>
        <p:spPr>
          <a:xfrm>
            <a:off x="2733675" y="11696700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2" name="resource node"/>
          <p:cNvSpPr>
            <a:spLocks noGrp="1"/>
          </p:cNvSpPr>
          <p:nvPr/>
        </p:nvSpPr>
        <p:spPr>
          <a:xfrm>
            <a:off x="2552700" y="11744325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3" name="resource node"/>
          <p:cNvSpPr>
            <a:spLocks noGrp="1"/>
          </p:cNvSpPr>
          <p:nvPr/>
        </p:nvSpPr>
        <p:spPr>
          <a:xfrm>
            <a:off x="2619375" y="11630025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4" name="resource node"/>
          <p:cNvSpPr>
            <a:spLocks noGrp="1"/>
          </p:cNvSpPr>
          <p:nvPr/>
        </p:nvSpPr>
        <p:spPr>
          <a:xfrm>
            <a:off x="2603183" y="11613833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85" name="resource node"/>
          <p:cNvSpPr>
            <a:spLocks noGrp="1"/>
          </p:cNvSpPr>
          <p:nvPr/>
        </p:nvSpPr>
        <p:spPr>
          <a:xfrm>
            <a:off x="3019425" y="11782425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86" name="resource node"/>
          <p:cNvSpPr>
            <a:spLocks noGrp="1"/>
          </p:cNvSpPr>
          <p:nvPr/>
        </p:nvSpPr>
        <p:spPr>
          <a:xfrm>
            <a:off x="3181350" y="11734800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87" name="resource node"/>
          <p:cNvSpPr>
            <a:spLocks noGrp="1"/>
          </p:cNvSpPr>
          <p:nvPr/>
        </p:nvSpPr>
        <p:spPr>
          <a:xfrm>
            <a:off x="3219450" y="11896725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88" name="resource node"/>
          <p:cNvSpPr>
            <a:spLocks noGrp="1"/>
          </p:cNvSpPr>
          <p:nvPr/>
        </p:nvSpPr>
        <p:spPr>
          <a:xfrm>
            <a:off x="3038475" y="11944350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89" name="resource node"/>
          <p:cNvSpPr>
            <a:spLocks noGrp="1"/>
          </p:cNvSpPr>
          <p:nvPr/>
        </p:nvSpPr>
        <p:spPr>
          <a:xfrm>
            <a:off x="3105150" y="11830050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90" name="resource node"/>
          <p:cNvSpPr>
            <a:spLocks noGrp="1"/>
          </p:cNvSpPr>
          <p:nvPr/>
        </p:nvSpPr>
        <p:spPr>
          <a:xfrm>
            <a:off x="3088958" y="1181385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91" name="resource node"/>
          <p:cNvSpPr>
            <a:spLocks noGrp="1"/>
          </p:cNvSpPr>
          <p:nvPr/>
        </p:nvSpPr>
        <p:spPr>
          <a:xfrm>
            <a:off x="2619375" y="12134850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2" name="resource node"/>
          <p:cNvSpPr>
            <a:spLocks noGrp="1"/>
          </p:cNvSpPr>
          <p:nvPr/>
        </p:nvSpPr>
        <p:spPr>
          <a:xfrm>
            <a:off x="2781300" y="12087225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3" name="resource node"/>
          <p:cNvSpPr>
            <a:spLocks noGrp="1"/>
          </p:cNvSpPr>
          <p:nvPr/>
        </p:nvSpPr>
        <p:spPr>
          <a:xfrm>
            <a:off x="2819400" y="12249150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4" name="resource node"/>
          <p:cNvSpPr>
            <a:spLocks noGrp="1"/>
          </p:cNvSpPr>
          <p:nvPr/>
        </p:nvSpPr>
        <p:spPr>
          <a:xfrm>
            <a:off x="2638425" y="12296775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5" name="resource node"/>
          <p:cNvSpPr>
            <a:spLocks noGrp="1"/>
          </p:cNvSpPr>
          <p:nvPr/>
        </p:nvSpPr>
        <p:spPr>
          <a:xfrm>
            <a:off x="2705100" y="12182475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6" name="resource node"/>
          <p:cNvSpPr>
            <a:spLocks noGrp="1"/>
          </p:cNvSpPr>
          <p:nvPr/>
        </p:nvSpPr>
        <p:spPr>
          <a:xfrm>
            <a:off x="2688908" y="12166283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97" name="k-means"/>
          <p:cNvSpPr>
            <a:spLocks noGrp="1"/>
          </p:cNvSpPr>
          <p:nvPr/>
        </p:nvSpPr>
        <p:spPr>
          <a:xfrm>
            <a:off x="2381250" y="11125200"/>
            <a:ext cx="1066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k-means</a:t>
            </a:r>
            <a:endParaRPr sz="18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98" name="line-280"/>
          <p:cNvSpPr>
            <a:spLocks noGrp="1"/>
          </p:cNvSpPr>
          <p:nvPr/>
        </p:nvSpPr>
        <p:spPr>
          <a:xfrm>
            <a:off x="3390900" y="11906250"/>
            <a:ext cx="419100" cy="95"/>
          </a:xfrm>
          <a:custGeom>
            <a:avLst/>
            <a:gdLst/>
            <a:ahLst/>
            <a:cxnLst/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99" name="line-281"/>
          <p:cNvSpPr>
            <a:spLocks noGrp="1"/>
          </p:cNvSpPr>
          <p:nvPr/>
        </p:nvSpPr>
        <p:spPr>
          <a:xfrm>
            <a:off x="3750860" y="119062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600" name="line-282"/>
          <p:cNvSpPr>
            <a:spLocks noGrp="1"/>
          </p:cNvSpPr>
          <p:nvPr/>
        </p:nvSpPr>
        <p:spPr>
          <a:xfrm>
            <a:off x="3750860" y="118754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601" name="line-283"/>
          <p:cNvSpPr>
            <a:spLocks noGrp="1"/>
          </p:cNvSpPr>
          <p:nvPr/>
        </p:nvSpPr>
        <p:spPr>
          <a:xfrm>
            <a:off x="4010025" y="1170622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2" name="line-284"/>
          <p:cNvSpPr>
            <a:spLocks noGrp="1"/>
          </p:cNvSpPr>
          <p:nvPr/>
        </p:nvSpPr>
        <p:spPr>
          <a:xfrm>
            <a:off x="4010025" y="11569065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03" name="line-285"/>
          <p:cNvSpPr>
            <a:spLocks noGrp="1"/>
          </p:cNvSpPr>
          <p:nvPr/>
        </p:nvSpPr>
        <p:spPr>
          <a:xfrm>
            <a:off x="4452938" y="11569065"/>
            <a:ext cx="442913" cy="68580"/>
          </a:xfrm>
          <a:custGeom>
            <a:avLst/>
            <a:gdLst/>
            <a:ahLst/>
            <a:cxnLst/>
            <a:pathLst>
              <a:path w="442913" h="68580">
                <a:moveTo>
                  <a:pt x="0" y="0"/>
                </a:moveTo>
                <a:lnTo>
                  <a:pt x="442913" y="6858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04" name="resource node"/>
          <p:cNvSpPr>
            <a:spLocks noGrp="1"/>
          </p:cNvSpPr>
          <p:nvPr/>
        </p:nvSpPr>
        <p:spPr>
          <a:xfrm>
            <a:off x="3988118" y="1166717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05" name="resource node"/>
          <p:cNvSpPr>
            <a:spLocks noGrp="1"/>
          </p:cNvSpPr>
          <p:nvPr/>
        </p:nvSpPr>
        <p:spPr>
          <a:xfrm>
            <a:off x="4431030" y="1154715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06" name="resource node"/>
          <p:cNvSpPr>
            <a:spLocks noGrp="1"/>
          </p:cNvSpPr>
          <p:nvPr/>
        </p:nvSpPr>
        <p:spPr>
          <a:xfrm>
            <a:off x="4873943" y="1161573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07" name="line-286"/>
          <p:cNvSpPr>
            <a:spLocks noGrp="1"/>
          </p:cNvSpPr>
          <p:nvPr/>
        </p:nvSpPr>
        <p:spPr>
          <a:xfrm>
            <a:off x="4010025" y="11963400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8" name="line-287"/>
          <p:cNvSpPr>
            <a:spLocks noGrp="1"/>
          </p:cNvSpPr>
          <p:nvPr/>
        </p:nvSpPr>
        <p:spPr>
          <a:xfrm>
            <a:off x="4010025" y="11826240"/>
            <a:ext cx="442913" cy="60008"/>
          </a:xfrm>
          <a:custGeom>
            <a:avLst/>
            <a:gdLst/>
            <a:ahLst/>
            <a:cxnLst/>
            <a:pathLst>
              <a:path w="442913" h="60008">
                <a:moveTo>
                  <a:pt x="0" y="0"/>
                </a:moveTo>
                <a:lnTo>
                  <a:pt x="442913" y="60008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09" name="line-288"/>
          <p:cNvSpPr>
            <a:spLocks noGrp="1"/>
          </p:cNvSpPr>
          <p:nvPr/>
        </p:nvSpPr>
        <p:spPr>
          <a:xfrm>
            <a:off x="4452938" y="11886248"/>
            <a:ext cx="442913" cy="60007"/>
          </a:xfrm>
          <a:custGeom>
            <a:avLst/>
            <a:gdLst/>
            <a:ahLst/>
            <a:cxnLst/>
            <a:pathLst>
              <a:path w="442913" h="60007">
                <a:moveTo>
                  <a:pt x="0" y="0"/>
                </a:moveTo>
                <a:lnTo>
                  <a:pt x="442913" y="60007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10" name="resource node"/>
          <p:cNvSpPr>
            <a:spLocks noGrp="1"/>
          </p:cNvSpPr>
          <p:nvPr/>
        </p:nvSpPr>
        <p:spPr>
          <a:xfrm>
            <a:off x="3988118" y="1180433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1" name="resource node"/>
          <p:cNvSpPr>
            <a:spLocks noGrp="1"/>
          </p:cNvSpPr>
          <p:nvPr/>
        </p:nvSpPr>
        <p:spPr>
          <a:xfrm>
            <a:off x="4431030" y="1186434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2" name="resource node"/>
          <p:cNvSpPr>
            <a:spLocks noGrp="1"/>
          </p:cNvSpPr>
          <p:nvPr/>
        </p:nvSpPr>
        <p:spPr>
          <a:xfrm>
            <a:off x="4873943" y="1192434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3" name="line-289"/>
          <p:cNvSpPr>
            <a:spLocks noGrp="1"/>
          </p:cNvSpPr>
          <p:nvPr/>
        </p:nvSpPr>
        <p:spPr>
          <a:xfrm>
            <a:off x="4010025" y="1222057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14" name="line-290"/>
          <p:cNvSpPr>
            <a:spLocks noGrp="1"/>
          </p:cNvSpPr>
          <p:nvPr/>
        </p:nvSpPr>
        <p:spPr>
          <a:xfrm>
            <a:off x="4010025" y="12186285"/>
            <a:ext cx="442913" cy="17145"/>
          </a:xfrm>
          <a:custGeom>
            <a:avLst/>
            <a:gdLst/>
            <a:ahLst/>
            <a:cxnLst/>
            <a:pathLst>
              <a:path w="442913" h="17145">
                <a:moveTo>
                  <a:pt x="0" y="17145"/>
                </a:moveTo>
                <a:lnTo>
                  <a:pt x="4429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15" name="line-291"/>
          <p:cNvSpPr>
            <a:spLocks noGrp="1"/>
          </p:cNvSpPr>
          <p:nvPr/>
        </p:nvSpPr>
        <p:spPr>
          <a:xfrm>
            <a:off x="4452938" y="12066270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16" name="resource node"/>
          <p:cNvSpPr>
            <a:spLocks noGrp="1"/>
          </p:cNvSpPr>
          <p:nvPr/>
        </p:nvSpPr>
        <p:spPr>
          <a:xfrm>
            <a:off x="3988118" y="1218152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7" name="resource node"/>
          <p:cNvSpPr>
            <a:spLocks noGrp="1"/>
          </p:cNvSpPr>
          <p:nvPr/>
        </p:nvSpPr>
        <p:spPr>
          <a:xfrm>
            <a:off x="4431030" y="1216437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8" name="resource node"/>
          <p:cNvSpPr>
            <a:spLocks noGrp="1"/>
          </p:cNvSpPr>
          <p:nvPr/>
        </p:nvSpPr>
        <p:spPr>
          <a:xfrm>
            <a:off x="4873943" y="1204436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9" name="…"/>
          <p:cNvSpPr>
            <a:spLocks noGrp="1"/>
          </p:cNvSpPr>
          <p:nvPr/>
        </p:nvSpPr>
        <p:spPr>
          <a:xfrm>
            <a:off x="4981575" y="11830050"/>
            <a:ext cx="2381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…</a:t>
            </a:r>
            <a:endParaRPr sz="1650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0" name="16 prototypes P"/>
          <p:cNvSpPr>
            <a:spLocks noGrp="1"/>
          </p:cNvSpPr>
          <p:nvPr/>
        </p:nvSpPr>
        <p:spPr>
          <a:xfrm>
            <a:off x="3800475" y="12363450"/>
            <a:ext cx="14573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prototypes P</a:t>
            </a:r>
            <a:endParaRPr sz="1780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1" name="Earlier precursor"/>
          <p:cNvSpPr>
            <a:spLocks noGrp="1"/>
          </p:cNvSpPr>
          <p:nvPr/>
        </p:nvSpPr>
        <p:spPr>
          <a:xfrm>
            <a:off x="12830175" y="150495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Earlier precursor</a:t>
            </a:r>
            <a:endParaRPr sz="1690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2" name="Later constraint"/>
          <p:cNvSpPr>
            <a:spLocks noGrp="1"/>
          </p:cNvSpPr>
          <p:nvPr/>
        </p:nvSpPr>
        <p:spPr>
          <a:xfrm>
            <a:off x="12830175" y="19812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Later constraint</a:t>
            </a:r>
            <a:endParaRPr sz="1690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3" name="line-292"/>
          <p:cNvSpPr>
            <a:spLocks noGrp="1"/>
          </p:cNvSpPr>
          <p:nvPr/>
        </p:nvSpPr>
        <p:spPr>
          <a:xfrm>
            <a:off x="14620875" y="1733550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D2DAD5"/>
            </a:solidFill>
            <a:prstDash val="solid"/>
          </a:ln>
        </p:spPr>
      </p:sp>
      <p:sp>
        <p:nvSpPr>
          <p:cNvPr id="624" name="line-293"/>
          <p:cNvSpPr>
            <a:spLocks noGrp="1"/>
          </p:cNvSpPr>
          <p:nvPr/>
        </p:nvSpPr>
        <p:spPr>
          <a:xfrm>
            <a:off x="14620875" y="1733550"/>
            <a:ext cx="489395" cy="95"/>
          </a:xfrm>
          <a:custGeom>
            <a:avLst/>
            <a:gdLst/>
            <a:ahLst/>
            <a:cxnLst/>
            <a:pathLst>
              <a:path w="489395" h="95">
                <a:moveTo>
                  <a:pt x="0" y="0"/>
                </a:moveTo>
                <a:lnTo>
                  <a:pt x="489395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5" name="line-294"/>
          <p:cNvSpPr>
            <a:spLocks noGrp="1"/>
          </p:cNvSpPr>
          <p:nvPr/>
        </p:nvSpPr>
        <p:spPr>
          <a:xfrm>
            <a:off x="15110270" y="149542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6" name="line-295"/>
          <p:cNvSpPr>
            <a:spLocks noGrp="1"/>
          </p:cNvSpPr>
          <p:nvPr/>
        </p:nvSpPr>
        <p:spPr>
          <a:xfrm>
            <a:off x="15110270" y="1495425"/>
            <a:ext cx="838962" cy="95"/>
          </a:xfrm>
          <a:custGeom>
            <a:avLst/>
            <a:gdLst/>
            <a:ahLst/>
            <a:cxnLst/>
            <a:pathLst>
              <a:path w="838962" h="95">
                <a:moveTo>
                  <a:pt x="0" y="0"/>
                </a:moveTo>
                <a:lnTo>
                  <a:pt x="838962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7" name="line-296"/>
          <p:cNvSpPr>
            <a:spLocks noGrp="1"/>
          </p:cNvSpPr>
          <p:nvPr/>
        </p:nvSpPr>
        <p:spPr>
          <a:xfrm>
            <a:off x="15949232" y="149542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8" name="line-297"/>
          <p:cNvSpPr>
            <a:spLocks noGrp="1"/>
          </p:cNvSpPr>
          <p:nvPr/>
        </p:nvSpPr>
        <p:spPr>
          <a:xfrm>
            <a:off x="15949232" y="1733550"/>
            <a:ext cx="2167318" cy="95"/>
          </a:xfrm>
          <a:custGeom>
            <a:avLst/>
            <a:gdLst/>
            <a:ahLst/>
            <a:cxnLst/>
            <a:pathLst>
              <a:path w="2167318" h="95">
                <a:moveTo>
                  <a:pt x="0" y="0"/>
                </a:moveTo>
                <a:lnTo>
                  <a:pt x="2167318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9" name="line-298"/>
          <p:cNvSpPr>
            <a:spLocks noGrp="1"/>
          </p:cNvSpPr>
          <p:nvPr/>
        </p:nvSpPr>
        <p:spPr>
          <a:xfrm>
            <a:off x="14620875" y="2209800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D2DAD5"/>
            </a:solidFill>
            <a:prstDash val="solid"/>
          </a:ln>
        </p:spPr>
      </p:sp>
      <p:sp>
        <p:nvSpPr>
          <p:cNvPr id="630" name="line-299"/>
          <p:cNvSpPr>
            <a:spLocks noGrp="1"/>
          </p:cNvSpPr>
          <p:nvPr/>
        </p:nvSpPr>
        <p:spPr>
          <a:xfrm>
            <a:off x="14620875" y="2209800"/>
            <a:ext cx="1957578" cy="95"/>
          </a:xfrm>
          <a:custGeom>
            <a:avLst/>
            <a:gdLst/>
            <a:ahLst/>
            <a:cxnLst/>
            <a:pathLst>
              <a:path w="1957578" h="95">
                <a:moveTo>
                  <a:pt x="0" y="0"/>
                </a:moveTo>
                <a:lnTo>
                  <a:pt x="1957578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1" name="line-300"/>
          <p:cNvSpPr>
            <a:spLocks noGrp="1"/>
          </p:cNvSpPr>
          <p:nvPr/>
        </p:nvSpPr>
        <p:spPr>
          <a:xfrm>
            <a:off x="16578453" y="197167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2" name="line-301"/>
          <p:cNvSpPr>
            <a:spLocks noGrp="1"/>
          </p:cNvSpPr>
          <p:nvPr/>
        </p:nvSpPr>
        <p:spPr>
          <a:xfrm>
            <a:off x="16578453" y="1971675"/>
            <a:ext cx="943832" cy="95"/>
          </a:xfrm>
          <a:custGeom>
            <a:avLst/>
            <a:gdLst/>
            <a:ahLst/>
            <a:cxnLst/>
            <a:pathLst>
              <a:path w="943832" h="95">
                <a:moveTo>
                  <a:pt x="0" y="0"/>
                </a:moveTo>
                <a:lnTo>
                  <a:pt x="943832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3" name="line-302"/>
          <p:cNvSpPr>
            <a:spLocks noGrp="1"/>
          </p:cNvSpPr>
          <p:nvPr/>
        </p:nvSpPr>
        <p:spPr>
          <a:xfrm>
            <a:off x="17522285" y="197167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4" name="line-303"/>
          <p:cNvSpPr>
            <a:spLocks noGrp="1"/>
          </p:cNvSpPr>
          <p:nvPr/>
        </p:nvSpPr>
        <p:spPr>
          <a:xfrm>
            <a:off x="17522285" y="2209800"/>
            <a:ext cx="594265" cy="95"/>
          </a:xfrm>
          <a:custGeom>
            <a:avLst/>
            <a:gdLst/>
            <a:ahLst/>
            <a:cxnLst/>
            <a:pathLst>
              <a:path w="594265" h="95">
                <a:moveTo>
                  <a:pt x="0" y="0"/>
                </a:moveTo>
                <a:lnTo>
                  <a:pt x="594265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5" name="line-304"/>
          <p:cNvSpPr>
            <a:spLocks noGrp="1"/>
          </p:cNvSpPr>
          <p:nvPr/>
        </p:nvSpPr>
        <p:spPr>
          <a:xfrm>
            <a:off x="15106650" y="1447800"/>
            <a:ext cx="95" cy="942975"/>
          </a:xfrm>
          <a:custGeom>
            <a:avLst/>
            <a:gdLst/>
            <a:ahLst/>
            <a:cxnLst/>
            <a:pathLst>
              <a:path w="95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/>
          <a:ln w="7620">
            <a:solidFill>
              <a:srgbClr val="ABC2B3"/>
            </a:solidFill>
            <a:prstDash val="dash"/>
          </a:ln>
        </p:spPr>
      </p:sp>
      <p:sp>
        <p:nvSpPr>
          <p:cNvPr id="636" name="line-305"/>
          <p:cNvSpPr>
            <a:spLocks noGrp="1"/>
          </p:cNvSpPr>
          <p:nvPr/>
        </p:nvSpPr>
        <p:spPr>
          <a:xfrm>
            <a:off x="16583025" y="1924050"/>
            <a:ext cx="95" cy="466725"/>
          </a:xfrm>
          <a:custGeom>
            <a:avLst/>
            <a:gdLst/>
            <a:ahLst/>
            <a:cxnLst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7620">
            <a:solidFill>
              <a:srgbClr val="ABC2B3"/>
            </a:solidFill>
            <a:prstDash val="dash"/>
          </a:ln>
        </p:spPr>
      </p:sp>
      <p:sp>
        <p:nvSpPr>
          <p:cNvPr id="637" name="line-306"/>
          <p:cNvSpPr>
            <a:spLocks noGrp="1"/>
          </p:cNvSpPr>
          <p:nvPr/>
        </p:nvSpPr>
        <p:spPr>
          <a:xfrm>
            <a:off x="15106650" y="2352675"/>
            <a:ext cx="1476375" cy="95"/>
          </a:xfrm>
          <a:custGeom>
            <a:avLst/>
            <a:gdLst/>
            <a:ahLst/>
            <a:cxnLst/>
            <a:pathLst>
              <a:path w="1476375" h="9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/>
          <a:ln w="12993">
            <a:solidFill>
              <a:srgbClr val="315F46"/>
            </a:solidFill>
            <a:prstDash val="solid"/>
          </a:ln>
        </p:spPr>
      </p:sp>
      <p:sp>
        <p:nvSpPr>
          <p:cNvPr id="638" name="line-307"/>
          <p:cNvSpPr>
            <a:spLocks noGrp="1"/>
          </p:cNvSpPr>
          <p:nvPr/>
        </p:nvSpPr>
        <p:spPr>
          <a:xfrm>
            <a:off x="16523885" y="235267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2993">
            <a:solidFill>
              <a:srgbClr val="315F46"/>
            </a:solidFill>
            <a:prstDash val="solid"/>
          </a:ln>
        </p:spPr>
      </p:sp>
      <p:sp>
        <p:nvSpPr>
          <p:cNvPr id="639" name="line-308"/>
          <p:cNvSpPr>
            <a:spLocks noGrp="1"/>
          </p:cNvSpPr>
          <p:nvPr/>
        </p:nvSpPr>
        <p:spPr>
          <a:xfrm>
            <a:off x="16523885" y="23218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2993">
            <a:solidFill>
              <a:srgbClr val="315F46"/>
            </a:solidFill>
            <a:prstDash val="solid"/>
          </a:ln>
        </p:spPr>
      </p:sp>
      <p:sp>
        <p:nvSpPr>
          <p:cNvPr id="640" name="lag"/>
          <p:cNvSpPr>
            <a:spLocks noGrp="1"/>
          </p:cNvSpPr>
          <p:nvPr/>
        </p:nvSpPr>
        <p:spPr>
          <a:xfrm>
            <a:off x="15621000" y="2390775"/>
            <a:ext cx="6096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lag</a:t>
            </a:r>
            <a:endParaRPr sz="1500" b="0" i="1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1" name="Pattern matching"/>
          <p:cNvSpPr>
            <a:spLocks noGrp="1"/>
          </p:cNvSpPr>
          <p:nvPr/>
        </p:nvSpPr>
        <p:spPr>
          <a:xfrm>
            <a:off x="12811125" y="2657475"/>
            <a:ext cx="26765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matching</a:t>
            </a:r>
            <a:endParaRPr sz="1980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2" name="Queue query patch"/>
          <p:cNvSpPr>
            <a:spLocks noGrp="1"/>
          </p:cNvSpPr>
          <p:nvPr/>
        </p:nvSpPr>
        <p:spPr>
          <a:xfrm>
            <a:off x="12877800" y="2990850"/>
            <a:ext cx="1638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 query patch</a:t>
            </a:r>
            <a:endParaRPr sz="169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3" name="Activity prototypes P (b)"/>
          <p:cNvSpPr>
            <a:spLocks noGrp="1"/>
          </p:cNvSpPr>
          <p:nvPr/>
        </p:nvSpPr>
        <p:spPr>
          <a:xfrm>
            <a:off x="15621000" y="2990850"/>
            <a:ext cx="2657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Activity prototypes P (b)</a:t>
            </a:r>
            <a:endParaRPr sz="1690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4" name="line-309"/>
          <p:cNvSpPr>
            <a:spLocks noGrp="1"/>
          </p:cNvSpPr>
          <p:nvPr/>
        </p:nvSpPr>
        <p:spPr>
          <a:xfrm>
            <a:off x="13230225" y="3600450"/>
            <a:ext cx="1038225" cy="95"/>
          </a:xfrm>
          <a:custGeom>
            <a:avLst/>
            <a:gdLst/>
            <a:ahLst/>
            <a:cxnLst/>
            <a:pathLst>
              <a:path w="1038225" h="95">
                <a:moveTo>
                  <a:pt x="0" y="0"/>
                </a:moveTo>
                <a:lnTo>
                  <a:pt x="10382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45" name="line-310"/>
          <p:cNvSpPr>
            <a:spLocks noGrp="1"/>
          </p:cNvSpPr>
          <p:nvPr/>
        </p:nvSpPr>
        <p:spPr>
          <a:xfrm>
            <a:off x="13230225" y="3393758"/>
            <a:ext cx="519113" cy="177165"/>
          </a:xfrm>
          <a:custGeom>
            <a:avLst/>
            <a:gdLst/>
            <a:ahLst/>
            <a:cxnLst/>
            <a:pathLst>
              <a:path w="519113" h="177165">
                <a:moveTo>
                  <a:pt x="0" y="177165"/>
                </a:moveTo>
                <a:lnTo>
                  <a:pt x="519113" y="0"/>
                </a:lnTo>
              </a:path>
            </a:pathLst>
          </a:custGeom>
          <a:noFill/>
          <a:ln w="21260">
            <a:solidFill>
              <a:srgbClr val="315B79"/>
            </a:solidFill>
            <a:prstDash val="solid"/>
          </a:ln>
        </p:spPr>
      </p:sp>
      <p:sp>
        <p:nvSpPr>
          <p:cNvPr id="646" name="line-311"/>
          <p:cNvSpPr>
            <a:spLocks noGrp="1"/>
          </p:cNvSpPr>
          <p:nvPr/>
        </p:nvSpPr>
        <p:spPr>
          <a:xfrm>
            <a:off x="13749338" y="3334703"/>
            <a:ext cx="519113" cy="59055"/>
          </a:xfrm>
          <a:custGeom>
            <a:avLst/>
            <a:gdLst/>
            <a:ahLst/>
            <a:cxnLst/>
            <a:pathLst>
              <a:path w="519113" h="59055">
                <a:moveTo>
                  <a:pt x="0" y="59055"/>
                </a:moveTo>
                <a:lnTo>
                  <a:pt x="519113" y="0"/>
                </a:lnTo>
              </a:path>
            </a:pathLst>
          </a:custGeom>
          <a:noFill/>
          <a:ln w="21260">
            <a:solidFill>
              <a:srgbClr val="315B79"/>
            </a:solidFill>
            <a:prstDash val="solid"/>
          </a:ln>
        </p:spPr>
      </p:sp>
      <p:sp>
        <p:nvSpPr>
          <p:cNvPr id="647" name="resource node"/>
          <p:cNvSpPr>
            <a:spLocks noGrp="1"/>
          </p:cNvSpPr>
          <p:nvPr/>
        </p:nvSpPr>
        <p:spPr>
          <a:xfrm>
            <a:off x="13208318" y="3549015"/>
            <a:ext cx="43815" cy="43815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648" name="resource node"/>
          <p:cNvSpPr>
            <a:spLocks noGrp="1"/>
          </p:cNvSpPr>
          <p:nvPr/>
        </p:nvSpPr>
        <p:spPr>
          <a:xfrm>
            <a:off x="13727430" y="3371850"/>
            <a:ext cx="43815" cy="43815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649" name="resource node"/>
          <p:cNvSpPr>
            <a:spLocks noGrp="1"/>
          </p:cNvSpPr>
          <p:nvPr/>
        </p:nvSpPr>
        <p:spPr>
          <a:xfrm>
            <a:off x="14246543" y="3312795"/>
            <a:ext cx="43815" cy="43815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650" name="line-312"/>
          <p:cNvSpPr>
            <a:spLocks noGrp="1"/>
          </p:cNvSpPr>
          <p:nvPr/>
        </p:nvSpPr>
        <p:spPr>
          <a:xfrm>
            <a:off x="15906750" y="358140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1" name="line-313"/>
          <p:cNvSpPr>
            <a:spLocks noGrp="1"/>
          </p:cNvSpPr>
          <p:nvPr/>
        </p:nvSpPr>
        <p:spPr>
          <a:xfrm>
            <a:off x="15906750" y="3375660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52" name="line-314"/>
          <p:cNvSpPr>
            <a:spLocks noGrp="1"/>
          </p:cNvSpPr>
          <p:nvPr/>
        </p:nvSpPr>
        <p:spPr>
          <a:xfrm>
            <a:off x="16130588" y="3375660"/>
            <a:ext cx="223838" cy="102870"/>
          </a:xfrm>
          <a:custGeom>
            <a:avLst/>
            <a:gdLst/>
            <a:ahLst/>
            <a:cxnLst/>
            <a:pathLst>
              <a:path w="223838" h="102870">
                <a:moveTo>
                  <a:pt x="0" y="0"/>
                </a:moveTo>
                <a:lnTo>
                  <a:pt x="223838" y="10287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53" name="resource node"/>
          <p:cNvSpPr>
            <a:spLocks noGrp="1"/>
          </p:cNvSpPr>
          <p:nvPr/>
        </p:nvSpPr>
        <p:spPr>
          <a:xfrm>
            <a:off x="15884843" y="353377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54" name="resource node"/>
          <p:cNvSpPr>
            <a:spLocks noGrp="1"/>
          </p:cNvSpPr>
          <p:nvPr/>
        </p:nvSpPr>
        <p:spPr>
          <a:xfrm>
            <a:off x="16108680" y="3353752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55" name="resource node"/>
          <p:cNvSpPr>
            <a:spLocks noGrp="1"/>
          </p:cNvSpPr>
          <p:nvPr/>
        </p:nvSpPr>
        <p:spPr>
          <a:xfrm>
            <a:off x="16332518" y="345662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56" name="line-315"/>
          <p:cNvSpPr>
            <a:spLocks noGrp="1"/>
          </p:cNvSpPr>
          <p:nvPr/>
        </p:nvSpPr>
        <p:spPr>
          <a:xfrm>
            <a:off x="16630650" y="358140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7" name="line-316"/>
          <p:cNvSpPr>
            <a:spLocks noGrp="1"/>
          </p:cNvSpPr>
          <p:nvPr/>
        </p:nvSpPr>
        <p:spPr>
          <a:xfrm>
            <a:off x="16630650" y="3375660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58" name="line-317"/>
          <p:cNvSpPr>
            <a:spLocks noGrp="1"/>
          </p:cNvSpPr>
          <p:nvPr/>
        </p:nvSpPr>
        <p:spPr>
          <a:xfrm>
            <a:off x="16854488" y="3465671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59" name="resource node"/>
          <p:cNvSpPr>
            <a:spLocks noGrp="1"/>
          </p:cNvSpPr>
          <p:nvPr/>
        </p:nvSpPr>
        <p:spPr>
          <a:xfrm>
            <a:off x="16608743" y="3353752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0" name="resource node"/>
          <p:cNvSpPr>
            <a:spLocks noGrp="1"/>
          </p:cNvSpPr>
          <p:nvPr/>
        </p:nvSpPr>
        <p:spPr>
          <a:xfrm>
            <a:off x="16832580" y="3443764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1" name="resource node"/>
          <p:cNvSpPr>
            <a:spLocks noGrp="1"/>
          </p:cNvSpPr>
          <p:nvPr/>
        </p:nvSpPr>
        <p:spPr>
          <a:xfrm>
            <a:off x="17056418" y="353377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2" name="line-318"/>
          <p:cNvSpPr>
            <a:spLocks noGrp="1"/>
          </p:cNvSpPr>
          <p:nvPr/>
        </p:nvSpPr>
        <p:spPr>
          <a:xfrm>
            <a:off x="17354550" y="358140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63" name="line-319"/>
          <p:cNvSpPr>
            <a:spLocks noGrp="1"/>
          </p:cNvSpPr>
          <p:nvPr/>
        </p:nvSpPr>
        <p:spPr>
          <a:xfrm>
            <a:off x="17354550" y="3529965"/>
            <a:ext cx="223838" cy="25717"/>
          </a:xfrm>
          <a:custGeom>
            <a:avLst/>
            <a:gdLst/>
            <a:ahLst/>
            <a:cxnLst/>
            <a:pathLst>
              <a:path w="223838" h="25717">
                <a:moveTo>
                  <a:pt x="0" y="25717"/>
                </a:moveTo>
                <a:lnTo>
                  <a:pt x="22383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64" name="line-320"/>
          <p:cNvSpPr>
            <a:spLocks noGrp="1"/>
          </p:cNvSpPr>
          <p:nvPr/>
        </p:nvSpPr>
        <p:spPr>
          <a:xfrm>
            <a:off x="17578388" y="3349943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65" name="resource node"/>
          <p:cNvSpPr>
            <a:spLocks noGrp="1"/>
          </p:cNvSpPr>
          <p:nvPr/>
        </p:nvSpPr>
        <p:spPr>
          <a:xfrm>
            <a:off x="17332643" y="353377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6" name="resource node"/>
          <p:cNvSpPr>
            <a:spLocks noGrp="1"/>
          </p:cNvSpPr>
          <p:nvPr/>
        </p:nvSpPr>
        <p:spPr>
          <a:xfrm>
            <a:off x="17556480" y="350805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7" name="resource node"/>
          <p:cNvSpPr>
            <a:spLocks noGrp="1"/>
          </p:cNvSpPr>
          <p:nvPr/>
        </p:nvSpPr>
        <p:spPr>
          <a:xfrm>
            <a:off x="17780318" y="332803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8" name="shape-321"/>
          <p:cNvSpPr>
            <a:spLocks noGrp="1"/>
          </p:cNvSpPr>
          <p:nvPr/>
        </p:nvSpPr>
        <p:spPr>
          <a:xfrm>
            <a:off x="13296900" y="3819525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9" name="shape-322"/>
          <p:cNvSpPr>
            <a:spLocks noGrp="1"/>
          </p:cNvSpPr>
          <p:nvPr/>
        </p:nvSpPr>
        <p:spPr>
          <a:xfrm>
            <a:off x="13382625" y="3819525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0" name="shape-323"/>
          <p:cNvSpPr>
            <a:spLocks noGrp="1"/>
          </p:cNvSpPr>
          <p:nvPr/>
        </p:nvSpPr>
        <p:spPr>
          <a:xfrm>
            <a:off x="13468350" y="38195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1" name="shape-324"/>
          <p:cNvSpPr>
            <a:spLocks noGrp="1"/>
          </p:cNvSpPr>
          <p:nvPr/>
        </p:nvSpPr>
        <p:spPr>
          <a:xfrm>
            <a:off x="13554075" y="381952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2" name="shape-325"/>
          <p:cNvSpPr>
            <a:spLocks noGrp="1"/>
          </p:cNvSpPr>
          <p:nvPr/>
        </p:nvSpPr>
        <p:spPr>
          <a:xfrm>
            <a:off x="13296900" y="3905250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3" name="shape-326"/>
          <p:cNvSpPr>
            <a:spLocks noGrp="1"/>
          </p:cNvSpPr>
          <p:nvPr/>
        </p:nvSpPr>
        <p:spPr>
          <a:xfrm>
            <a:off x="13382625" y="390525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4" name="shape-327"/>
          <p:cNvSpPr>
            <a:spLocks noGrp="1"/>
          </p:cNvSpPr>
          <p:nvPr/>
        </p:nvSpPr>
        <p:spPr>
          <a:xfrm>
            <a:off x="13468350" y="39052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5" name="shape-328"/>
          <p:cNvSpPr>
            <a:spLocks noGrp="1"/>
          </p:cNvSpPr>
          <p:nvPr/>
        </p:nvSpPr>
        <p:spPr>
          <a:xfrm>
            <a:off x="13554075" y="3905250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6" name="shape-329"/>
          <p:cNvSpPr>
            <a:spLocks noGrp="1"/>
          </p:cNvSpPr>
          <p:nvPr/>
        </p:nvSpPr>
        <p:spPr>
          <a:xfrm>
            <a:off x="13296900" y="399097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7" name="shape-330"/>
          <p:cNvSpPr>
            <a:spLocks noGrp="1"/>
          </p:cNvSpPr>
          <p:nvPr/>
        </p:nvSpPr>
        <p:spPr>
          <a:xfrm>
            <a:off x="13382625" y="3990975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8" name="shape-331"/>
          <p:cNvSpPr>
            <a:spLocks noGrp="1"/>
          </p:cNvSpPr>
          <p:nvPr/>
        </p:nvSpPr>
        <p:spPr>
          <a:xfrm>
            <a:off x="13468350" y="399097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9" name="shape-332"/>
          <p:cNvSpPr>
            <a:spLocks noGrp="1"/>
          </p:cNvSpPr>
          <p:nvPr/>
        </p:nvSpPr>
        <p:spPr>
          <a:xfrm>
            <a:off x="13554075" y="3990975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0" name="shape-333"/>
          <p:cNvSpPr>
            <a:spLocks noGrp="1"/>
          </p:cNvSpPr>
          <p:nvPr/>
        </p:nvSpPr>
        <p:spPr>
          <a:xfrm>
            <a:off x="13296900" y="407670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1" name="shape-334"/>
          <p:cNvSpPr>
            <a:spLocks noGrp="1"/>
          </p:cNvSpPr>
          <p:nvPr/>
        </p:nvSpPr>
        <p:spPr>
          <a:xfrm>
            <a:off x="13382625" y="407670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2" name="shape-335"/>
          <p:cNvSpPr>
            <a:spLocks noGrp="1"/>
          </p:cNvSpPr>
          <p:nvPr/>
        </p:nvSpPr>
        <p:spPr>
          <a:xfrm>
            <a:off x="13468350" y="407670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3" name="shape-336"/>
          <p:cNvSpPr>
            <a:spLocks noGrp="1"/>
          </p:cNvSpPr>
          <p:nvPr/>
        </p:nvSpPr>
        <p:spPr>
          <a:xfrm>
            <a:off x="13554075" y="407670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4" name="shape-337"/>
          <p:cNvSpPr>
            <a:spLocks noGrp="1"/>
          </p:cNvSpPr>
          <p:nvPr/>
        </p:nvSpPr>
        <p:spPr>
          <a:xfrm>
            <a:off x="13296900" y="4162425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5" name="shape-338"/>
          <p:cNvSpPr>
            <a:spLocks noGrp="1"/>
          </p:cNvSpPr>
          <p:nvPr/>
        </p:nvSpPr>
        <p:spPr>
          <a:xfrm>
            <a:off x="13382625" y="4162425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6" name="shape-339"/>
          <p:cNvSpPr>
            <a:spLocks noGrp="1"/>
          </p:cNvSpPr>
          <p:nvPr/>
        </p:nvSpPr>
        <p:spPr>
          <a:xfrm>
            <a:off x="13468350" y="41624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7" name="shape-340"/>
          <p:cNvSpPr>
            <a:spLocks noGrp="1"/>
          </p:cNvSpPr>
          <p:nvPr/>
        </p:nvSpPr>
        <p:spPr>
          <a:xfrm>
            <a:off x="13554075" y="4162425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8" name="shape-341"/>
          <p:cNvSpPr>
            <a:spLocks noGrp="1"/>
          </p:cNvSpPr>
          <p:nvPr/>
        </p:nvSpPr>
        <p:spPr>
          <a:xfrm>
            <a:off x="13296900" y="4248150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9" name="shape-342"/>
          <p:cNvSpPr>
            <a:spLocks noGrp="1"/>
          </p:cNvSpPr>
          <p:nvPr/>
        </p:nvSpPr>
        <p:spPr>
          <a:xfrm>
            <a:off x="13382625" y="4248150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0" name="shape-343"/>
          <p:cNvSpPr>
            <a:spLocks noGrp="1"/>
          </p:cNvSpPr>
          <p:nvPr/>
        </p:nvSpPr>
        <p:spPr>
          <a:xfrm>
            <a:off x="13468350" y="42481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1" name="shape-344"/>
          <p:cNvSpPr>
            <a:spLocks noGrp="1"/>
          </p:cNvSpPr>
          <p:nvPr/>
        </p:nvSpPr>
        <p:spPr>
          <a:xfrm>
            <a:off x="13554075" y="424815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2" name="shape-345"/>
          <p:cNvSpPr>
            <a:spLocks noGrp="1"/>
          </p:cNvSpPr>
          <p:nvPr/>
        </p:nvSpPr>
        <p:spPr>
          <a:xfrm>
            <a:off x="13296900" y="3819525"/>
            <a:ext cx="342900" cy="51435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693" name="shape-346"/>
          <p:cNvSpPr>
            <a:spLocks noGrp="1"/>
          </p:cNvSpPr>
          <p:nvPr/>
        </p:nvSpPr>
        <p:spPr>
          <a:xfrm>
            <a:off x="15792450" y="3905250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4" name="shape-347"/>
          <p:cNvSpPr>
            <a:spLocks noGrp="1"/>
          </p:cNvSpPr>
          <p:nvPr/>
        </p:nvSpPr>
        <p:spPr>
          <a:xfrm>
            <a:off x="15878175" y="3905250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5" name="shape-348"/>
          <p:cNvSpPr>
            <a:spLocks noGrp="1"/>
          </p:cNvSpPr>
          <p:nvPr/>
        </p:nvSpPr>
        <p:spPr>
          <a:xfrm>
            <a:off x="15963900" y="39052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6" name="shape-349"/>
          <p:cNvSpPr>
            <a:spLocks noGrp="1"/>
          </p:cNvSpPr>
          <p:nvPr/>
        </p:nvSpPr>
        <p:spPr>
          <a:xfrm>
            <a:off x="16049625" y="390525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7" name="shape-350"/>
          <p:cNvSpPr>
            <a:spLocks noGrp="1"/>
          </p:cNvSpPr>
          <p:nvPr/>
        </p:nvSpPr>
        <p:spPr>
          <a:xfrm>
            <a:off x="15792450" y="3990975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8" name="shape-351"/>
          <p:cNvSpPr>
            <a:spLocks noGrp="1"/>
          </p:cNvSpPr>
          <p:nvPr/>
        </p:nvSpPr>
        <p:spPr>
          <a:xfrm>
            <a:off x="15878175" y="399097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9" name="shape-352"/>
          <p:cNvSpPr>
            <a:spLocks noGrp="1"/>
          </p:cNvSpPr>
          <p:nvPr/>
        </p:nvSpPr>
        <p:spPr>
          <a:xfrm>
            <a:off x="15963900" y="399097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0" name="shape-353"/>
          <p:cNvSpPr>
            <a:spLocks noGrp="1"/>
          </p:cNvSpPr>
          <p:nvPr/>
        </p:nvSpPr>
        <p:spPr>
          <a:xfrm>
            <a:off x="16049625" y="3990975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1" name="shape-354"/>
          <p:cNvSpPr>
            <a:spLocks noGrp="1"/>
          </p:cNvSpPr>
          <p:nvPr/>
        </p:nvSpPr>
        <p:spPr>
          <a:xfrm>
            <a:off x="15792450" y="407670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2" name="shape-355"/>
          <p:cNvSpPr>
            <a:spLocks noGrp="1"/>
          </p:cNvSpPr>
          <p:nvPr/>
        </p:nvSpPr>
        <p:spPr>
          <a:xfrm>
            <a:off x="15878175" y="4076700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3" name="shape-356"/>
          <p:cNvSpPr>
            <a:spLocks noGrp="1"/>
          </p:cNvSpPr>
          <p:nvPr/>
        </p:nvSpPr>
        <p:spPr>
          <a:xfrm>
            <a:off x="15963900" y="407670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4" name="shape-357"/>
          <p:cNvSpPr>
            <a:spLocks noGrp="1"/>
          </p:cNvSpPr>
          <p:nvPr/>
        </p:nvSpPr>
        <p:spPr>
          <a:xfrm>
            <a:off x="16049625" y="4076700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5" name="shape-358"/>
          <p:cNvSpPr>
            <a:spLocks noGrp="1"/>
          </p:cNvSpPr>
          <p:nvPr/>
        </p:nvSpPr>
        <p:spPr>
          <a:xfrm>
            <a:off x="15792450" y="41624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6" name="shape-359"/>
          <p:cNvSpPr>
            <a:spLocks noGrp="1"/>
          </p:cNvSpPr>
          <p:nvPr/>
        </p:nvSpPr>
        <p:spPr>
          <a:xfrm>
            <a:off x="15878175" y="41624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7" name="shape-360"/>
          <p:cNvSpPr>
            <a:spLocks noGrp="1"/>
          </p:cNvSpPr>
          <p:nvPr/>
        </p:nvSpPr>
        <p:spPr>
          <a:xfrm>
            <a:off x="15963900" y="41624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8" name="shape-361"/>
          <p:cNvSpPr>
            <a:spLocks noGrp="1"/>
          </p:cNvSpPr>
          <p:nvPr/>
        </p:nvSpPr>
        <p:spPr>
          <a:xfrm>
            <a:off x="16049625" y="41624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9" name="shape-362"/>
          <p:cNvSpPr>
            <a:spLocks noGrp="1"/>
          </p:cNvSpPr>
          <p:nvPr/>
        </p:nvSpPr>
        <p:spPr>
          <a:xfrm>
            <a:off x="15792450" y="3905250"/>
            <a:ext cx="342900" cy="3429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710" name="shape-363"/>
          <p:cNvSpPr>
            <a:spLocks noGrp="1"/>
          </p:cNvSpPr>
          <p:nvPr/>
        </p:nvSpPr>
        <p:spPr>
          <a:xfrm>
            <a:off x="17430750" y="3905250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1" name="shape-364"/>
          <p:cNvSpPr>
            <a:spLocks noGrp="1"/>
          </p:cNvSpPr>
          <p:nvPr/>
        </p:nvSpPr>
        <p:spPr>
          <a:xfrm>
            <a:off x="17516475" y="3905250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2" name="shape-365"/>
          <p:cNvSpPr>
            <a:spLocks noGrp="1"/>
          </p:cNvSpPr>
          <p:nvPr/>
        </p:nvSpPr>
        <p:spPr>
          <a:xfrm>
            <a:off x="17602200" y="39052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3" name="shape-366"/>
          <p:cNvSpPr>
            <a:spLocks noGrp="1"/>
          </p:cNvSpPr>
          <p:nvPr/>
        </p:nvSpPr>
        <p:spPr>
          <a:xfrm>
            <a:off x="17687925" y="390525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4" name="shape-367"/>
          <p:cNvSpPr>
            <a:spLocks noGrp="1"/>
          </p:cNvSpPr>
          <p:nvPr/>
        </p:nvSpPr>
        <p:spPr>
          <a:xfrm>
            <a:off x="17430750" y="3990975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5" name="shape-368"/>
          <p:cNvSpPr>
            <a:spLocks noGrp="1"/>
          </p:cNvSpPr>
          <p:nvPr/>
        </p:nvSpPr>
        <p:spPr>
          <a:xfrm>
            <a:off x="17516475" y="399097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6" name="shape-369"/>
          <p:cNvSpPr>
            <a:spLocks noGrp="1"/>
          </p:cNvSpPr>
          <p:nvPr/>
        </p:nvSpPr>
        <p:spPr>
          <a:xfrm>
            <a:off x="17602200" y="399097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7" name="shape-370"/>
          <p:cNvSpPr>
            <a:spLocks noGrp="1"/>
          </p:cNvSpPr>
          <p:nvPr/>
        </p:nvSpPr>
        <p:spPr>
          <a:xfrm>
            <a:off x="17687925" y="3990975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8" name="shape-371"/>
          <p:cNvSpPr>
            <a:spLocks noGrp="1"/>
          </p:cNvSpPr>
          <p:nvPr/>
        </p:nvSpPr>
        <p:spPr>
          <a:xfrm>
            <a:off x="17430750" y="407670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9" name="shape-372"/>
          <p:cNvSpPr>
            <a:spLocks noGrp="1"/>
          </p:cNvSpPr>
          <p:nvPr/>
        </p:nvSpPr>
        <p:spPr>
          <a:xfrm>
            <a:off x="17516475" y="4076700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0" name="shape-373"/>
          <p:cNvSpPr>
            <a:spLocks noGrp="1"/>
          </p:cNvSpPr>
          <p:nvPr/>
        </p:nvSpPr>
        <p:spPr>
          <a:xfrm>
            <a:off x="17602200" y="407670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1" name="shape-374"/>
          <p:cNvSpPr>
            <a:spLocks noGrp="1"/>
          </p:cNvSpPr>
          <p:nvPr/>
        </p:nvSpPr>
        <p:spPr>
          <a:xfrm>
            <a:off x="17687925" y="4076700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2" name="shape-375"/>
          <p:cNvSpPr>
            <a:spLocks noGrp="1"/>
          </p:cNvSpPr>
          <p:nvPr/>
        </p:nvSpPr>
        <p:spPr>
          <a:xfrm>
            <a:off x="17430750" y="41624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3" name="shape-376"/>
          <p:cNvSpPr>
            <a:spLocks noGrp="1"/>
          </p:cNvSpPr>
          <p:nvPr/>
        </p:nvSpPr>
        <p:spPr>
          <a:xfrm>
            <a:off x="17516475" y="41624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4" name="shape-377"/>
          <p:cNvSpPr>
            <a:spLocks noGrp="1"/>
          </p:cNvSpPr>
          <p:nvPr/>
        </p:nvSpPr>
        <p:spPr>
          <a:xfrm>
            <a:off x="17602200" y="41624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5" name="shape-378"/>
          <p:cNvSpPr>
            <a:spLocks noGrp="1"/>
          </p:cNvSpPr>
          <p:nvPr/>
        </p:nvSpPr>
        <p:spPr>
          <a:xfrm>
            <a:off x="17687925" y="41624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6" name="shape-379"/>
          <p:cNvSpPr>
            <a:spLocks noGrp="1"/>
          </p:cNvSpPr>
          <p:nvPr/>
        </p:nvSpPr>
        <p:spPr>
          <a:xfrm>
            <a:off x="17430750" y="3905250"/>
            <a:ext cx="342900" cy="3429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727" name="Qᴾ"/>
          <p:cNvSpPr>
            <a:spLocks noGrp="1"/>
          </p:cNvSpPr>
          <p:nvPr/>
        </p:nvSpPr>
        <p:spPr>
          <a:xfrm>
            <a:off x="12849225" y="3952875"/>
            <a:ext cx="3905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Qᴾ</a:t>
            </a:r>
            <a:endParaRPr sz="18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28" name="Kᴾ"/>
          <p:cNvSpPr>
            <a:spLocks noGrp="1"/>
          </p:cNvSpPr>
          <p:nvPr/>
        </p:nvSpPr>
        <p:spPr>
          <a:xfrm>
            <a:off x="15325725" y="3952875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Kᴾ</a:t>
            </a:r>
            <a:endParaRPr sz="18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29" name="Vᴾ"/>
          <p:cNvSpPr>
            <a:spLocks noGrp="1"/>
          </p:cNvSpPr>
          <p:nvPr/>
        </p:nvSpPr>
        <p:spPr>
          <a:xfrm>
            <a:off x="17849850" y="3952875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Vᴾ</a:t>
            </a:r>
            <a:endParaRPr sz="18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0" name="38 × 20"/>
          <p:cNvSpPr>
            <a:spLocks noGrp="1"/>
          </p:cNvSpPr>
          <p:nvPr/>
        </p:nvSpPr>
        <p:spPr>
          <a:xfrm>
            <a:off x="13049250" y="4391025"/>
            <a:ext cx="8667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38 × 20</a:t>
            </a:r>
            <a:endParaRPr sz="1595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1" name="16 × 20"/>
          <p:cNvSpPr>
            <a:spLocks noGrp="1"/>
          </p:cNvSpPr>
          <p:nvPr/>
        </p:nvSpPr>
        <p:spPr>
          <a:xfrm>
            <a:off x="15506700" y="4391025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× 20</a:t>
            </a:r>
            <a:endParaRPr sz="1595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2" name="16 × 20"/>
          <p:cNvSpPr>
            <a:spLocks noGrp="1"/>
          </p:cNvSpPr>
          <p:nvPr/>
        </p:nvSpPr>
        <p:spPr>
          <a:xfrm>
            <a:off x="17145000" y="4391025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× 20</a:t>
            </a:r>
            <a:endParaRPr sz="1595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3" name="line-380"/>
          <p:cNvSpPr>
            <a:spLocks noGrp="1"/>
          </p:cNvSpPr>
          <p:nvPr/>
        </p:nvSpPr>
        <p:spPr>
          <a:xfrm>
            <a:off x="13754100" y="3609975"/>
            <a:ext cx="95" cy="85725"/>
          </a:xfrm>
          <a:custGeom>
            <a:avLst/>
            <a:gdLst/>
            <a:ahLst/>
            <a:cxnLst/>
            <a:pathLst>
              <a:path w="9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4" name="line-381"/>
          <p:cNvSpPr>
            <a:spLocks noGrp="1"/>
          </p:cNvSpPr>
          <p:nvPr/>
        </p:nvSpPr>
        <p:spPr>
          <a:xfrm>
            <a:off x="13468350" y="3695700"/>
            <a:ext cx="285750" cy="95"/>
          </a:xfrm>
          <a:custGeom>
            <a:avLst/>
            <a:gdLst/>
            <a:ahLst/>
            <a:cxnLst/>
            <a:pathLst>
              <a:path w="285750" h="95">
                <a:moveTo>
                  <a:pt x="285750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5" name="line-382"/>
          <p:cNvSpPr>
            <a:spLocks noGrp="1"/>
          </p:cNvSpPr>
          <p:nvPr/>
        </p:nvSpPr>
        <p:spPr>
          <a:xfrm>
            <a:off x="13468350" y="3695700"/>
            <a:ext cx="95" cy="123825"/>
          </a:xfrm>
          <a:custGeom>
            <a:avLst/>
            <a:gdLst/>
            <a:ahLst/>
            <a:cxnLst/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6" name="line-383"/>
          <p:cNvSpPr>
            <a:spLocks noGrp="1"/>
          </p:cNvSpPr>
          <p:nvPr/>
        </p:nvSpPr>
        <p:spPr>
          <a:xfrm>
            <a:off x="13437561" y="3760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7" name="line-384"/>
          <p:cNvSpPr>
            <a:spLocks noGrp="1"/>
          </p:cNvSpPr>
          <p:nvPr/>
        </p:nvSpPr>
        <p:spPr>
          <a:xfrm>
            <a:off x="13468350" y="3760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8" name="line-385"/>
          <p:cNvSpPr>
            <a:spLocks noGrp="1"/>
          </p:cNvSpPr>
          <p:nvPr/>
        </p:nvSpPr>
        <p:spPr>
          <a:xfrm>
            <a:off x="16859250" y="360997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9" name="line-386"/>
          <p:cNvSpPr>
            <a:spLocks noGrp="1"/>
          </p:cNvSpPr>
          <p:nvPr/>
        </p:nvSpPr>
        <p:spPr>
          <a:xfrm>
            <a:off x="15963900" y="3724275"/>
            <a:ext cx="895350" cy="95"/>
          </a:xfrm>
          <a:custGeom>
            <a:avLst/>
            <a:gdLst/>
            <a:ahLst/>
            <a:cxnLst/>
            <a:pathLst>
              <a:path w="895350" h="95">
                <a:moveTo>
                  <a:pt x="895350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0" name="line-387"/>
          <p:cNvSpPr>
            <a:spLocks noGrp="1"/>
          </p:cNvSpPr>
          <p:nvPr/>
        </p:nvSpPr>
        <p:spPr>
          <a:xfrm>
            <a:off x="15963900" y="3724275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1" name="line-388"/>
          <p:cNvSpPr>
            <a:spLocks noGrp="1"/>
          </p:cNvSpPr>
          <p:nvPr/>
        </p:nvSpPr>
        <p:spPr>
          <a:xfrm>
            <a:off x="15933111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2" name="line-389"/>
          <p:cNvSpPr>
            <a:spLocks noGrp="1"/>
          </p:cNvSpPr>
          <p:nvPr/>
        </p:nvSpPr>
        <p:spPr>
          <a:xfrm>
            <a:off x="15963900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3" name="line-390"/>
          <p:cNvSpPr>
            <a:spLocks noGrp="1"/>
          </p:cNvSpPr>
          <p:nvPr/>
        </p:nvSpPr>
        <p:spPr>
          <a:xfrm>
            <a:off x="16859250" y="3724275"/>
            <a:ext cx="742950" cy="95"/>
          </a:xfrm>
          <a:custGeom>
            <a:avLst/>
            <a:gdLst/>
            <a:ahLst/>
            <a:cxnLst/>
            <a:pathLst>
              <a:path w="742950" h="9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4" name="line-391"/>
          <p:cNvSpPr>
            <a:spLocks noGrp="1"/>
          </p:cNvSpPr>
          <p:nvPr/>
        </p:nvSpPr>
        <p:spPr>
          <a:xfrm>
            <a:off x="17602200" y="3724275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5" name="line-392"/>
          <p:cNvSpPr>
            <a:spLocks noGrp="1"/>
          </p:cNvSpPr>
          <p:nvPr/>
        </p:nvSpPr>
        <p:spPr>
          <a:xfrm>
            <a:off x="17571411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6" name="line-393"/>
          <p:cNvSpPr>
            <a:spLocks noGrp="1"/>
          </p:cNvSpPr>
          <p:nvPr/>
        </p:nvSpPr>
        <p:spPr>
          <a:xfrm>
            <a:off x="17602200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7" name="αᴾ = softmax(Qᴾ Kᴾᵀ / √dₕ)"/>
          <p:cNvSpPr>
            <a:spLocks noGrp="1"/>
          </p:cNvSpPr>
          <p:nvPr/>
        </p:nvSpPr>
        <p:spPr>
          <a:xfrm>
            <a:off x="13649325" y="4743450"/>
            <a:ext cx="3238500" cy="361950"/>
          </a:xfrm>
          <a:prstGeom prst="rect">
            <a:avLst/>
          </a:prstGeom>
          <a:solidFill>
            <a:srgbClr val="EADAC9"/>
          </a:solidFill>
          <a:ln w="15355">
            <a:solidFill>
              <a:srgbClr val="805431"/>
            </a:solidFill>
            <a:prstDash val="solid"/>
          </a:ln>
        </p:spPr>
      </p:sp>
      <p:sp>
        <p:nvSpPr>
          <p:cNvPr id="748" name="αᴾ = softmax(Qᴾ Kᴾᵀ / √dₕ)"/>
          <p:cNvSpPr>
            <a:spLocks noGrp="1"/>
          </p:cNvSpPr>
          <p:nvPr/>
        </p:nvSpPr>
        <p:spPr>
          <a:xfrm>
            <a:off x="13687425" y="4762500"/>
            <a:ext cx="3162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αᴾ = softmax(Qᴾ Kᴾᵀ / √d</a:t>
            </a:r>
            <a:r>
              <a:rPr sz="1385" b="0" i="0" baseline="-2500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9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19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49" name="line-394"/>
          <p:cNvSpPr>
            <a:spLocks noGrp="1"/>
          </p:cNvSpPr>
          <p:nvPr/>
        </p:nvSpPr>
        <p:spPr>
          <a:xfrm>
            <a:off x="12744450" y="4333875"/>
            <a:ext cx="723900" cy="95"/>
          </a:xfrm>
          <a:custGeom>
            <a:avLst/>
            <a:gdLst/>
            <a:ahLst/>
            <a:cxnLst/>
            <a:pathLst>
              <a:path w="723900" h="95">
                <a:moveTo>
                  <a:pt x="723900" y="0"/>
                </a:moveTo>
                <a:lnTo>
                  <a:pt x="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0" name="line-395"/>
          <p:cNvSpPr>
            <a:spLocks noGrp="1"/>
          </p:cNvSpPr>
          <p:nvPr/>
        </p:nvSpPr>
        <p:spPr>
          <a:xfrm>
            <a:off x="12744450" y="4333875"/>
            <a:ext cx="95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1" name="line-396"/>
          <p:cNvSpPr>
            <a:spLocks noGrp="1"/>
          </p:cNvSpPr>
          <p:nvPr/>
        </p:nvSpPr>
        <p:spPr>
          <a:xfrm>
            <a:off x="12744450" y="4924425"/>
            <a:ext cx="904875" cy="95"/>
          </a:xfrm>
          <a:custGeom>
            <a:avLst/>
            <a:gdLst/>
            <a:ahLst/>
            <a:cxnLst/>
            <a:pathLst>
              <a:path w="904875" h="95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2" name="line-397"/>
          <p:cNvSpPr>
            <a:spLocks noGrp="1"/>
          </p:cNvSpPr>
          <p:nvPr/>
        </p:nvSpPr>
        <p:spPr>
          <a:xfrm>
            <a:off x="13590185" y="49244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3" name="line-398"/>
          <p:cNvSpPr>
            <a:spLocks noGrp="1"/>
          </p:cNvSpPr>
          <p:nvPr/>
        </p:nvSpPr>
        <p:spPr>
          <a:xfrm>
            <a:off x="13590185" y="48936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4" name="line-399"/>
          <p:cNvSpPr>
            <a:spLocks noGrp="1"/>
          </p:cNvSpPr>
          <p:nvPr/>
        </p:nvSpPr>
        <p:spPr>
          <a:xfrm>
            <a:off x="15963900" y="4610100"/>
            <a:ext cx="95" cy="133350"/>
          </a:xfrm>
          <a:custGeom>
            <a:avLst/>
            <a:gdLst/>
            <a:ahLst/>
            <a:cxnLst/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5" name="line-400"/>
          <p:cNvSpPr>
            <a:spLocks noGrp="1"/>
          </p:cNvSpPr>
          <p:nvPr/>
        </p:nvSpPr>
        <p:spPr>
          <a:xfrm>
            <a:off x="15933111" y="4684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6" name="line-401"/>
          <p:cNvSpPr>
            <a:spLocks noGrp="1"/>
          </p:cNvSpPr>
          <p:nvPr/>
        </p:nvSpPr>
        <p:spPr>
          <a:xfrm>
            <a:off x="15963900" y="4684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7" name="line-402"/>
          <p:cNvSpPr>
            <a:spLocks noGrp="1"/>
          </p:cNvSpPr>
          <p:nvPr/>
        </p:nvSpPr>
        <p:spPr>
          <a:xfrm>
            <a:off x="14801850" y="5105400"/>
            <a:ext cx="95" cy="123825"/>
          </a:xfrm>
          <a:custGeom>
            <a:avLst/>
            <a:gdLst/>
            <a:ahLst/>
            <a:cxnLst/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58" name="line-403"/>
          <p:cNvSpPr>
            <a:spLocks noGrp="1"/>
          </p:cNvSpPr>
          <p:nvPr/>
        </p:nvSpPr>
        <p:spPr>
          <a:xfrm>
            <a:off x="14154150" y="5229225"/>
            <a:ext cx="647700" cy="95"/>
          </a:xfrm>
          <a:custGeom>
            <a:avLst/>
            <a:gdLst/>
            <a:ahLst/>
            <a:cxnLst/>
            <a:pathLst>
              <a:path w="647700" h="95">
                <a:moveTo>
                  <a:pt x="647700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59" name="line-404"/>
          <p:cNvSpPr>
            <a:spLocks noGrp="1"/>
          </p:cNvSpPr>
          <p:nvPr/>
        </p:nvSpPr>
        <p:spPr>
          <a:xfrm>
            <a:off x="14154150" y="5229225"/>
            <a:ext cx="95" cy="104775"/>
          </a:xfrm>
          <a:custGeom>
            <a:avLst/>
            <a:gdLst/>
            <a:ahLst/>
            <a:cxnLst/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60" name="line-405"/>
          <p:cNvSpPr>
            <a:spLocks noGrp="1"/>
          </p:cNvSpPr>
          <p:nvPr/>
        </p:nvSpPr>
        <p:spPr>
          <a:xfrm>
            <a:off x="14123361" y="5274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61" name="line-406"/>
          <p:cNvSpPr>
            <a:spLocks noGrp="1"/>
          </p:cNvSpPr>
          <p:nvPr/>
        </p:nvSpPr>
        <p:spPr>
          <a:xfrm>
            <a:off x="14154150" y="5274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62" name="shape-407"/>
          <p:cNvSpPr>
            <a:spLocks noGrp="1"/>
          </p:cNvSpPr>
          <p:nvPr/>
        </p:nvSpPr>
        <p:spPr>
          <a:xfrm>
            <a:off x="13620750" y="53340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3" name="shape-408"/>
          <p:cNvSpPr>
            <a:spLocks noGrp="1"/>
          </p:cNvSpPr>
          <p:nvPr/>
        </p:nvSpPr>
        <p:spPr>
          <a:xfrm>
            <a:off x="13687425" y="53340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4" name="shape-409"/>
          <p:cNvSpPr>
            <a:spLocks noGrp="1"/>
          </p:cNvSpPr>
          <p:nvPr/>
        </p:nvSpPr>
        <p:spPr>
          <a:xfrm>
            <a:off x="13754100" y="53340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5" name="shape-410"/>
          <p:cNvSpPr>
            <a:spLocks noGrp="1"/>
          </p:cNvSpPr>
          <p:nvPr/>
        </p:nvSpPr>
        <p:spPr>
          <a:xfrm>
            <a:off x="13820775" y="53340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6" name="shape-411"/>
          <p:cNvSpPr>
            <a:spLocks noGrp="1"/>
          </p:cNvSpPr>
          <p:nvPr/>
        </p:nvSpPr>
        <p:spPr>
          <a:xfrm>
            <a:off x="13887450" y="53340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7" name="shape-412"/>
          <p:cNvSpPr>
            <a:spLocks noGrp="1"/>
          </p:cNvSpPr>
          <p:nvPr/>
        </p:nvSpPr>
        <p:spPr>
          <a:xfrm>
            <a:off x="13954125" y="53340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8" name="shape-413"/>
          <p:cNvSpPr>
            <a:spLocks noGrp="1"/>
          </p:cNvSpPr>
          <p:nvPr/>
        </p:nvSpPr>
        <p:spPr>
          <a:xfrm>
            <a:off x="14020800" y="53340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9" name="shape-414"/>
          <p:cNvSpPr>
            <a:spLocks noGrp="1"/>
          </p:cNvSpPr>
          <p:nvPr/>
        </p:nvSpPr>
        <p:spPr>
          <a:xfrm>
            <a:off x="14087475" y="53340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0" name="shape-415"/>
          <p:cNvSpPr>
            <a:spLocks noGrp="1"/>
          </p:cNvSpPr>
          <p:nvPr/>
        </p:nvSpPr>
        <p:spPr>
          <a:xfrm>
            <a:off x="14154150" y="53340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1" name="shape-416"/>
          <p:cNvSpPr>
            <a:spLocks noGrp="1"/>
          </p:cNvSpPr>
          <p:nvPr/>
        </p:nvSpPr>
        <p:spPr>
          <a:xfrm>
            <a:off x="14220825" y="53340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2" name="shape-417"/>
          <p:cNvSpPr>
            <a:spLocks noGrp="1"/>
          </p:cNvSpPr>
          <p:nvPr/>
        </p:nvSpPr>
        <p:spPr>
          <a:xfrm>
            <a:off x="14287500" y="53340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3" name="shape-418"/>
          <p:cNvSpPr>
            <a:spLocks noGrp="1"/>
          </p:cNvSpPr>
          <p:nvPr/>
        </p:nvSpPr>
        <p:spPr>
          <a:xfrm>
            <a:off x="14354175" y="53340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4" name="shape-419"/>
          <p:cNvSpPr>
            <a:spLocks noGrp="1"/>
          </p:cNvSpPr>
          <p:nvPr/>
        </p:nvSpPr>
        <p:spPr>
          <a:xfrm>
            <a:off x="14420850" y="53340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5" name="shape-420"/>
          <p:cNvSpPr>
            <a:spLocks noGrp="1"/>
          </p:cNvSpPr>
          <p:nvPr/>
        </p:nvSpPr>
        <p:spPr>
          <a:xfrm>
            <a:off x="14487525" y="53340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6" name="shape-421"/>
          <p:cNvSpPr>
            <a:spLocks noGrp="1"/>
          </p:cNvSpPr>
          <p:nvPr/>
        </p:nvSpPr>
        <p:spPr>
          <a:xfrm>
            <a:off x="14554200" y="53340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7" name="shape-422"/>
          <p:cNvSpPr>
            <a:spLocks noGrp="1"/>
          </p:cNvSpPr>
          <p:nvPr/>
        </p:nvSpPr>
        <p:spPr>
          <a:xfrm>
            <a:off x="14620875" y="53340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8" name="shape-423"/>
          <p:cNvSpPr>
            <a:spLocks noGrp="1"/>
          </p:cNvSpPr>
          <p:nvPr/>
        </p:nvSpPr>
        <p:spPr>
          <a:xfrm>
            <a:off x="13620750" y="54006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9" name="shape-424"/>
          <p:cNvSpPr>
            <a:spLocks noGrp="1"/>
          </p:cNvSpPr>
          <p:nvPr/>
        </p:nvSpPr>
        <p:spPr>
          <a:xfrm>
            <a:off x="13687425" y="54006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0" name="shape-425"/>
          <p:cNvSpPr>
            <a:spLocks noGrp="1"/>
          </p:cNvSpPr>
          <p:nvPr/>
        </p:nvSpPr>
        <p:spPr>
          <a:xfrm>
            <a:off x="13754100" y="540067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1" name="shape-426"/>
          <p:cNvSpPr>
            <a:spLocks noGrp="1"/>
          </p:cNvSpPr>
          <p:nvPr/>
        </p:nvSpPr>
        <p:spPr>
          <a:xfrm>
            <a:off x="13820775" y="540067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2" name="shape-427"/>
          <p:cNvSpPr>
            <a:spLocks noGrp="1"/>
          </p:cNvSpPr>
          <p:nvPr/>
        </p:nvSpPr>
        <p:spPr>
          <a:xfrm>
            <a:off x="13887450" y="54006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3" name="shape-428"/>
          <p:cNvSpPr>
            <a:spLocks noGrp="1"/>
          </p:cNvSpPr>
          <p:nvPr/>
        </p:nvSpPr>
        <p:spPr>
          <a:xfrm>
            <a:off x="13954125" y="54006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4" name="shape-429"/>
          <p:cNvSpPr>
            <a:spLocks noGrp="1"/>
          </p:cNvSpPr>
          <p:nvPr/>
        </p:nvSpPr>
        <p:spPr>
          <a:xfrm>
            <a:off x="14020800" y="54006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5" name="shape-430"/>
          <p:cNvSpPr>
            <a:spLocks noGrp="1"/>
          </p:cNvSpPr>
          <p:nvPr/>
        </p:nvSpPr>
        <p:spPr>
          <a:xfrm>
            <a:off x="14087475" y="540067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6" name="shape-431"/>
          <p:cNvSpPr>
            <a:spLocks noGrp="1"/>
          </p:cNvSpPr>
          <p:nvPr/>
        </p:nvSpPr>
        <p:spPr>
          <a:xfrm>
            <a:off x="14154150" y="540067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7" name="shape-432"/>
          <p:cNvSpPr>
            <a:spLocks noGrp="1"/>
          </p:cNvSpPr>
          <p:nvPr/>
        </p:nvSpPr>
        <p:spPr>
          <a:xfrm>
            <a:off x="14220825" y="54006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8" name="shape-433"/>
          <p:cNvSpPr>
            <a:spLocks noGrp="1"/>
          </p:cNvSpPr>
          <p:nvPr/>
        </p:nvSpPr>
        <p:spPr>
          <a:xfrm>
            <a:off x="14287500" y="54006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9" name="shape-434"/>
          <p:cNvSpPr>
            <a:spLocks noGrp="1"/>
          </p:cNvSpPr>
          <p:nvPr/>
        </p:nvSpPr>
        <p:spPr>
          <a:xfrm>
            <a:off x="14354175" y="54006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0" name="shape-435"/>
          <p:cNvSpPr>
            <a:spLocks noGrp="1"/>
          </p:cNvSpPr>
          <p:nvPr/>
        </p:nvSpPr>
        <p:spPr>
          <a:xfrm>
            <a:off x="14420850" y="540067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1" name="shape-436"/>
          <p:cNvSpPr>
            <a:spLocks noGrp="1"/>
          </p:cNvSpPr>
          <p:nvPr/>
        </p:nvSpPr>
        <p:spPr>
          <a:xfrm>
            <a:off x="14487525" y="540067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2" name="shape-437"/>
          <p:cNvSpPr>
            <a:spLocks noGrp="1"/>
          </p:cNvSpPr>
          <p:nvPr/>
        </p:nvSpPr>
        <p:spPr>
          <a:xfrm>
            <a:off x="14554200" y="54006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3" name="shape-438"/>
          <p:cNvSpPr>
            <a:spLocks noGrp="1"/>
          </p:cNvSpPr>
          <p:nvPr/>
        </p:nvSpPr>
        <p:spPr>
          <a:xfrm>
            <a:off x="14620875" y="54006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4" name="shape-439"/>
          <p:cNvSpPr>
            <a:spLocks noGrp="1"/>
          </p:cNvSpPr>
          <p:nvPr/>
        </p:nvSpPr>
        <p:spPr>
          <a:xfrm>
            <a:off x="13620750" y="546735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5" name="shape-440"/>
          <p:cNvSpPr>
            <a:spLocks noGrp="1"/>
          </p:cNvSpPr>
          <p:nvPr/>
        </p:nvSpPr>
        <p:spPr>
          <a:xfrm>
            <a:off x="13687425" y="546735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6" name="shape-441"/>
          <p:cNvSpPr>
            <a:spLocks noGrp="1"/>
          </p:cNvSpPr>
          <p:nvPr/>
        </p:nvSpPr>
        <p:spPr>
          <a:xfrm>
            <a:off x="13754100" y="54673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7" name="shape-442"/>
          <p:cNvSpPr>
            <a:spLocks noGrp="1"/>
          </p:cNvSpPr>
          <p:nvPr/>
        </p:nvSpPr>
        <p:spPr>
          <a:xfrm>
            <a:off x="13820775" y="546735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8" name="shape-443"/>
          <p:cNvSpPr>
            <a:spLocks noGrp="1"/>
          </p:cNvSpPr>
          <p:nvPr/>
        </p:nvSpPr>
        <p:spPr>
          <a:xfrm>
            <a:off x="13887450" y="546735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9" name="shape-444"/>
          <p:cNvSpPr>
            <a:spLocks noGrp="1"/>
          </p:cNvSpPr>
          <p:nvPr/>
        </p:nvSpPr>
        <p:spPr>
          <a:xfrm>
            <a:off x="13954125" y="546735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0" name="shape-445"/>
          <p:cNvSpPr>
            <a:spLocks noGrp="1"/>
          </p:cNvSpPr>
          <p:nvPr/>
        </p:nvSpPr>
        <p:spPr>
          <a:xfrm>
            <a:off x="14020800" y="546735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1" name="shape-446"/>
          <p:cNvSpPr>
            <a:spLocks noGrp="1"/>
          </p:cNvSpPr>
          <p:nvPr/>
        </p:nvSpPr>
        <p:spPr>
          <a:xfrm>
            <a:off x="14087475" y="54673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2" name="shape-447"/>
          <p:cNvSpPr>
            <a:spLocks noGrp="1"/>
          </p:cNvSpPr>
          <p:nvPr/>
        </p:nvSpPr>
        <p:spPr>
          <a:xfrm>
            <a:off x="14154150" y="546735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3" name="shape-448"/>
          <p:cNvSpPr>
            <a:spLocks noGrp="1"/>
          </p:cNvSpPr>
          <p:nvPr/>
        </p:nvSpPr>
        <p:spPr>
          <a:xfrm>
            <a:off x="14220825" y="546735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4" name="shape-449"/>
          <p:cNvSpPr>
            <a:spLocks noGrp="1"/>
          </p:cNvSpPr>
          <p:nvPr/>
        </p:nvSpPr>
        <p:spPr>
          <a:xfrm>
            <a:off x="14287500" y="546735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5" name="shape-450"/>
          <p:cNvSpPr>
            <a:spLocks noGrp="1"/>
          </p:cNvSpPr>
          <p:nvPr/>
        </p:nvSpPr>
        <p:spPr>
          <a:xfrm>
            <a:off x="14354175" y="546735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6" name="shape-451"/>
          <p:cNvSpPr>
            <a:spLocks noGrp="1"/>
          </p:cNvSpPr>
          <p:nvPr/>
        </p:nvSpPr>
        <p:spPr>
          <a:xfrm>
            <a:off x="14420850" y="54673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7" name="shape-452"/>
          <p:cNvSpPr>
            <a:spLocks noGrp="1"/>
          </p:cNvSpPr>
          <p:nvPr/>
        </p:nvSpPr>
        <p:spPr>
          <a:xfrm>
            <a:off x="14487525" y="546735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8" name="shape-453"/>
          <p:cNvSpPr>
            <a:spLocks noGrp="1"/>
          </p:cNvSpPr>
          <p:nvPr/>
        </p:nvSpPr>
        <p:spPr>
          <a:xfrm>
            <a:off x="14554200" y="546735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9" name="shape-454"/>
          <p:cNvSpPr>
            <a:spLocks noGrp="1"/>
          </p:cNvSpPr>
          <p:nvPr/>
        </p:nvSpPr>
        <p:spPr>
          <a:xfrm>
            <a:off x="14620875" y="546735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0" name="shape-455"/>
          <p:cNvSpPr>
            <a:spLocks noGrp="1"/>
          </p:cNvSpPr>
          <p:nvPr/>
        </p:nvSpPr>
        <p:spPr>
          <a:xfrm>
            <a:off x="13620750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1" name="shape-456"/>
          <p:cNvSpPr>
            <a:spLocks noGrp="1"/>
          </p:cNvSpPr>
          <p:nvPr/>
        </p:nvSpPr>
        <p:spPr>
          <a:xfrm>
            <a:off x="13687425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2" name="shape-457"/>
          <p:cNvSpPr>
            <a:spLocks noGrp="1"/>
          </p:cNvSpPr>
          <p:nvPr/>
        </p:nvSpPr>
        <p:spPr>
          <a:xfrm>
            <a:off x="13754100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3" name="shape-458"/>
          <p:cNvSpPr>
            <a:spLocks noGrp="1"/>
          </p:cNvSpPr>
          <p:nvPr/>
        </p:nvSpPr>
        <p:spPr>
          <a:xfrm>
            <a:off x="13820775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4" name="shape-459"/>
          <p:cNvSpPr>
            <a:spLocks noGrp="1"/>
          </p:cNvSpPr>
          <p:nvPr/>
        </p:nvSpPr>
        <p:spPr>
          <a:xfrm>
            <a:off x="13887450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5" name="shape-460"/>
          <p:cNvSpPr>
            <a:spLocks noGrp="1"/>
          </p:cNvSpPr>
          <p:nvPr/>
        </p:nvSpPr>
        <p:spPr>
          <a:xfrm>
            <a:off x="13954125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6" name="shape-461"/>
          <p:cNvSpPr>
            <a:spLocks noGrp="1"/>
          </p:cNvSpPr>
          <p:nvPr/>
        </p:nvSpPr>
        <p:spPr>
          <a:xfrm>
            <a:off x="14020800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7" name="shape-462"/>
          <p:cNvSpPr>
            <a:spLocks noGrp="1"/>
          </p:cNvSpPr>
          <p:nvPr/>
        </p:nvSpPr>
        <p:spPr>
          <a:xfrm>
            <a:off x="14087475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8" name="shape-463"/>
          <p:cNvSpPr>
            <a:spLocks noGrp="1"/>
          </p:cNvSpPr>
          <p:nvPr/>
        </p:nvSpPr>
        <p:spPr>
          <a:xfrm>
            <a:off x="14154150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9" name="shape-464"/>
          <p:cNvSpPr>
            <a:spLocks noGrp="1"/>
          </p:cNvSpPr>
          <p:nvPr/>
        </p:nvSpPr>
        <p:spPr>
          <a:xfrm>
            <a:off x="14220825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0" name="shape-465"/>
          <p:cNvSpPr>
            <a:spLocks noGrp="1"/>
          </p:cNvSpPr>
          <p:nvPr/>
        </p:nvSpPr>
        <p:spPr>
          <a:xfrm>
            <a:off x="14287500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1" name="shape-466"/>
          <p:cNvSpPr>
            <a:spLocks noGrp="1"/>
          </p:cNvSpPr>
          <p:nvPr/>
        </p:nvSpPr>
        <p:spPr>
          <a:xfrm>
            <a:off x="14354175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2" name="shape-467"/>
          <p:cNvSpPr>
            <a:spLocks noGrp="1"/>
          </p:cNvSpPr>
          <p:nvPr/>
        </p:nvSpPr>
        <p:spPr>
          <a:xfrm>
            <a:off x="14420850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3" name="shape-468"/>
          <p:cNvSpPr>
            <a:spLocks noGrp="1"/>
          </p:cNvSpPr>
          <p:nvPr/>
        </p:nvSpPr>
        <p:spPr>
          <a:xfrm>
            <a:off x="14487525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4" name="shape-469"/>
          <p:cNvSpPr>
            <a:spLocks noGrp="1"/>
          </p:cNvSpPr>
          <p:nvPr/>
        </p:nvSpPr>
        <p:spPr>
          <a:xfrm>
            <a:off x="14554200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5" name="shape-470"/>
          <p:cNvSpPr>
            <a:spLocks noGrp="1"/>
          </p:cNvSpPr>
          <p:nvPr/>
        </p:nvSpPr>
        <p:spPr>
          <a:xfrm>
            <a:off x="14620875" y="5534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6" name="shape-471"/>
          <p:cNvSpPr>
            <a:spLocks noGrp="1"/>
          </p:cNvSpPr>
          <p:nvPr/>
        </p:nvSpPr>
        <p:spPr>
          <a:xfrm>
            <a:off x="13620750" y="56007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7" name="shape-472"/>
          <p:cNvSpPr>
            <a:spLocks noGrp="1"/>
          </p:cNvSpPr>
          <p:nvPr/>
        </p:nvSpPr>
        <p:spPr>
          <a:xfrm>
            <a:off x="13687425" y="56007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8" name="shape-473"/>
          <p:cNvSpPr>
            <a:spLocks noGrp="1"/>
          </p:cNvSpPr>
          <p:nvPr/>
        </p:nvSpPr>
        <p:spPr>
          <a:xfrm>
            <a:off x="13754100" y="56007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9" name="shape-474"/>
          <p:cNvSpPr>
            <a:spLocks noGrp="1"/>
          </p:cNvSpPr>
          <p:nvPr/>
        </p:nvSpPr>
        <p:spPr>
          <a:xfrm>
            <a:off x="13820775" y="56007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0" name="shape-475"/>
          <p:cNvSpPr>
            <a:spLocks noGrp="1"/>
          </p:cNvSpPr>
          <p:nvPr/>
        </p:nvSpPr>
        <p:spPr>
          <a:xfrm>
            <a:off x="13887450" y="56007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1" name="shape-476"/>
          <p:cNvSpPr>
            <a:spLocks noGrp="1"/>
          </p:cNvSpPr>
          <p:nvPr/>
        </p:nvSpPr>
        <p:spPr>
          <a:xfrm>
            <a:off x="13954125" y="56007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2" name="shape-477"/>
          <p:cNvSpPr>
            <a:spLocks noGrp="1"/>
          </p:cNvSpPr>
          <p:nvPr/>
        </p:nvSpPr>
        <p:spPr>
          <a:xfrm>
            <a:off x="14020800" y="56007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3" name="shape-478"/>
          <p:cNvSpPr>
            <a:spLocks noGrp="1"/>
          </p:cNvSpPr>
          <p:nvPr/>
        </p:nvSpPr>
        <p:spPr>
          <a:xfrm>
            <a:off x="14087475" y="56007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4" name="shape-479"/>
          <p:cNvSpPr>
            <a:spLocks noGrp="1"/>
          </p:cNvSpPr>
          <p:nvPr/>
        </p:nvSpPr>
        <p:spPr>
          <a:xfrm>
            <a:off x="14154150" y="56007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5" name="shape-480"/>
          <p:cNvSpPr>
            <a:spLocks noGrp="1"/>
          </p:cNvSpPr>
          <p:nvPr/>
        </p:nvSpPr>
        <p:spPr>
          <a:xfrm>
            <a:off x="14220825" y="56007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6" name="shape-481"/>
          <p:cNvSpPr>
            <a:spLocks noGrp="1"/>
          </p:cNvSpPr>
          <p:nvPr/>
        </p:nvSpPr>
        <p:spPr>
          <a:xfrm>
            <a:off x="14287500" y="56007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7" name="shape-482"/>
          <p:cNvSpPr>
            <a:spLocks noGrp="1"/>
          </p:cNvSpPr>
          <p:nvPr/>
        </p:nvSpPr>
        <p:spPr>
          <a:xfrm>
            <a:off x="14354175" y="56007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8" name="shape-483"/>
          <p:cNvSpPr>
            <a:spLocks noGrp="1"/>
          </p:cNvSpPr>
          <p:nvPr/>
        </p:nvSpPr>
        <p:spPr>
          <a:xfrm>
            <a:off x="14420850" y="56007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9" name="shape-484"/>
          <p:cNvSpPr>
            <a:spLocks noGrp="1"/>
          </p:cNvSpPr>
          <p:nvPr/>
        </p:nvSpPr>
        <p:spPr>
          <a:xfrm>
            <a:off x="14487525" y="56007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0" name="shape-485"/>
          <p:cNvSpPr>
            <a:spLocks noGrp="1"/>
          </p:cNvSpPr>
          <p:nvPr/>
        </p:nvSpPr>
        <p:spPr>
          <a:xfrm>
            <a:off x="14554200" y="56007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1" name="shape-486"/>
          <p:cNvSpPr>
            <a:spLocks noGrp="1"/>
          </p:cNvSpPr>
          <p:nvPr/>
        </p:nvSpPr>
        <p:spPr>
          <a:xfrm>
            <a:off x="14620875" y="56007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2" name="shape-487"/>
          <p:cNvSpPr>
            <a:spLocks noGrp="1"/>
          </p:cNvSpPr>
          <p:nvPr/>
        </p:nvSpPr>
        <p:spPr>
          <a:xfrm>
            <a:off x="13620750" y="56673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3" name="shape-488"/>
          <p:cNvSpPr>
            <a:spLocks noGrp="1"/>
          </p:cNvSpPr>
          <p:nvPr/>
        </p:nvSpPr>
        <p:spPr>
          <a:xfrm>
            <a:off x="13687425" y="566737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4" name="shape-489"/>
          <p:cNvSpPr>
            <a:spLocks noGrp="1"/>
          </p:cNvSpPr>
          <p:nvPr/>
        </p:nvSpPr>
        <p:spPr>
          <a:xfrm>
            <a:off x="13754100" y="566737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5" name="shape-490"/>
          <p:cNvSpPr>
            <a:spLocks noGrp="1"/>
          </p:cNvSpPr>
          <p:nvPr/>
        </p:nvSpPr>
        <p:spPr>
          <a:xfrm>
            <a:off x="13820775" y="56673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6" name="shape-491"/>
          <p:cNvSpPr>
            <a:spLocks noGrp="1"/>
          </p:cNvSpPr>
          <p:nvPr/>
        </p:nvSpPr>
        <p:spPr>
          <a:xfrm>
            <a:off x="13887450" y="56673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7" name="shape-492"/>
          <p:cNvSpPr>
            <a:spLocks noGrp="1"/>
          </p:cNvSpPr>
          <p:nvPr/>
        </p:nvSpPr>
        <p:spPr>
          <a:xfrm>
            <a:off x="13954125" y="56673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8" name="shape-493"/>
          <p:cNvSpPr>
            <a:spLocks noGrp="1"/>
          </p:cNvSpPr>
          <p:nvPr/>
        </p:nvSpPr>
        <p:spPr>
          <a:xfrm>
            <a:off x="14020800" y="566737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9" name="shape-494"/>
          <p:cNvSpPr>
            <a:spLocks noGrp="1"/>
          </p:cNvSpPr>
          <p:nvPr/>
        </p:nvSpPr>
        <p:spPr>
          <a:xfrm>
            <a:off x="14087475" y="566737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0" name="shape-495"/>
          <p:cNvSpPr>
            <a:spLocks noGrp="1"/>
          </p:cNvSpPr>
          <p:nvPr/>
        </p:nvSpPr>
        <p:spPr>
          <a:xfrm>
            <a:off x="14154150" y="56673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1" name="shape-496"/>
          <p:cNvSpPr>
            <a:spLocks noGrp="1"/>
          </p:cNvSpPr>
          <p:nvPr/>
        </p:nvSpPr>
        <p:spPr>
          <a:xfrm>
            <a:off x="14220825" y="56673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2" name="shape-497"/>
          <p:cNvSpPr>
            <a:spLocks noGrp="1"/>
          </p:cNvSpPr>
          <p:nvPr/>
        </p:nvSpPr>
        <p:spPr>
          <a:xfrm>
            <a:off x="14287500" y="56673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3" name="shape-498"/>
          <p:cNvSpPr>
            <a:spLocks noGrp="1"/>
          </p:cNvSpPr>
          <p:nvPr/>
        </p:nvSpPr>
        <p:spPr>
          <a:xfrm>
            <a:off x="14354175" y="566737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4" name="shape-499"/>
          <p:cNvSpPr>
            <a:spLocks noGrp="1"/>
          </p:cNvSpPr>
          <p:nvPr/>
        </p:nvSpPr>
        <p:spPr>
          <a:xfrm>
            <a:off x="14420850" y="566737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5" name="shape-500"/>
          <p:cNvSpPr>
            <a:spLocks noGrp="1"/>
          </p:cNvSpPr>
          <p:nvPr/>
        </p:nvSpPr>
        <p:spPr>
          <a:xfrm>
            <a:off x="14487525" y="56673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6" name="shape-501"/>
          <p:cNvSpPr>
            <a:spLocks noGrp="1"/>
          </p:cNvSpPr>
          <p:nvPr/>
        </p:nvSpPr>
        <p:spPr>
          <a:xfrm>
            <a:off x="14554200" y="56673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7" name="shape-502"/>
          <p:cNvSpPr>
            <a:spLocks noGrp="1"/>
          </p:cNvSpPr>
          <p:nvPr/>
        </p:nvSpPr>
        <p:spPr>
          <a:xfrm>
            <a:off x="14620875" y="56673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8" name="shape-503"/>
          <p:cNvSpPr>
            <a:spLocks noGrp="1"/>
          </p:cNvSpPr>
          <p:nvPr/>
        </p:nvSpPr>
        <p:spPr>
          <a:xfrm>
            <a:off x="13620750" y="5334000"/>
            <a:ext cx="1066800" cy="40005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859" name="Pattern weights 38 × 16"/>
          <p:cNvSpPr>
            <a:spLocks noGrp="1"/>
          </p:cNvSpPr>
          <p:nvPr/>
        </p:nvSpPr>
        <p:spPr>
          <a:xfrm>
            <a:off x="13049250" y="5791200"/>
            <a:ext cx="23145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weights 38 × 16</a:t>
            </a:r>
            <a:endParaRPr sz="1595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60" name="operator-×"/>
          <p:cNvSpPr>
            <a:spLocks noGrp="1"/>
          </p:cNvSpPr>
          <p:nvPr/>
        </p:nvSpPr>
        <p:spPr>
          <a:xfrm>
            <a:off x="15039975" y="5419725"/>
            <a:ext cx="228600" cy="2286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17202D"/>
            </a:solidFill>
          </a:ln>
        </p:spPr>
      </p:sp>
      <p:sp>
        <p:nvSpPr>
          <p:cNvPr id="861" name="×"/>
          <p:cNvSpPr>
            <a:spLocks noGrp="1"/>
          </p:cNvSpPr>
          <p:nvPr/>
        </p:nvSpPr>
        <p:spPr>
          <a:xfrm>
            <a:off x="15039975" y="541972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×</a:t>
            </a:r>
            <a:endParaRPr sz="181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62" name="line-504"/>
          <p:cNvSpPr>
            <a:spLocks noGrp="1"/>
          </p:cNvSpPr>
          <p:nvPr/>
        </p:nvSpPr>
        <p:spPr>
          <a:xfrm>
            <a:off x="14687550" y="5534025"/>
            <a:ext cx="342900" cy="95"/>
          </a:xfrm>
          <a:custGeom>
            <a:avLst/>
            <a:gdLst/>
            <a:ahLst/>
            <a:cxnLst/>
            <a:pathLst>
              <a:path w="342900" h="9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4763">
            <a:solidFill>
              <a:srgbClr val="805431"/>
            </a:solidFill>
            <a:prstDash val="solid"/>
          </a:ln>
        </p:spPr>
      </p:sp>
      <p:sp>
        <p:nvSpPr>
          <p:cNvPr id="863" name="line-505"/>
          <p:cNvSpPr>
            <a:spLocks noGrp="1"/>
          </p:cNvSpPr>
          <p:nvPr/>
        </p:nvSpPr>
        <p:spPr>
          <a:xfrm>
            <a:off x="14971310" y="55340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763">
            <a:solidFill>
              <a:srgbClr val="805431"/>
            </a:solidFill>
            <a:prstDash val="solid"/>
          </a:ln>
        </p:spPr>
      </p:sp>
      <p:sp>
        <p:nvSpPr>
          <p:cNvPr id="864" name="line-506"/>
          <p:cNvSpPr>
            <a:spLocks noGrp="1"/>
          </p:cNvSpPr>
          <p:nvPr/>
        </p:nvSpPr>
        <p:spPr>
          <a:xfrm>
            <a:off x="14971310" y="55032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763">
            <a:solidFill>
              <a:srgbClr val="805431"/>
            </a:solidFill>
            <a:prstDash val="solid"/>
          </a:ln>
        </p:spPr>
      </p:sp>
      <p:sp>
        <p:nvSpPr>
          <p:cNvPr id="865" name="line-507"/>
          <p:cNvSpPr>
            <a:spLocks noGrp="1"/>
          </p:cNvSpPr>
          <p:nvPr/>
        </p:nvSpPr>
        <p:spPr>
          <a:xfrm>
            <a:off x="17602200" y="4610100"/>
            <a:ext cx="95" cy="628650"/>
          </a:xfrm>
          <a:custGeom>
            <a:avLst/>
            <a:gdLst/>
            <a:ahLst/>
            <a:cxnLst/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66" name="line-508"/>
          <p:cNvSpPr>
            <a:spLocks noGrp="1"/>
          </p:cNvSpPr>
          <p:nvPr/>
        </p:nvSpPr>
        <p:spPr>
          <a:xfrm>
            <a:off x="15154275" y="5238750"/>
            <a:ext cx="2447925" cy="95"/>
          </a:xfrm>
          <a:custGeom>
            <a:avLst/>
            <a:gdLst/>
            <a:ahLst/>
            <a:cxnLst/>
            <a:pathLst>
              <a:path w="2447925" h="95">
                <a:moveTo>
                  <a:pt x="2447925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67" name="line-509"/>
          <p:cNvSpPr>
            <a:spLocks noGrp="1"/>
          </p:cNvSpPr>
          <p:nvPr/>
        </p:nvSpPr>
        <p:spPr>
          <a:xfrm>
            <a:off x="15154275" y="5238750"/>
            <a:ext cx="95" cy="171450"/>
          </a:xfrm>
          <a:custGeom>
            <a:avLst/>
            <a:gdLst/>
            <a:ahLst/>
            <a:cxnLst/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68" name="line-510"/>
          <p:cNvSpPr>
            <a:spLocks noGrp="1"/>
          </p:cNvSpPr>
          <p:nvPr/>
        </p:nvSpPr>
        <p:spPr>
          <a:xfrm>
            <a:off x="15123486" y="53510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69" name="line-511"/>
          <p:cNvSpPr>
            <a:spLocks noGrp="1"/>
          </p:cNvSpPr>
          <p:nvPr/>
        </p:nvSpPr>
        <p:spPr>
          <a:xfrm>
            <a:off x="15154275" y="53510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70" name="shape-512"/>
          <p:cNvSpPr>
            <a:spLocks noGrp="1"/>
          </p:cNvSpPr>
          <p:nvPr/>
        </p:nvSpPr>
        <p:spPr>
          <a:xfrm>
            <a:off x="15649575" y="5334000"/>
            <a:ext cx="66675" cy="66675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1" name="shape-513"/>
          <p:cNvSpPr>
            <a:spLocks noGrp="1"/>
          </p:cNvSpPr>
          <p:nvPr/>
        </p:nvSpPr>
        <p:spPr>
          <a:xfrm>
            <a:off x="15716250" y="5334000"/>
            <a:ext cx="66675" cy="66675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2" name="shape-514"/>
          <p:cNvSpPr>
            <a:spLocks noGrp="1"/>
          </p:cNvSpPr>
          <p:nvPr/>
        </p:nvSpPr>
        <p:spPr>
          <a:xfrm>
            <a:off x="15782925" y="5334000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3" name="shape-515"/>
          <p:cNvSpPr>
            <a:spLocks noGrp="1"/>
          </p:cNvSpPr>
          <p:nvPr/>
        </p:nvSpPr>
        <p:spPr>
          <a:xfrm>
            <a:off x="15849600" y="5334000"/>
            <a:ext cx="66675" cy="66675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4" name="shape-516"/>
          <p:cNvSpPr>
            <a:spLocks noGrp="1"/>
          </p:cNvSpPr>
          <p:nvPr/>
        </p:nvSpPr>
        <p:spPr>
          <a:xfrm>
            <a:off x="15649575" y="5400675"/>
            <a:ext cx="66675" cy="66675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5" name="shape-517"/>
          <p:cNvSpPr>
            <a:spLocks noGrp="1"/>
          </p:cNvSpPr>
          <p:nvPr/>
        </p:nvSpPr>
        <p:spPr>
          <a:xfrm>
            <a:off x="15716250" y="5400675"/>
            <a:ext cx="66675" cy="66675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6" name="shape-518"/>
          <p:cNvSpPr>
            <a:spLocks noGrp="1"/>
          </p:cNvSpPr>
          <p:nvPr/>
        </p:nvSpPr>
        <p:spPr>
          <a:xfrm>
            <a:off x="15782925" y="5400675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7" name="shape-519"/>
          <p:cNvSpPr>
            <a:spLocks noGrp="1"/>
          </p:cNvSpPr>
          <p:nvPr/>
        </p:nvSpPr>
        <p:spPr>
          <a:xfrm>
            <a:off x="15849600" y="5400675"/>
            <a:ext cx="66675" cy="66675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8" name="shape-520"/>
          <p:cNvSpPr>
            <a:spLocks noGrp="1"/>
          </p:cNvSpPr>
          <p:nvPr/>
        </p:nvSpPr>
        <p:spPr>
          <a:xfrm>
            <a:off x="15649575" y="5467350"/>
            <a:ext cx="66675" cy="66675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9" name="shape-521"/>
          <p:cNvSpPr>
            <a:spLocks noGrp="1"/>
          </p:cNvSpPr>
          <p:nvPr/>
        </p:nvSpPr>
        <p:spPr>
          <a:xfrm>
            <a:off x="15716250" y="5467350"/>
            <a:ext cx="66675" cy="66675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0" name="shape-522"/>
          <p:cNvSpPr>
            <a:spLocks noGrp="1"/>
          </p:cNvSpPr>
          <p:nvPr/>
        </p:nvSpPr>
        <p:spPr>
          <a:xfrm>
            <a:off x="15782925" y="5467350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1" name="shape-523"/>
          <p:cNvSpPr>
            <a:spLocks noGrp="1"/>
          </p:cNvSpPr>
          <p:nvPr/>
        </p:nvSpPr>
        <p:spPr>
          <a:xfrm>
            <a:off x="15849600" y="5467350"/>
            <a:ext cx="66675" cy="66675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2" name="shape-524"/>
          <p:cNvSpPr>
            <a:spLocks noGrp="1"/>
          </p:cNvSpPr>
          <p:nvPr/>
        </p:nvSpPr>
        <p:spPr>
          <a:xfrm>
            <a:off x="15649575" y="5534025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3" name="shape-525"/>
          <p:cNvSpPr>
            <a:spLocks noGrp="1"/>
          </p:cNvSpPr>
          <p:nvPr/>
        </p:nvSpPr>
        <p:spPr>
          <a:xfrm>
            <a:off x="15716250" y="5534025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4" name="shape-526"/>
          <p:cNvSpPr>
            <a:spLocks noGrp="1"/>
          </p:cNvSpPr>
          <p:nvPr/>
        </p:nvSpPr>
        <p:spPr>
          <a:xfrm>
            <a:off x="15782925" y="5534025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5" name="shape-527"/>
          <p:cNvSpPr>
            <a:spLocks noGrp="1"/>
          </p:cNvSpPr>
          <p:nvPr/>
        </p:nvSpPr>
        <p:spPr>
          <a:xfrm>
            <a:off x="15849600" y="5534025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6" name="shape-528"/>
          <p:cNvSpPr>
            <a:spLocks noGrp="1"/>
          </p:cNvSpPr>
          <p:nvPr/>
        </p:nvSpPr>
        <p:spPr>
          <a:xfrm>
            <a:off x="15649575" y="5600700"/>
            <a:ext cx="66675" cy="66675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7" name="shape-529"/>
          <p:cNvSpPr>
            <a:spLocks noGrp="1"/>
          </p:cNvSpPr>
          <p:nvPr/>
        </p:nvSpPr>
        <p:spPr>
          <a:xfrm>
            <a:off x="15716250" y="5600700"/>
            <a:ext cx="66675" cy="66675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8" name="shape-530"/>
          <p:cNvSpPr>
            <a:spLocks noGrp="1"/>
          </p:cNvSpPr>
          <p:nvPr/>
        </p:nvSpPr>
        <p:spPr>
          <a:xfrm>
            <a:off x="15782925" y="5600700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9" name="shape-531"/>
          <p:cNvSpPr>
            <a:spLocks noGrp="1"/>
          </p:cNvSpPr>
          <p:nvPr/>
        </p:nvSpPr>
        <p:spPr>
          <a:xfrm>
            <a:off x="15849600" y="5600700"/>
            <a:ext cx="66675" cy="66675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0" name="shape-532"/>
          <p:cNvSpPr>
            <a:spLocks noGrp="1"/>
          </p:cNvSpPr>
          <p:nvPr/>
        </p:nvSpPr>
        <p:spPr>
          <a:xfrm>
            <a:off x="15649575" y="5667375"/>
            <a:ext cx="66675" cy="66675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1" name="shape-533"/>
          <p:cNvSpPr>
            <a:spLocks noGrp="1"/>
          </p:cNvSpPr>
          <p:nvPr/>
        </p:nvSpPr>
        <p:spPr>
          <a:xfrm>
            <a:off x="15716250" y="5667375"/>
            <a:ext cx="66675" cy="66675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2" name="shape-534"/>
          <p:cNvSpPr>
            <a:spLocks noGrp="1"/>
          </p:cNvSpPr>
          <p:nvPr/>
        </p:nvSpPr>
        <p:spPr>
          <a:xfrm>
            <a:off x="15782925" y="5667375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3" name="shape-535"/>
          <p:cNvSpPr>
            <a:spLocks noGrp="1"/>
          </p:cNvSpPr>
          <p:nvPr/>
        </p:nvSpPr>
        <p:spPr>
          <a:xfrm>
            <a:off x="15849600" y="5667375"/>
            <a:ext cx="66675" cy="66675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4" name="shape-536"/>
          <p:cNvSpPr>
            <a:spLocks noGrp="1"/>
          </p:cNvSpPr>
          <p:nvPr/>
        </p:nvSpPr>
        <p:spPr>
          <a:xfrm>
            <a:off x="15649575" y="5334000"/>
            <a:ext cx="266700" cy="40005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895" name="line-537"/>
          <p:cNvSpPr>
            <a:spLocks noGrp="1"/>
          </p:cNvSpPr>
          <p:nvPr/>
        </p:nvSpPr>
        <p:spPr>
          <a:xfrm>
            <a:off x="15278100" y="5534025"/>
            <a:ext cx="371475" cy="95"/>
          </a:xfrm>
          <a:custGeom>
            <a:avLst/>
            <a:gdLst/>
            <a:ahLst/>
            <a:cxnLst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896" name="line-538"/>
          <p:cNvSpPr>
            <a:spLocks noGrp="1"/>
          </p:cNvSpPr>
          <p:nvPr/>
        </p:nvSpPr>
        <p:spPr>
          <a:xfrm>
            <a:off x="15590435" y="55340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897" name="line-539"/>
          <p:cNvSpPr>
            <a:spLocks noGrp="1"/>
          </p:cNvSpPr>
          <p:nvPr/>
        </p:nvSpPr>
        <p:spPr>
          <a:xfrm>
            <a:off x="15590435" y="55032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898" name="Pattern context Cᴾ&#10;38 × 20"/>
          <p:cNvSpPr>
            <a:spLocks noGrp="1"/>
          </p:cNvSpPr>
          <p:nvPr/>
        </p:nvSpPr>
        <p:spPr>
          <a:xfrm>
            <a:off x="16097250" y="5353050"/>
            <a:ext cx="21717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59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context Cᴾ</a:t>
            </a:r>
            <a:endParaRPr sz="1595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59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38 × 20</a:t>
            </a:r>
            <a:endParaRPr sz="1595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99" name="line-540"/>
          <p:cNvSpPr>
            <a:spLocks noGrp="1"/>
          </p:cNvSpPr>
          <p:nvPr/>
        </p:nvSpPr>
        <p:spPr>
          <a:xfrm>
            <a:off x="12811125" y="6124575"/>
            <a:ext cx="5667375" cy="95"/>
          </a:xfrm>
          <a:custGeom>
            <a:avLst/>
            <a:gdLst/>
            <a:ahLst/>
            <a:cxnLst/>
            <a:pathLst>
              <a:path w="5667375" h="95">
                <a:moveTo>
                  <a:pt x="0" y="0"/>
                </a:moveTo>
                <a:lnTo>
                  <a:pt x="5667375" y="0"/>
                </a:lnTo>
              </a:path>
            </a:pathLst>
          </a:custGeom>
          <a:noFill/>
          <a:ln w="7620">
            <a:solidFill>
              <a:srgbClr val="C5D7CB"/>
            </a:solidFill>
            <a:prstDash val="solid"/>
          </a:ln>
        </p:spPr>
      </p:sp>
      <p:sp>
        <p:nvSpPr>
          <p:cNvPr id="900" name="Geographic key update"/>
          <p:cNvSpPr>
            <a:spLocks noGrp="1"/>
          </p:cNvSpPr>
          <p:nvPr/>
        </p:nvSpPr>
        <p:spPr>
          <a:xfrm>
            <a:off x="12811125" y="6200775"/>
            <a:ext cx="25336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Geographic key update</a:t>
            </a:r>
            <a:endParaRPr sz="1980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01" name="shape-541"/>
          <p:cNvSpPr>
            <a:spLocks noGrp="1"/>
          </p:cNvSpPr>
          <p:nvPr/>
        </p:nvSpPr>
        <p:spPr>
          <a:xfrm>
            <a:off x="13296900" y="66960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2" name="shape-542"/>
          <p:cNvSpPr>
            <a:spLocks noGrp="1"/>
          </p:cNvSpPr>
          <p:nvPr/>
        </p:nvSpPr>
        <p:spPr>
          <a:xfrm>
            <a:off x="13392150" y="669607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3" name="shape-543"/>
          <p:cNvSpPr>
            <a:spLocks noGrp="1"/>
          </p:cNvSpPr>
          <p:nvPr/>
        </p:nvSpPr>
        <p:spPr>
          <a:xfrm>
            <a:off x="13487400" y="66960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4" name="shape-544"/>
          <p:cNvSpPr>
            <a:spLocks noGrp="1"/>
          </p:cNvSpPr>
          <p:nvPr/>
        </p:nvSpPr>
        <p:spPr>
          <a:xfrm>
            <a:off x="13582650" y="669607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5" name="shape-545"/>
          <p:cNvSpPr>
            <a:spLocks noGrp="1"/>
          </p:cNvSpPr>
          <p:nvPr/>
        </p:nvSpPr>
        <p:spPr>
          <a:xfrm>
            <a:off x="13296900" y="679132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6" name="shape-546"/>
          <p:cNvSpPr>
            <a:spLocks noGrp="1"/>
          </p:cNvSpPr>
          <p:nvPr/>
        </p:nvSpPr>
        <p:spPr>
          <a:xfrm>
            <a:off x="13392150" y="679132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7" name="shape-547"/>
          <p:cNvSpPr>
            <a:spLocks noGrp="1"/>
          </p:cNvSpPr>
          <p:nvPr/>
        </p:nvSpPr>
        <p:spPr>
          <a:xfrm>
            <a:off x="13487400" y="67913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8" name="shape-548"/>
          <p:cNvSpPr>
            <a:spLocks noGrp="1"/>
          </p:cNvSpPr>
          <p:nvPr/>
        </p:nvSpPr>
        <p:spPr>
          <a:xfrm>
            <a:off x="13582650" y="679132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9" name="shape-549"/>
          <p:cNvSpPr>
            <a:spLocks noGrp="1"/>
          </p:cNvSpPr>
          <p:nvPr/>
        </p:nvSpPr>
        <p:spPr>
          <a:xfrm>
            <a:off x="13296900" y="688657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0" name="shape-550"/>
          <p:cNvSpPr>
            <a:spLocks noGrp="1"/>
          </p:cNvSpPr>
          <p:nvPr/>
        </p:nvSpPr>
        <p:spPr>
          <a:xfrm>
            <a:off x="13392150" y="68865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1" name="shape-551"/>
          <p:cNvSpPr>
            <a:spLocks noGrp="1"/>
          </p:cNvSpPr>
          <p:nvPr/>
        </p:nvSpPr>
        <p:spPr>
          <a:xfrm>
            <a:off x="13487400" y="68865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2" name="shape-552"/>
          <p:cNvSpPr>
            <a:spLocks noGrp="1"/>
          </p:cNvSpPr>
          <p:nvPr/>
        </p:nvSpPr>
        <p:spPr>
          <a:xfrm>
            <a:off x="13582650" y="688657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3" name="shape-553"/>
          <p:cNvSpPr>
            <a:spLocks noGrp="1"/>
          </p:cNvSpPr>
          <p:nvPr/>
        </p:nvSpPr>
        <p:spPr>
          <a:xfrm>
            <a:off x="1329690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4" name="shape-554"/>
          <p:cNvSpPr>
            <a:spLocks noGrp="1"/>
          </p:cNvSpPr>
          <p:nvPr/>
        </p:nvSpPr>
        <p:spPr>
          <a:xfrm>
            <a:off x="1339215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5" name="shape-555"/>
          <p:cNvSpPr>
            <a:spLocks noGrp="1"/>
          </p:cNvSpPr>
          <p:nvPr/>
        </p:nvSpPr>
        <p:spPr>
          <a:xfrm>
            <a:off x="1348740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6" name="shape-556"/>
          <p:cNvSpPr>
            <a:spLocks noGrp="1"/>
          </p:cNvSpPr>
          <p:nvPr/>
        </p:nvSpPr>
        <p:spPr>
          <a:xfrm>
            <a:off x="1358265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7" name="shape-557"/>
          <p:cNvSpPr>
            <a:spLocks noGrp="1"/>
          </p:cNvSpPr>
          <p:nvPr/>
        </p:nvSpPr>
        <p:spPr>
          <a:xfrm>
            <a:off x="13296900" y="707707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8" name="shape-558"/>
          <p:cNvSpPr>
            <a:spLocks noGrp="1"/>
          </p:cNvSpPr>
          <p:nvPr/>
        </p:nvSpPr>
        <p:spPr>
          <a:xfrm>
            <a:off x="13392150" y="707707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9" name="shape-559"/>
          <p:cNvSpPr>
            <a:spLocks noGrp="1"/>
          </p:cNvSpPr>
          <p:nvPr/>
        </p:nvSpPr>
        <p:spPr>
          <a:xfrm>
            <a:off x="13487400" y="70770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0" name="shape-560"/>
          <p:cNvSpPr>
            <a:spLocks noGrp="1"/>
          </p:cNvSpPr>
          <p:nvPr/>
        </p:nvSpPr>
        <p:spPr>
          <a:xfrm>
            <a:off x="13582650" y="70770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1" name="shape-561"/>
          <p:cNvSpPr>
            <a:spLocks noGrp="1"/>
          </p:cNvSpPr>
          <p:nvPr/>
        </p:nvSpPr>
        <p:spPr>
          <a:xfrm>
            <a:off x="13296900" y="717232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2" name="shape-562"/>
          <p:cNvSpPr>
            <a:spLocks noGrp="1"/>
          </p:cNvSpPr>
          <p:nvPr/>
        </p:nvSpPr>
        <p:spPr>
          <a:xfrm>
            <a:off x="13392150" y="717232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3" name="shape-563"/>
          <p:cNvSpPr>
            <a:spLocks noGrp="1"/>
          </p:cNvSpPr>
          <p:nvPr/>
        </p:nvSpPr>
        <p:spPr>
          <a:xfrm>
            <a:off x="13487400" y="71723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4" name="shape-564"/>
          <p:cNvSpPr>
            <a:spLocks noGrp="1"/>
          </p:cNvSpPr>
          <p:nvPr/>
        </p:nvSpPr>
        <p:spPr>
          <a:xfrm>
            <a:off x="13582650" y="717232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5" name="shape-565"/>
          <p:cNvSpPr>
            <a:spLocks noGrp="1"/>
          </p:cNvSpPr>
          <p:nvPr/>
        </p:nvSpPr>
        <p:spPr>
          <a:xfrm>
            <a:off x="13296900" y="6696075"/>
            <a:ext cx="381000" cy="5715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926" name="+"/>
          <p:cNvSpPr>
            <a:spLocks noGrp="1"/>
          </p:cNvSpPr>
          <p:nvPr/>
        </p:nvSpPr>
        <p:spPr>
          <a:xfrm>
            <a:off x="14182725" y="68103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7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47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7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2475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27" name="shape-566"/>
          <p:cNvSpPr>
            <a:spLocks noGrp="1"/>
          </p:cNvSpPr>
          <p:nvPr/>
        </p:nvSpPr>
        <p:spPr>
          <a:xfrm>
            <a:off x="15001875" y="6696075"/>
            <a:ext cx="95250" cy="95250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8" name="shape-567"/>
          <p:cNvSpPr>
            <a:spLocks noGrp="1"/>
          </p:cNvSpPr>
          <p:nvPr/>
        </p:nvSpPr>
        <p:spPr>
          <a:xfrm>
            <a:off x="15097125" y="6696075"/>
            <a:ext cx="95250" cy="95250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9" name="shape-568"/>
          <p:cNvSpPr>
            <a:spLocks noGrp="1"/>
          </p:cNvSpPr>
          <p:nvPr/>
        </p:nvSpPr>
        <p:spPr>
          <a:xfrm>
            <a:off x="15192375" y="669607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0" name="shape-569"/>
          <p:cNvSpPr>
            <a:spLocks noGrp="1"/>
          </p:cNvSpPr>
          <p:nvPr/>
        </p:nvSpPr>
        <p:spPr>
          <a:xfrm>
            <a:off x="15287625" y="6696075"/>
            <a:ext cx="95250" cy="95250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1" name="shape-570"/>
          <p:cNvSpPr>
            <a:spLocks noGrp="1"/>
          </p:cNvSpPr>
          <p:nvPr/>
        </p:nvSpPr>
        <p:spPr>
          <a:xfrm>
            <a:off x="15001875" y="6791325"/>
            <a:ext cx="95250" cy="95250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2" name="shape-571"/>
          <p:cNvSpPr>
            <a:spLocks noGrp="1"/>
          </p:cNvSpPr>
          <p:nvPr/>
        </p:nvSpPr>
        <p:spPr>
          <a:xfrm>
            <a:off x="15097125" y="6791325"/>
            <a:ext cx="95250" cy="95250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3" name="shape-572"/>
          <p:cNvSpPr>
            <a:spLocks noGrp="1"/>
          </p:cNvSpPr>
          <p:nvPr/>
        </p:nvSpPr>
        <p:spPr>
          <a:xfrm>
            <a:off x="15192375" y="679132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4" name="shape-573"/>
          <p:cNvSpPr>
            <a:spLocks noGrp="1"/>
          </p:cNvSpPr>
          <p:nvPr/>
        </p:nvSpPr>
        <p:spPr>
          <a:xfrm>
            <a:off x="15287625" y="6791325"/>
            <a:ext cx="95250" cy="95250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5" name="shape-574"/>
          <p:cNvSpPr>
            <a:spLocks noGrp="1"/>
          </p:cNvSpPr>
          <p:nvPr/>
        </p:nvSpPr>
        <p:spPr>
          <a:xfrm>
            <a:off x="15001875" y="6886575"/>
            <a:ext cx="95250" cy="95250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6" name="shape-575"/>
          <p:cNvSpPr>
            <a:spLocks noGrp="1"/>
          </p:cNvSpPr>
          <p:nvPr/>
        </p:nvSpPr>
        <p:spPr>
          <a:xfrm>
            <a:off x="15097125" y="6886575"/>
            <a:ext cx="95250" cy="95250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7" name="shape-576"/>
          <p:cNvSpPr>
            <a:spLocks noGrp="1"/>
          </p:cNvSpPr>
          <p:nvPr/>
        </p:nvSpPr>
        <p:spPr>
          <a:xfrm>
            <a:off x="15192375" y="688657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8" name="shape-577"/>
          <p:cNvSpPr>
            <a:spLocks noGrp="1"/>
          </p:cNvSpPr>
          <p:nvPr/>
        </p:nvSpPr>
        <p:spPr>
          <a:xfrm>
            <a:off x="15287625" y="6886575"/>
            <a:ext cx="95250" cy="95250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9" name="shape-578"/>
          <p:cNvSpPr>
            <a:spLocks noGrp="1"/>
          </p:cNvSpPr>
          <p:nvPr/>
        </p:nvSpPr>
        <p:spPr>
          <a:xfrm>
            <a:off x="15001875" y="698182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0" name="shape-579"/>
          <p:cNvSpPr>
            <a:spLocks noGrp="1"/>
          </p:cNvSpPr>
          <p:nvPr/>
        </p:nvSpPr>
        <p:spPr>
          <a:xfrm>
            <a:off x="15097125" y="698182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1" name="shape-580"/>
          <p:cNvSpPr>
            <a:spLocks noGrp="1"/>
          </p:cNvSpPr>
          <p:nvPr/>
        </p:nvSpPr>
        <p:spPr>
          <a:xfrm>
            <a:off x="15192375" y="698182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2" name="shape-581"/>
          <p:cNvSpPr>
            <a:spLocks noGrp="1"/>
          </p:cNvSpPr>
          <p:nvPr/>
        </p:nvSpPr>
        <p:spPr>
          <a:xfrm>
            <a:off x="15287625" y="698182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3" name="shape-582"/>
          <p:cNvSpPr>
            <a:spLocks noGrp="1"/>
          </p:cNvSpPr>
          <p:nvPr/>
        </p:nvSpPr>
        <p:spPr>
          <a:xfrm>
            <a:off x="15001875" y="7077075"/>
            <a:ext cx="95250" cy="95250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4" name="shape-583"/>
          <p:cNvSpPr>
            <a:spLocks noGrp="1"/>
          </p:cNvSpPr>
          <p:nvPr/>
        </p:nvSpPr>
        <p:spPr>
          <a:xfrm>
            <a:off x="15097125" y="7077075"/>
            <a:ext cx="95250" cy="95250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5" name="shape-584"/>
          <p:cNvSpPr>
            <a:spLocks noGrp="1"/>
          </p:cNvSpPr>
          <p:nvPr/>
        </p:nvSpPr>
        <p:spPr>
          <a:xfrm>
            <a:off x="15192375" y="707707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6" name="shape-585"/>
          <p:cNvSpPr>
            <a:spLocks noGrp="1"/>
          </p:cNvSpPr>
          <p:nvPr/>
        </p:nvSpPr>
        <p:spPr>
          <a:xfrm>
            <a:off x="15287625" y="7077075"/>
            <a:ext cx="95250" cy="95250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7" name="shape-586"/>
          <p:cNvSpPr>
            <a:spLocks noGrp="1"/>
          </p:cNvSpPr>
          <p:nvPr/>
        </p:nvSpPr>
        <p:spPr>
          <a:xfrm>
            <a:off x="15001875" y="7172325"/>
            <a:ext cx="95250" cy="95250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8" name="shape-587"/>
          <p:cNvSpPr>
            <a:spLocks noGrp="1"/>
          </p:cNvSpPr>
          <p:nvPr/>
        </p:nvSpPr>
        <p:spPr>
          <a:xfrm>
            <a:off x="15097125" y="7172325"/>
            <a:ext cx="95250" cy="95250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9" name="shape-588"/>
          <p:cNvSpPr>
            <a:spLocks noGrp="1"/>
          </p:cNvSpPr>
          <p:nvPr/>
        </p:nvSpPr>
        <p:spPr>
          <a:xfrm>
            <a:off x="15192375" y="717232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0" name="shape-589"/>
          <p:cNvSpPr>
            <a:spLocks noGrp="1"/>
          </p:cNvSpPr>
          <p:nvPr/>
        </p:nvSpPr>
        <p:spPr>
          <a:xfrm>
            <a:off x="15287625" y="7172325"/>
            <a:ext cx="95250" cy="95250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1" name="shape-590"/>
          <p:cNvSpPr>
            <a:spLocks noGrp="1"/>
          </p:cNvSpPr>
          <p:nvPr/>
        </p:nvSpPr>
        <p:spPr>
          <a:xfrm>
            <a:off x="15001875" y="6696075"/>
            <a:ext cx="381000" cy="5715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952" name="line-591"/>
          <p:cNvSpPr>
            <a:spLocks noGrp="1"/>
          </p:cNvSpPr>
          <p:nvPr/>
        </p:nvSpPr>
        <p:spPr>
          <a:xfrm>
            <a:off x="15811500" y="5734050"/>
            <a:ext cx="95" cy="771525"/>
          </a:xfrm>
          <a:custGeom>
            <a:avLst/>
            <a:gdLst/>
            <a:ahLst/>
            <a:cxnLst/>
            <a:pathLst>
              <a:path w="95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/>
          <a:ln w="20079">
            <a:solidFill>
              <a:srgbClr val="315F46"/>
            </a:solidFill>
            <a:prstDash val="solid"/>
          </a:ln>
        </p:spPr>
      </p:sp>
      <p:sp>
        <p:nvSpPr>
          <p:cNvPr id="953" name="line-592"/>
          <p:cNvSpPr>
            <a:spLocks noGrp="1"/>
          </p:cNvSpPr>
          <p:nvPr/>
        </p:nvSpPr>
        <p:spPr>
          <a:xfrm>
            <a:off x="15192375" y="6505575"/>
            <a:ext cx="619125" cy="95"/>
          </a:xfrm>
          <a:custGeom>
            <a:avLst/>
            <a:gdLst/>
            <a:ahLst/>
            <a:cxnLst/>
            <a:pathLst>
              <a:path w="619125" h="95">
                <a:moveTo>
                  <a:pt x="619125" y="0"/>
                </a:moveTo>
                <a:lnTo>
                  <a:pt x="0" y="0"/>
                </a:lnTo>
              </a:path>
            </a:pathLst>
          </a:custGeom>
          <a:noFill/>
          <a:ln w="20079">
            <a:solidFill>
              <a:srgbClr val="315F46"/>
            </a:solidFill>
            <a:prstDash val="solid"/>
          </a:ln>
        </p:spPr>
      </p:sp>
      <p:sp>
        <p:nvSpPr>
          <p:cNvPr id="954" name="line-593"/>
          <p:cNvSpPr>
            <a:spLocks noGrp="1"/>
          </p:cNvSpPr>
          <p:nvPr/>
        </p:nvSpPr>
        <p:spPr>
          <a:xfrm>
            <a:off x="15192375" y="6505575"/>
            <a:ext cx="95" cy="190500"/>
          </a:xfrm>
          <a:custGeom>
            <a:avLst/>
            <a:gdLst/>
            <a:ahLst/>
            <a:cxnLst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20079">
            <a:solidFill>
              <a:srgbClr val="315F46"/>
            </a:solidFill>
            <a:prstDash val="solid"/>
          </a:ln>
        </p:spPr>
      </p:sp>
      <p:sp>
        <p:nvSpPr>
          <p:cNvPr id="955" name="line-594"/>
          <p:cNvSpPr>
            <a:spLocks noGrp="1"/>
          </p:cNvSpPr>
          <p:nvPr/>
        </p:nvSpPr>
        <p:spPr>
          <a:xfrm>
            <a:off x="15161586" y="66369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79">
            <a:solidFill>
              <a:srgbClr val="315F46"/>
            </a:solidFill>
            <a:prstDash val="solid"/>
          </a:ln>
        </p:spPr>
      </p:sp>
      <p:sp>
        <p:nvSpPr>
          <p:cNvPr id="956" name="line-595"/>
          <p:cNvSpPr>
            <a:spLocks noGrp="1"/>
          </p:cNvSpPr>
          <p:nvPr/>
        </p:nvSpPr>
        <p:spPr>
          <a:xfrm>
            <a:off x="15192375" y="66369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79">
            <a:solidFill>
              <a:srgbClr val="315F46"/>
            </a:solidFill>
            <a:prstDash val="solid"/>
          </a:ln>
        </p:spPr>
      </p:sp>
      <p:sp>
        <p:nvSpPr>
          <p:cNvPr id="957" name="line-596"/>
          <p:cNvSpPr>
            <a:spLocks noGrp="1"/>
          </p:cNvSpPr>
          <p:nvPr/>
        </p:nvSpPr>
        <p:spPr>
          <a:xfrm>
            <a:off x="15382875" y="6981825"/>
            <a:ext cx="1819275" cy="95"/>
          </a:xfrm>
          <a:custGeom>
            <a:avLst/>
            <a:gdLst/>
            <a:ahLst/>
            <a:cxnLst/>
            <a:pathLst>
              <a:path w="1819275" h="95">
                <a:moveTo>
                  <a:pt x="0" y="0"/>
                </a:moveTo>
                <a:lnTo>
                  <a:pt x="1819275" y="0"/>
                </a:lnTo>
              </a:path>
            </a:pathLst>
          </a:custGeom>
          <a:noFill/>
          <a:ln w="23622">
            <a:solidFill>
              <a:srgbClr val="315F46"/>
            </a:solidFill>
            <a:prstDash val="solid"/>
          </a:ln>
        </p:spPr>
      </p:sp>
      <p:sp>
        <p:nvSpPr>
          <p:cNvPr id="958" name="line-597"/>
          <p:cNvSpPr>
            <a:spLocks noGrp="1"/>
          </p:cNvSpPr>
          <p:nvPr/>
        </p:nvSpPr>
        <p:spPr>
          <a:xfrm>
            <a:off x="17143010" y="69818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23622">
            <a:solidFill>
              <a:srgbClr val="315F46"/>
            </a:solidFill>
            <a:prstDash val="solid"/>
          </a:ln>
        </p:spPr>
      </p:sp>
      <p:sp>
        <p:nvSpPr>
          <p:cNvPr id="959" name="line-598"/>
          <p:cNvSpPr>
            <a:spLocks noGrp="1"/>
          </p:cNvSpPr>
          <p:nvPr/>
        </p:nvSpPr>
        <p:spPr>
          <a:xfrm>
            <a:off x="17143010" y="69510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23622">
            <a:solidFill>
              <a:srgbClr val="315F46"/>
            </a:solidFill>
            <a:prstDash val="solid"/>
          </a:ln>
        </p:spPr>
      </p:sp>
      <p:sp>
        <p:nvSpPr>
          <p:cNvPr id="960" name="shape-599"/>
          <p:cNvSpPr>
            <a:spLocks noGrp="1"/>
          </p:cNvSpPr>
          <p:nvPr/>
        </p:nvSpPr>
        <p:spPr>
          <a:xfrm>
            <a:off x="17211675" y="6696075"/>
            <a:ext cx="95250" cy="95250"/>
          </a:xfrm>
          <a:prstGeom prst="rect">
            <a:avLst/>
          </a:prstGeom>
          <a:solidFill>
            <a:srgbClr val="A0C4A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1" name="shape-600"/>
          <p:cNvSpPr>
            <a:spLocks noGrp="1"/>
          </p:cNvSpPr>
          <p:nvPr/>
        </p:nvSpPr>
        <p:spPr>
          <a:xfrm>
            <a:off x="17306925" y="6696075"/>
            <a:ext cx="95250" cy="95250"/>
          </a:xfrm>
          <a:prstGeom prst="rect">
            <a:avLst/>
          </a:prstGeom>
          <a:solidFill>
            <a:srgbClr val="3E754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2" name="shape-601"/>
          <p:cNvSpPr>
            <a:spLocks noGrp="1"/>
          </p:cNvSpPr>
          <p:nvPr/>
        </p:nvSpPr>
        <p:spPr>
          <a:xfrm>
            <a:off x="17402175" y="669607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3" name="shape-602"/>
          <p:cNvSpPr>
            <a:spLocks noGrp="1"/>
          </p:cNvSpPr>
          <p:nvPr/>
        </p:nvSpPr>
        <p:spPr>
          <a:xfrm>
            <a:off x="17497425" y="6696075"/>
            <a:ext cx="95250" cy="95250"/>
          </a:xfrm>
          <a:prstGeom prst="rect">
            <a:avLst/>
          </a:prstGeom>
          <a:solidFill>
            <a:srgbClr val="6799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4" name="shape-603"/>
          <p:cNvSpPr>
            <a:spLocks noGrp="1"/>
          </p:cNvSpPr>
          <p:nvPr/>
        </p:nvSpPr>
        <p:spPr>
          <a:xfrm>
            <a:off x="17211675" y="679132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5" name="shape-604"/>
          <p:cNvSpPr>
            <a:spLocks noGrp="1"/>
          </p:cNvSpPr>
          <p:nvPr/>
        </p:nvSpPr>
        <p:spPr>
          <a:xfrm>
            <a:off x="17306925" y="6791325"/>
            <a:ext cx="95250" cy="95250"/>
          </a:xfrm>
          <a:prstGeom prst="rect">
            <a:avLst/>
          </a:prstGeom>
          <a:solidFill>
            <a:srgbClr val="3E754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6" name="shape-605"/>
          <p:cNvSpPr>
            <a:spLocks noGrp="1"/>
          </p:cNvSpPr>
          <p:nvPr/>
        </p:nvSpPr>
        <p:spPr>
          <a:xfrm>
            <a:off x="17402175" y="6791325"/>
            <a:ext cx="95250" cy="95250"/>
          </a:xfrm>
          <a:prstGeom prst="rect">
            <a:avLst/>
          </a:prstGeom>
          <a:solidFill>
            <a:srgbClr val="A0C4A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7" name="shape-606"/>
          <p:cNvSpPr>
            <a:spLocks noGrp="1"/>
          </p:cNvSpPr>
          <p:nvPr/>
        </p:nvSpPr>
        <p:spPr>
          <a:xfrm>
            <a:off x="17497425" y="6791325"/>
            <a:ext cx="95250" cy="95250"/>
          </a:xfrm>
          <a:prstGeom prst="rect">
            <a:avLst/>
          </a:prstGeom>
          <a:solidFill>
            <a:srgbClr val="1D4D2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8" name="shape-607"/>
          <p:cNvSpPr>
            <a:spLocks noGrp="1"/>
          </p:cNvSpPr>
          <p:nvPr/>
        </p:nvSpPr>
        <p:spPr>
          <a:xfrm>
            <a:off x="17211675" y="6886575"/>
            <a:ext cx="95250" cy="95250"/>
          </a:xfrm>
          <a:prstGeom prst="rect">
            <a:avLst/>
          </a:prstGeom>
          <a:solidFill>
            <a:srgbClr val="1D4D2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9" name="shape-608"/>
          <p:cNvSpPr>
            <a:spLocks noGrp="1"/>
          </p:cNvSpPr>
          <p:nvPr/>
        </p:nvSpPr>
        <p:spPr>
          <a:xfrm>
            <a:off x="17306925" y="6886575"/>
            <a:ext cx="95250" cy="95250"/>
          </a:xfrm>
          <a:prstGeom prst="rect">
            <a:avLst/>
          </a:prstGeom>
          <a:solidFill>
            <a:srgbClr val="3E754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0" name="shape-609"/>
          <p:cNvSpPr>
            <a:spLocks noGrp="1"/>
          </p:cNvSpPr>
          <p:nvPr/>
        </p:nvSpPr>
        <p:spPr>
          <a:xfrm>
            <a:off x="17402175" y="6886575"/>
            <a:ext cx="95250" cy="95250"/>
          </a:xfrm>
          <a:prstGeom prst="rect">
            <a:avLst/>
          </a:prstGeom>
          <a:solidFill>
            <a:srgbClr val="6799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1" name="shape-610"/>
          <p:cNvSpPr>
            <a:spLocks noGrp="1"/>
          </p:cNvSpPr>
          <p:nvPr/>
        </p:nvSpPr>
        <p:spPr>
          <a:xfrm>
            <a:off x="17497425" y="6886575"/>
            <a:ext cx="95250" cy="95250"/>
          </a:xfrm>
          <a:prstGeom prst="rect">
            <a:avLst/>
          </a:prstGeom>
          <a:solidFill>
            <a:srgbClr val="A0C4A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2" name="shape-611"/>
          <p:cNvSpPr>
            <a:spLocks noGrp="1"/>
          </p:cNvSpPr>
          <p:nvPr/>
        </p:nvSpPr>
        <p:spPr>
          <a:xfrm>
            <a:off x="17211675" y="698182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3" name="shape-612"/>
          <p:cNvSpPr>
            <a:spLocks noGrp="1"/>
          </p:cNvSpPr>
          <p:nvPr/>
        </p:nvSpPr>
        <p:spPr>
          <a:xfrm>
            <a:off x="17306925" y="698182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4" name="shape-613"/>
          <p:cNvSpPr>
            <a:spLocks noGrp="1"/>
          </p:cNvSpPr>
          <p:nvPr/>
        </p:nvSpPr>
        <p:spPr>
          <a:xfrm>
            <a:off x="17402175" y="698182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5" name="shape-614"/>
          <p:cNvSpPr>
            <a:spLocks noGrp="1"/>
          </p:cNvSpPr>
          <p:nvPr/>
        </p:nvSpPr>
        <p:spPr>
          <a:xfrm>
            <a:off x="17497425" y="698182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6" name="shape-615"/>
          <p:cNvSpPr>
            <a:spLocks noGrp="1"/>
          </p:cNvSpPr>
          <p:nvPr/>
        </p:nvSpPr>
        <p:spPr>
          <a:xfrm>
            <a:off x="17211675" y="7077075"/>
            <a:ext cx="95250" cy="95250"/>
          </a:xfrm>
          <a:prstGeom prst="rect">
            <a:avLst/>
          </a:prstGeom>
          <a:solidFill>
            <a:srgbClr val="1D4D2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7" name="shape-616"/>
          <p:cNvSpPr>
            <a:spLocks noGrp="1"/>
          </p:cNvSpPr>
          <p:nvPr/>
        </p:nvSpPr>
        <p:spPr>
          <a:xfrm>
            <a:off x="17306925" y="707707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8" name="shape-617"/>
          <p:cNvSpPr>
            <a:spLocks noGrp="1"/>
          </p:cNvSpPr>
          <p:nvPr/>
        </p:nvSpPr>
        <p:spPr>
          <a:xfrm>
            <a:off x="17402175" y="7077075"/>
            <a:ext cx="95250" cy="95250"/>
          </a:xfrm>
          <a:prstGeom prst="rect">
            <a:avLst/>
          </a:prstGeom>
          <a:solidFill>
            <a:srgbClr val="A0C4A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9" name="shape-618"/>
          <p:cNvSpPr>
            <a:spLocks noGrp="1"/>
          </p:cNvSpPr>
          <p:nvPr/>
        </p:nvSpPr>
        <p:spPr>
          <a:xfrm>
            <a:off x="17497425" y="7077075"/>
            <a:ext cx="95250" cy="95250"/>
          </a:xfrm>
          <a:prstGeom prst="rect">
            <a:avLst/>
          </a:prstGeom>
          <a:solidFill>
            <a:srgbClr val="6799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0" name="shape-619"/>
          <p:cNvSpPr>
            <a:spLocks noGrp="1"/>
          </p:cNvSpPr>
          <p:nvPr/>
        </p:nvSpPr>
        <p:spPr>
          <a:xfrm>
            <a:off x="17211675" y="7172325"/>
            <a:ext cx="95250" cy="95250"/>
          </a:xfrm>
          <a:prstGeom prst="rect">
            <a:avLst/>
          </a:prstGeom>
          <a:solidFill>
            <a:srgbClr val="3E754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1" name="shape-620"/>
          <p:cNvSpPr>
            <a:spLocks noGrp="1"/>
          </p:cNvSpPr>
          <p:nvPr/>
        </p:nvSpPr>
        <p:spPr>
          <a:xfrm>
            <a:off x="17306925" y="717232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2" name="shape-621"/>
          <p:cNvSpPr>
            <a:spLocks noGrp="1"/>
          </p:cNvSpPr>
          <p:nvPr/>
        </p:nvSpPr>
        <p:spPr>
          <a:xfrm>
            <a:off x="17402175" y="7172325"/>
            <a:ext cx="95250" cy="95250"/>
          </a:xfrm>
          <a:prstGeom prst="rect">
            <a:avLst/>
          </a:prstGeom>
          <a:solidFill>
            <a:srgbClr val="6799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3" name="shape-622"/>
          <p:cNvSpPr>
            <a:spLocks noGrp="1"/>
          </p:cNvSpPr>
          <p:nvPr/>
        </p:nvSpPr>
        <p:spPr>
          <a:xfrm>
            <a:off x="17497425" y="7172325"/>
            <a:ext cx="95250" cy="95250"/>
          </a:xfrm>
          <a:prstGeom prst="rect">
            <a:avLst/>
          </a:prstGeom>
          <a:solidFill>
            <a:srgbClr val="1D4D2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4" name="shape-623"/>
          <p:cNvSpPr>
            <a:spLocks noGrp="1"/>
          </p:cNvSpPr>
          <p:nvPr/>
        </p:nvSpPr>
        <p:spPr>
          <a:xfrm>
            <a:off x="17211675" y="6696075"/>
            <a:ext cx="381000" cy="571500"/>
          </a:xfrm>
          <a:prstGeom prst="rect">
            <a:avLst/>
          </a:prstGeom>
          <a:noFill/>
          <a:ln w="20079">
            <a:solidFill>
              <a:srgbClr val="315F46"/>
            </a:solidFill>
            <a:prstDash val="solid"/>
          </a:ln>
        </p:spPr>
      </p:sp>
      <p:sp>
        <p:nvSpPr>
          <p:cNvPr id="985" name="Base key Kᴳ"/>
          <p:cNvSpPr>
            <a:spLocks noGrp="1"/>
          </p:cNvSpPr>
          <p:nvPr/>
        </p:nvSpPr>
        <p:spPr>
          <a:xfrm>
            <a:off x="12849225" y="7353300"/>
            <a:ext cx="1438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Base key Kᴳ</a:t>
            </a:r>
            <a:endParaRPr sz="1780" b="0" i="0">
              <a:solidFill>
                <a:srgbClr val="4F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6" name="Context Cᴾ"/>
          <p:cNvSpPr>
            <a:spLocks noGrp="1"/>
          </p:cNvSpPr>
          <p:nvPr/>
        </p:nvSpPr>
        <p:spPr>
          <a:xfrm>
            <a:off x="14611350" y="7353300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Context Cᴾ</a:t>
            </a:r>
            <a:endParaRPr sz="1780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7" name="Updated key K̃ᴳ"/>
          <p:cNvSpPr>
            <a:spLocks noGrp="1"/>
          </p:cNvSpPr>
          <p:nvPr/>
        </p:nvSpPr>
        <p:spPr>
          <a:xfrm>
            <a:off x="16478250" y="7353300"/>
            <a:ext cx="19145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Updated key K̃ᴳ</a:t>
            </a:r>
            <a:endParaRPr sz="1800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8" name="K̃ᴳ = Kᴳ + Cᴾ"/>
          <p:cNvSpPr>
            <a:spLocks noGrp="1"/>
          </p:cNvSpPr>
          <p:nvPr/>
        </p:nvSpPr>
        <p:spPr>
          <a:xfrm>
            <a:off x="15744825" y="6543675"/>
            <a:ext cx="13525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K̃ᴳ = Kᴳ + Cᴾ</a:t>
            </a:r>
            <a:endParaRPr sz="1780" b="0" i="1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9" name="softmax(Qᴳ K̃ᴳᵀ / √dₕ + Mᴳ) Vᴳ"/>
          <p:cNvSpPr>
            <a:spLocks noGrp="1"/>
          </p:cNvSpPr>
          <p:nvPr/>
        </p:nvSpPr>
        <p:spPr>
          <a:xfrm>
            <a:off x="13163550" y="7867650"/>
            <a:ext cx="5219700" cy="352425"/>
          </a:xfrm>
          <a:prstGeom prst="rect">
            <a:avLst/>
          </a:prstGeom>
          <a:solidFill>
            <a:srgbClr val="D2E3D7"/>
          </a:solidFill>
          <a:ln w="15355">
            <a:solidFill>
              <a:srgbClr val="315F46"/>
            </a:solidFill>
            <a:prstDash val="solid"/>
          </a:ln>
        </p:spPr>
      </p:sp>
      <p:sp>
        <p:nvSpPr>
          <p:cNvPr id="990" name="softmax(Qᴳ K̃ᴳᵀ / √dₕ + Mᴳ) Vᴳ"/>
          <p:cNvSpPr>
            <a:spLocks noGrp="1"/>
          </p:cNvSpPr>
          <p:nvPr/>
        </p:nvSpPr>
        <p:spPr>
          <a:xfrm>
            <a:off x="13201650" y="7886700"/>
            <a:ext cx="5143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7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07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7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softmax(Qᴳ K̃ᴳᵀ / √d</a:t>
            </a:r>
            <a:r>
              <a:rPr sz="1450" b="0" i="0" baseline="-2500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207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+ Mᴳ) Vᴳ</a:t>
            </a:r>
            <a:endParaRPr sz="207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1" name="line-624"/>
          <p:cNvSpPr>
            <a:spLocks noGrp="1"/>
          </p:cNvSpPr>
          <p:nvPr/>
        </p:nvSpPr>
        <p:spPr>
          <a:xfrm>
            <a:off x="17402175" y="7591425"/>
            <a:ext cx="95" cy="276225"/>
          </a:xfrm>
          <a:custGeom>
            <a:avLst/>
            <a:gdLst/>
            <a:ahLst/>
            <a:cxnLst/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992" name="line-625"/>
          <p:cNvSpPr>
            <a:spLocks noGrp="1"/>
          </p:cNvSpPr>
          <p:nvPr/>
        </p:nvSpPr>
        <p:spPr>
          <a:xfrm>
            <a:off x="17371386" y="7808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993" name="line-626"/>
          <p:cNvSpPr>
            <a:spLocks noGrp="1"/>
          </p:cNvSpPr>
          <p:nvPr/>
        </p:nvSpPr>
        <p:spPr>
          <a:xfrm>
            <a:off x="17402175" y="7808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994" name="Qᴳ, Vᴳ"/>
          <p:cNvSpPr>
            <a:spLocks noGrp="1"/>
          </p:cNvSpPr>
          <p:nvPr/>
        </p:nvSpPr>
        <p:spPr>
          <a:xfrm>
            <a:off x="12649200" y="775335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5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5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Qᴳ, Vᴳ</a:t>
            </a:r>
            <a:endParaRPr sz="1595" b="0" i="0">
              <a:solidFill>
                <a:srgbClr val="4F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5" name="line-627"/>
          <p:cNvSpPr>
            <a:spLocks noGrp="1"/>
          </p:cNvSpPr>
          <p:nvPr/>
        </p:nvSpPr>
        <p:spPr>
          <a:xfrm>
            <a:off x="12992100" y="7981950"/>
            <a:ext cx="171450" cy="95"/>
          </a:xfrm>
          <a:custGeom>
            <a:avLst/>
            <a:gdLst/>
            <a:ahLst/>
            <a:cxnLst/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4173">
            <a:solidFill>
              <a:srgbClr val="5E788B"/>
            </a:solidFill>
            <a:prstDash val="solid"/>
          </a:ln>
        </p:spPr>
      </p:sp>
      <p:sp>
        <p:nvSpPr>
          <p:cNvPr id="996" name="line-628"/>
          <p:cNvSpPr>
            <a:spLocks noGrp="1"/>
          </p:cNvSpPr>
          <p:nvPr/>
        </p:nvSpPr>
        <p:spPr>
          <a:xfrm>
            <a:off x="13104410" y="79819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5E788B"/>
            </a:solidFill>
            <a:prstDash val="solid"/>
          </a:ln>
        </p:spPr>
      </p:sp>
      <p:sp>
        <p:nvSpPr>
          <p:cNvPr id="997" name="line-629"/>
          <p:cNvSpPr>
            <a:spLocks noGrp="1"/>
          </p:cNvSpPr>
          <p:nvPr/>
        </p:nvSpPr>
        <p:spPr>
          <a:xfrm>
            <a:off x="13104410" y="79511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5E788B"/>
            </a:solidFill>
            <a:prstDash val="solid"/>
          </a:ln>
        </p:spPr>
      </p:sp>
      <p:sp>
        <p:nvSpPr>
          <p:cNvPr id="998" name="schematic"/>
          <p:cNvSpPr>
            <a:spLocks noGrp="1"/>
          </p:cNvSpPr>
          <p:nvPr/>
        </p:nvSpPr>
        <p:spPr>
          <a:xfrm>
            <a:off x="17268825" y="9058275"/>
            <a:ext cx="12287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schematic</a:t>
            </a:r>
            <a:endParaRPr sz="1690" b="0" i="1">
              <a:solidFill>
                <a:srgbClr val="5C636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9" name="Resource i*"/>
          <p:cNvSpPr>
            <a:spLocks noGrp="1"/>
          </p:cNvSpPr>
          <p:nvPr/>
        </p:nvSpPr>
        <p:spPr>
          <a:xfrm>
            <a:off x="12820650" y="9620250"/>
            <a:ext cx="12763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6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6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65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 i*</a:t>
            </a:r>
            <a:endParaRPr sz="1965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0" name="line-630"/>
          <p:cNvSpPr>
            <a:spLocks noGrp="1"/>
          </p:cNvSpPr>
          <p:nvPr/>
        </p:nvSpPr>
        <p:spPr>
          <a:xfrm>
            <a:off x="14201775" y="9791700"/>
            <a:ext cx="4105275" cy="95"/>
          </a:xfrm>
          <a:custGeom>
            <a:avLst/>
            <a:gdLst/>
            <a:ahLst/>
            <a:cxnLst/>
            <a:pathLst>
              <a:path w="4105275" h="95">
                <a:moveTo>
                  <a:pt x="0" y="0"/>
                </a:moveTo>
                <a:lnTo>
                  <a:pt x="4105275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001" name="line-631"/>
          <p:cNvSpPr>
            <a:spLocks noGrp="1"/>
          </p:cNvSpPr>
          <p:nvPr/>
        </p:nvSpPr>
        <p:spPr>
          <a:xfrm>
            <a:off x="18247910" y="97917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002" name="line-632"/>
          <p:cNvSpPr>
            <a:spLocks noGrp="1"/>
          </p:cNvSpPr>
          <p:nvPr/>
        </p:nvSpPr>
        <p:spPr>
          <a:xfrm>
            <a:off x="18247910" y="97609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003" name="line-633"/>
          <p:cNvSpPr>
            <a:spLocks noGrp="1"/>
          </p:cNvSpPr>
          <p:nvPr/>
        </p:nvSpPr>
        <p:spPr>
          <a:xfrm>
            <a:off x="14201775" y="97345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993">
            <a:solidFill>
              <a:srgbClr val="315B79"/>
            </a:solidFill>
            <a:prstDash val="solid"/>
          </a:ln>
        </p:spPr>
      </p:sp>
      <p:sp>
        <p:nvSpPr>
          <p:cNvPr id="1004" name="line-634"/>
          <p:cNvSpPr>
            <a:spLocks noGrp="1"/>
          </p:cNvSpPr>
          <p:nvPr/>
        </p:nvSpPr>
        <p:spPr>
          <a:xfrm>
            <a:off x="15154275" y="97345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993">
            <a:solidFill>
              <a:srgbClr val="315B79"/>
            </a:solidFill>
            <a:prstDash val="solid"/>
          </a:ln>
        </p:spPr>
      </p:sp>
      <p:sp>
        <p:nvSpPr>
          <p:cNvPr id="1005" name="line-635"/>
          <p:cNvSpPr>
            <a:spLocks noGrp="1"/>
          </p:cNvSpPr>
          <p:nvPr/>
        </p:nvSpPr>
        <p:spPr>
          <a:xfrm>
            <a:off x="17059275" y="97345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993">
            <a:solidFill>
              <a:srgbClr val="315B79"/>
            </a:solidFill>
            <a:prstDash val="solid"/>
          </a:ln>
        </p:spPr>
      </p:sp>
      <p:sp>
        <p:nvSpPr>
          <p:cNvPr id="1006" name="t"/>
          <p:cNvSpPr>
            <a:spLocks noGrp="1"/>
          </p:cNvSpPr>
          <p:nvPr/>
        </p:nvSpPr>
        <p:spPr>
          <a:xfrm>
            <a:off x="14058900" y="9496425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</a:t>
            </a:r>
            <a:endParaRPr sz="1780" b="0" i="1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7" name="t + ŝ"/>
          <p:cNvSpPr>
            <a:spLocks noGrp="1"/>
          </p:cNvSpPr>
          <p:nvPr/>
        </p:nvSpPr>
        <p:spPr>
          <a:xfrm>
            <a:off x="14839950" y="9496425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+ ŝ</a:t>
            </a:r>
            <a:endParaRPr sz="1780" b="0" i="1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8" name="t + ŝ + d̂"/>
          <p:cNvSpPr>
            <a:spLocks noGrp="1"/>
          </p:cNvSpPr>
          <p:nvPr/>
        </p:nvSpPr>
        <p:spPr>
          <a:xfrm>
            <a:off x="16621125" y="9496425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+ ŝ + d̂</a:t>
            </a:r>
            <a:endParaRPr sz="1780" b="0" i="1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9" name="State"/>
          <p:cNvSpPr>
            <a:spLocks noGrp="1"/>
          </p:cNvSpPr>
          <p:nvPr/>
        </p:nvSpPr>
        <p:spPr>
          <a:xfrm>
            <a:off x="12839700" y="10086975"/>
            <a:ext cx="1152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</a:t>
            </a:r>
            <a:endParaRPr sz="18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10" name="Predicted occupancy cell"/>
          <p:cNvSpPr>
            <a:spLocks noGrp="1"/>
          </p:cNvSpPr>
          <p:nvPr/>
        </p:nvSpPr>
        <p:spPr>
          <a:xfrm>
            <a:off x="142017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1" name="Predicted occupancy cell"/>
          <p:cNvSpPr>
            <a:spLocks noGrp="1"/>
          </p:cNvSpPr>
          <p:nvPr/>
        </p:nvSpPr>
        <p:spPr>
          <a:xfrm>
            <a:off x="143922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2" name="Predicted occupancy cell"/>
          <p:cNvSpPr>
            <a:spLocks noGrp="1"/>
          </p:cNvSpPr>
          <p:nvPr/>
        </p:nvSpPr>
        <p:spPr>
          <a:xfrm>
            <a:off x="145827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3" name="Predicted occupancy cell"/>
          <p:cNvSpPr>
            <a:spLocks noGrp="1"/>
          </p:cNvSpPr>
          <p:nvPr/>
        </p:nvSpPr>
        <p:spPr>
          <a:xfrm>
            <a:off x="147732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4" name="Predicted occupancy cell"/>
          <p:cNvSpPr>
            <a:spLocks noGrp="1"/>
          </p:cNvSpPr>
          <p:nvPr/>
        </p:nvSpPr>
        <p:spPr>
          <a:xfrm>
            <a:off x="149637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5" name="Predicted occupancy cell"/>
          <p:cNvSpPr>
            <a:spLocks noGrp="1"/>
          </p:cNvSpPr>
          <p:nvPr/>
        </p:nvSpPr>
        <p:spPr>
          <a:xfrm>
            <a:off x="151542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6" name="Predicted occupancy cell"/>
          <p:cNvSpPr>
            <a:spLocks noGrp="1"/>
          </p:cNvSpPr>
          <p:nvPr/>
        </p:nvSpPr>
        <p:spPr>
          <a:xfrm>
            <a:off x="153447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7" name="Predicted occupancy cell"/>
          <p:cNvSpPr>
            <a:spLocks noGrp="1"/>
          </p:cNvSpPr>
          <p:nvPr/>
        </p:nvSpPr>
        <p:spPr>
          <a:xfrm>
            <a:off x="155352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8" name="Predicted occupancy cell"/>
          <p:cNvSpPr>
            <a:spLocks noGrp="1"/>
          </p:cNvSpPr>
          <p:nvPr/>
        </p:nvSpPr>
        <p:spPr>
          <a:xfrm>
            <a:off x="157257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9" name="Predicted occupancy cell"/>
          <p:cNvSpPr>
            <a:spLocks noGrp="1"/>
          </p:cNvSpPr>
          <p:nvPr/>
        </p:nvSpPr>
        <p:spPr>
          <a:xfrm>
            <a:off x="159162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0" name="Predicted occupancy cell"/>
          <p:cNvSpPr>
            <a:spLocks noGrp="1"/>
          </p:cNvSpPr>
          <p:nvPr/>
        </p:nvSpPr>
        <p:spPr>
          <a:xfrm>
            <a:off x="161067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1" name="Predicted occupancy cell"/>
          <p:cNvSpPr>
            <a:spLocks noGrp="1"/>
          </p:cNvSpPr>
          <p:nvPr/>
        </p:nvSpPr>
        <p:spPr>
          <a:xfrm>
            <a:off x="162972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2" name="Predicted occupancy cell"/>
          <p:cNvSpPr>
            <a:spLocks noGrp="1"/>
          </p:cNvSpPr>
          <p:nvPr/>
        </p:nvSpPr>
        <p:spPr>
          <a:xfrm>
            <a:off x="164877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3" name="Predicted occupancy cell"/>
          <p:cNvSpPr>
            <a:spLocks noGrp="1"/>
          </p:cNvSpPr>
          <p:nvPr/>
        </p:nvSpPr>
        <p:spPr>
          <a:xfrm>
            <a:off x="166782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4" name="Predicted occupancy cell"/>
          <p:cNvSpPr>
            <a:spLocks noGrp="1"/>
          </p:cNvSpPr>
          <p:nvPr/>
        </p:nvSpPr>
        <p:spPr>
          <a:xfrm>
            <a:off x="16868775" y="10077450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5" name="Predicted occupancy cell"/>
          <p:cNvSpPr>
            <a:spLocks noGrp="1"/>
          </p:cNvSpPr>
          <p:nvPr/>
        </p:nvSpPr>
        <p:spPr>
          <a:xfrm>
            <a:off x="170592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6" name="Predicted occupancy cell"/>
          <p:cNvSpPr>
            <a:spLocks noGrp="1"/>
          </p:cNvSpPr>
          <p:nvPr/>
        </p:nvSpPr>
        <p:spPr>
          <a:xfrm>
            <a:off x="172497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7" name="Predicted occupancy cell"/>
          <p:cNvSpPr>
            <a:spLocks noGrp="1"/>
          </p:cNvSpPr>
          <p:nvPr/>
        </p:nvSpPr>
        <p:spPr>
          <a:xfrm>
            <a:off x="174402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8" name="Predicted occupancy cell"/>
          <p:cNvSpPr>
            <a:spLocks noGrp="1"/>
          </p:cNvSpPr>
          <p:nvPr/>
        </p:nvSpPr>
        <p:spPr>
          <a:xfrm>
            <a:off x="176307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9" name="Predicted occupancy cell"/>
          <p:cNvSpPr>
            <a:spLocks noGrp="1"/>
          </p:cNvSpPr>
          <p:nvPr/>
        </p:nvSpPr>
        <p:spPr>
          <a:xfrm>
            <a:off x="178212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0" name="Predicted occupancy cell"/>
          <p:cNvSpPr>
            <a:spLocks noGrp="1"/>
          </p:cNvSpPr>
          <p:nvPr/>
        </p:nvSpPr>
        <p:spPr>
          <a:xfrm>
            <a:off x="18011775" y="1007745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1" name="line-636"/>
          <p:cNvSpPr>
            <a:spLocks noGrp="1"/>
          </p:cNvSpPr>
          <p:nvPr/>
        </p:nvSpPr>
        <p:spPr>
          <a:xfrm>
            <a:off x="15154275" y="9867900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315F46"/>
            </a:solidFill>
            <a:prstDash val="dash"/>
          </a:ln>
        </p:spPr>
      </p:sp>
      <p:sp>
        <p:nvSpPr>
          <p:cNvPr id="1032" name="line-637"/>
          <p:cNvSpPr>
            <a:spLocks noGrp="1"/>
          </p:cNvSpPr>
          <p:nvPr/>
        </p:nvSpPr>
        <p:spPr>
          <a:xfrm>
            <a:off x="17059275" y="9867900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315F46"/>
            </a:solidFill>
            <a:prstDash val="dash"/>
          </a:ln>
        </p:spPr>
      </p:sp>
      <p:sp>
        <p:nvSpPr>
          <p:cNvPr id="1033" name="line-638"/>
          <p:cNvSpPr>
            <a:spLocks noGrp="1"/>
          </p:cNvSpPr>
          <p:nvPr/>
        </p:nvSpPr>
        <p:spPr>
          <a:xfrm>
            <a:off x="15154275" y="10582275"/>
            <a:ext cx="1905000" cy="95"/>
          </a:xfrm>
          <a:custGeom>
            <a:avLst/>
            <a:gdLst/>
            <a:ahLst/>
            <a:cxnLst/>
            <a:pathLst>
              <a:path w="1905000" h="9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1034" name="line-639"/>
          <p:cNvSpPr>
            <a:spLocks noGrp="1"/>
          </p:cNvSpPr>
          <p:nvPr/>
        </p:nvSpPr>
        <p:spPr>
          <a:xfrm>
            <a:off x="15154275" y="1052512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1035" name="line-640"/>
          <p:cNvSpPr>
            <a:spLocks noGrp="1"/>
          </p:cNvSpPr>
          <p:nvPr/>
        </p:nvSpPr>
        <p:spPr>
          <a:xfrm>
            <a:off x="17059275" y="1052512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1036" name="Occurrence ŵ"/>
          <p:cNvSpPr>
            <a:spLocks noGrp="1"/>
          </p:cNvSpPr>
          <p:nvPr/>
        </p:nvSpPr>
        <p:spPr>
          <a:xfrm>
            <a:off x="12820650" y="10639425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Occurrence ŵ</a:t>
            </a:r>
            <a:endParaRPr sz="18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7" name="Duration d̂"/>
          <p:cNvSpPr>
            <a:spLocks noGrp="1"/>
          </p:cNvSpPr>
          <p:nvPr/>
        </p:nvSpPr>
        <p:spPr>
          <a:xfrm>
            <a:off x="15173325" y="10639425"/>
            <a:ext cx="1885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Duration d̂</a:t>
            </a:r>
            <a:endParaRPr sz="1980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8" name="Onset ŝ"/>
          <p:cNvSpPr>
            <a:spLocks noGrp="1"/>
          </p:cNvSpPr>
          <p:nvPr/>
        </p:nvSpPr>
        <p:spPr>
          <a:xfrm>
            <a:off x="14754225" y="1038225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Onset ŝ</a:t>
            </a:r>
            <a:endParaRPr sz="1690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9" name="line-641"/>
          <p:cNvSpPr>
            <a:spLocks noGrp="1"/>
          </p:cNvSpPr>
          <p:nvPr/>
        </p:nvSpPr>
        <p:spPr>
          <a:xfrm>
            <a:off x="12811125" y="11144250"/>
            <a:ext cx="5667375" cy="95"/>
          </a:xfrm>
          <a:custGeom>
            <a:avLst/>
            <a:gdLst/>
            <a:ahLst/>
            <a:cxnLst/>
            <a:pathLst>
              <a:path w="5667375" h="95">
                <a:moveTo>
                  <a:pt x="0" y="0"/>
                </a:moveTo>
                <a:lnTo>
                  <a:pt x="5667375" y="0"/>
                </a:lnTo>
              </a:path>
            </a:pathLst>
          </a:custGeom>
          <a:noFill/>
          <a:ln w="7620">
            <a:solidFill>
              <a:srgbClr val="CCD9E1"/>
            </a:solidFill>
            <a:prstDash val="solid"/>
          </a:ln>
        </p:spPr>
      </p:sp>
      <p:sp>
        <p:nvSpPr>
          <p:cNvPr id="1040" name="Process cause ĉ"/>
          <p:cNvSpPr>
            <a:spLocks noGrp="1"/>
          </p:cNvSpPr>
          <p:nvPr/>
        </p:nvSpPr>
        <p:spPr>
          <a:xfrm>
            <a:off x="12820650" y="11363325"/>
            <a:ext cx="19907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 cause ĉ</a:t>
            </a:r>
            <a:endParaRPr sz="198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1" name="Process class indicator"/>
          <p:cNvSpPr>
            <a:spLocks noGrp="1"/>
          </p:cNvSpPr>
          <p:nvPr/>
        </p:nvSpPr>
        <p:spPr>
          <a:xfrm>
            <a:off x="15878175" y="11410950"/>
            <a:ext cx="314325" cy="190500"/>
          </a:xfrm>
          <a:prstGeom prst="rect">
            <a:avLst/>
          </a:prstGeom>
          <a:solidFill>
            <a:srgbClr val="E6D2BE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2" name="Process class indicator"/>
          <p:cNvSpPr>
            <a:spLocks noGrp="1"/>
          </p:cNvSpPr>
          <p:nvPr/>
        </p:nvSpPr>
        <p:spPr>
          <a:xfrm>
            <a:off x="16268700" y="11410950"/>
            <a:ext cx="314325" cy="190500"/>
          </a:xfrm>
          <a:prstGeom prst="rect">
            <a:avLst/>
          </a:prstGeom>
          <a:solidFill>
            <a:srgbClr val="80543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3" name="Process class indicator"/>
          <p:cNvSpPr>
            <a:spLocks noGrp="1"/>
          </p:cNvSpPr>
          <p:nvPr/>
        </p:nvSpPr>
        <p:spPr>
          <a:xfrm>
            <a:off x="16659225" y="11410950"/>
            <a:ext cx="314325" cy="190500"/>
          </a:xfrm>
          <a:prstGeom prst="rect">
            <a:avLst/>
          </a:prstGeom>
          <a:solidFill>
            <a:srgbClr val="E6D2BE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4" name="Process class indicator"/>
          <p:cNvSpPr>
            <a:spLocks noGrp="1"/>
          </p:cNvSpPr>
          <p:nvPr/>
        </p:nvSpPr>
        <p:spPr>
          <a:xfrm>
            <a:off x="17049750" y="11410950"/>
            <a:ext cx="314325" cy="190500"/>
          </a:xfrm>
          <a:prstGeom prst="rect">
            <a:avLst/>
          </a:prstGeom>
          <a:solidFill>
            <a:srgbClr val="E6D2BE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5" name="process-evidence class"/>
          <p:cNvSpPr>
            <a:spLocks noGrp="1"/>
          </p:cNvSpPr>
          <p:nvPr/>
        </p:nvSpPr>
        <p:spPr>
          <a:xfrm>
            <a:off x="15316200" y="11658600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process-evidence class</a:t>
            </a:r>
            <a:endParaRPr sz="16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6" name="Order remaining time ℓ̂"/>
          <p:cNvSpPr>
            <a:spLocks noGrp="1"/>
          </p:cNvSpPr>
          <p:nvPr/>
        </p:nvSpPr>
        <p:spPr>
          <a:xfrm>
            <a:off x="12820650" y="12049125"/>
            <a:ext cx="27336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Order remaining time ℓ̂</a:t>
            </a:r>
            <a:endParaRPr sz="198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7" name="shape-642"/>
          <p:cNvSpPr>
            <a:spLocks noGrp="1"/>
          </p:cNvSpPr>
          <p:nvPr/>
        </p:nvSpPr>
        <p:spPr>
          <a:xfrm>
            <a:off x="15773400" y="12125325"/>
            <a:ext cx="2524125" cy="123825"/>
          </a:xfrm>
          <a:prstGeom prst="rect">
            <a:avLst/>
          </a:prstGeom>
          <a:solidFill>
            <a:srgbClr val="D5E3EC"/>
          </a:solidFill>
          <a:ln w="5715">
            <a:solidFill>
              <a:srgbClr val="8CAABF"/>
            </a:solidFill>
            <a:prstDash val="solid"/>
          </a:ln>
        </p:spPr>
      </p:sp>
      <p:sp>
        <p:nvSpPr>
          <p:cNvPr id="1048" name="shape-643"/>
          <p:cNvSpPr>
            <a:spLocks noGrp="1"/>
          </p:cNvSpPr>
          <p:nvPr/>
        </p:nvSpPr>
        <p:spPr>
          <a:xfrm>
            <a:off x="15773400" y="12125325"/>
            <a:ext cx="1695450" cy="123825"/>
          </a:xfrm>
          <a:prstGeom prst="rect">
            <a:avLst/>
          </a:prstGeom>
          <a:solidFill>
            <a:srgbClr val="537F9D"/>
          </a:solidFill>
          <a:ln w="0">
            <a:noFill/>
            <a:prstDash val="solid"/>
          </a:ln>
        </p:spPr>
      </p:sp>
      <p:sp>
        <p:nvSpPr>
          <p:cNvPr id="1049" name="Minute-level prediction for the selected resource"/>
          <p:cNvSpPr>
            <a:spLocks noGrp="1"/>
          </p:cNvSpPr>
          <p:nvPr/>
        </p:nvSpPr>
        <p:spPr>
          <a:xfrm>
            <a:off x="12801600" y="12449175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9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9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9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Minute-level prediction for the selected resource</a:t>
            </a:r>
            <a:endParaRPr sz="1690" b="0" i="1">
              <a:solidFill>
                <a:srgbClr val="5C636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WPS 文字</Application>
  <PresentationFormat>Converted Presentation</PresentationFormat>
  <Paragraphs>230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Times New Roman Regular</vt:lpstr>
      <vt:lpstr>Aptos</vt:lpstr>
      <vt:lpstr>Helvetica Neue</vt:lpstr>
      <vt:lpstr>微软雅黑</vt:lpstr>
      <vt:lpstr>方正雅意黑 GB18030L2</vt:lpstr>
      <vt:lpstr>宋体</vt:lpstr>
      <vt:lpstr>Arial Unicode MS</vt:lpstr>
      <vt:lpstr>Calibri</vt:lpstr>
      <vt:lpstr>汉仪书宋二KW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开心果</cp:lastModifiedBy>
  <cp:revision>3</cp:revision>
  <dcterms:created xsi:type="dcterms:W3CDTF">2026-10-22T08:24:35Z</dcterms:created>
  <dcterms:modified xsi:type="dcterms:W3CDTF">2026-10-22T08:24:35Z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DF46C0276B2073365D21D26A08245EC5_42</vt:lpwstr>
  </property>
  <property fmtid="{D5CDD505-2E9C-101B-9397-08002B2CF9AE}" pid="3" name="KSOProductBuildVer">
    <vt:lpwstr>2052-12.1.28496.28496</vt:lpwstr>
  </property>
</Properties>
</file>