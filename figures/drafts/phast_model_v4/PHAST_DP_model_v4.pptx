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f6562a1f3c4e7f" /><Relationship Type="http://schemas.openxmlformats.org/officeDocument/2006/relationships/extended-properties" Target="/docProps/app.xml" Id="R21df6aae8a304961" /><Relationship Type="http://schemas.openxmlformats.org/officeDocument/2006/relationships/officeDocument" Target="/ppt/presentation.xml" Id="R78dc1ddd0b7b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c5d3b44884c7a"/>
  </p:sldMasterIdLst>
  <p:notesMasterIdLst>
    <p:notesMasterId xmlns:r="http://schemas.openxmlformats.org/officeDocument/2006/relationships" r:id="R8045de4039c847b0"/>
  </p:notesMasterIdLst>
  <p:sldIdLst>
    <p:sldId xmlns:r="http://schemas.openxmlformats.org/officeDocument/2006/relationships" id="256" r:id="R2fabb832bc9d4549"/>
  </p:sldIdLst>
  <p:sldSz cx="17145000" cy="1257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8e86275874e80" /><Relationship Type="http://schemas.openxmlformats.org/officeDocument/2006/relationships/slideMaster" Target="/ppt/slideMasters/slideMaster1.xml" Id="R8fac5d3b44884c7a" /><Relationship Type="http://schemas.openxmlformats.org/officeDocument/2006/relationships/notesMaster" Target="/ppt/notesMasters/notesMaster1.xml" Id="R8045de4039c847b0" /><Relationship Type="http://schemas.openxmlformats.org/officeDocument/2006/relationships/presProps" Target="/ppt/presProps.xml" Id="Rdd438a1256734d95" /><Relationship Type="http://schemas.openxmlformats.org/officeDocument/2006/relationships/tableStyles" Target="/ppt/tableStyles.xml" Id="R924c10bc23b940fd" /><Relationship Type="http://schemas.openxmlformats.org/officeDocument/2006/relationships/slide" Target="/ppt/slides/slide1.xml" Id="R2fabb832bc9d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9333c10774f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e9db1afac4ec0" /><Relationship Type="http://schemas.openxmlformats.org/officeDocument/2006/relationships/notesMaster" Target="/ppt/notesMasters/notesMaster1.xml" Id="R5b8a4a0c33ac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PHAST-DP model architecture, revision 4. The three lettered, colored regions correspond to the manuscript contributions: (a) heterogeneous multi-entity representation, (b) process-informed supervision and pattern clustering, and (c) delay-aware cross-resource interaction. Standard model operators remain in the central bottom-up path. Dashed brown arrows indicate training supervision. The dashed green leader links geographic attention to its expanded calculation. The label P (b) identifies the same prototype bank across panels.</a:t>
            </a:r>
          </a:p>
          <a:p xmlns:a="http://schemas.openxmlformats.org/drawingml/2006/main">
            <a:r>
              <a:t>Scientific sources: paper main.tex dev_xwt at ffcfbb7, especially Introduction contributions and Methodology; isaac_factory origin/dev_tyx 29655baee57b9095119589a211ae1e2113b84078, factory_bn/graph.py, dataset.py, cause_cluster.py, model.py, backbone.py. Graph edges in the implementation form a symmetric weighted adjacency. Material availability is a resource feature, not a sixth graph-node type. There are 38 resource nodes and 27 channels; grouped embedding uses six feature groups.</a:t>
            </a:r>
          </a:p>
          <a:p xmlns:a="http://schemas.openxmlformats.org/drawingml/2006/main">
            <a:r>
              <a:t>Important implementation distinction: the event-head regime IDs come from deterministic process rules (seed_cluster_ids), not the offline K=8 k-means descriptors. The active k-means path fits 16 prototypes from length-three training activity patches. Online queries use queue patches. Pattern context is added only to geographic K. The figure therefore shows rule-based regime conditioning separately from prototype clustering. Offline exploratory K=8 descriptors with disabled prediction loss are omitted.</a:t>
            </a:r>
          </a:p>
          <a:p xmlns:a="http://schemas.openxmlformats.org/drawingml/2006/main">
            <a:r>
              <a:t>All networks, matrices, cluster points, event strips and traces are mechanism schematics, not experiment measurements or actual learned weights. The lag sketch illustrates the prediction problem; the model does not explicitly estimate a physical propagation delay or certify a causal edge. Five encoder blocks use 4 temporal, 2 geographic and 2 semantic heads. Input dimension is 30 by 38 by 27. The figure omits dropout and training-loss algebra. The five event heads are compressed into Event heads, with precursor/regime fusion retained separately. All diagram elements are editable native objects, with Times New Roman requested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52dbec4bd45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4b4ff724e4e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d770448c0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163eb47c745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6a963cee54a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9df86d306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BC64D2-66A2-472E-91C7-C6D30B12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749800"/>
            <a:ext cx="13716000" cy="18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BE1871-04BC-44A7-86DD-167AD57478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6915150"/>
            <a:ext cx="12001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F2A6CB-C011-4EC0-AE2D-6801C4112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5238750"/>
            <a:ext cx="1371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BAA1A-CCDA-497A-B4CB-3ED4ACBD2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77900"/>
            <a:ext cx="15216188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0CF285-C4F9-4732-A3A1-6DA5B8890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92500"/>
            <a:ext cx="15216188" cy="78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B1BB55-1315-40A5-89AF-2C62B3607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77900"/>
            <a:ext cx="15216188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D6D2A6-DA93-4E9D-AC29-4069CF1C80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92500"/>
            <a:ext cx="7072313" cy="78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5D0A68-3277-4C48-8FDB-475D206B55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3492500"/>
            <a:ext cx="7072313" cy="78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3AE16D-6F8B-4389-A992-42779569C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77900"/>
            <a:ext cx="15216188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0CFAD4-3F28-4F07-98A7-8DCC322E8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492500"/>
            <a:ext cx="7072313" cy="78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8e234baf2f45d7" /><Relationship Type="http://schemas.openxmlformats.org/officeDocument/2006/relationships/slideLayout" Target="/ppt/slideLayouts/slideLayout1.xml" Id="R5701efab1d664585" /><Relationship Type="http://schemas.openxmlformats.org/officeDocument/2006/relationships/slideLayout" Target="/ppt/slideLayouts/slideLayout2.xml" Id="R58299cda1736434f" /><Relationship Type="http://schemas.openxmlformats.org/officeDocument/2006/relationships/slideLayout" Target="/ppt/slideLayouts/slideLayout3.xml" Id="R98ce8ae9c1af4b58" /><Relationship Type="http://schemas.openxmlformats.org/officeDocument/2006/relationships/slideLayout" Target="/ppt/slideLayouts/slideLayout4.xml" Id="Raf1e219b18e548aa" /><Relationship Type="http://schemas.openxmlformats.org/officeDocument/2006/relationships/slideLayout" Target="/ppt/slideLayouts/slideLayout5.xml" Id="R84d399a83c374d00" /><Relationship Type="http://schemas.openxmlformats.org/officeDocument/2006/relationships/slideLayout" Target="/ppt/slideLayouts/slideLayout6.xml" Id="Rf1477965489a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1efab1d664585"/>
    <p:sldLayoutId xmlns:r="http://schemas.openxmlformats.org/officeDocument/2006/relationships" id="2147483650" r:id="R58299cda1736434f"/>
    <p:sldLayoutId xmlns:r="http://schemas.openxmlformats.org/officeDocument/2006/relationships" id="2147483651" r:id="R98ce8ae9c1af4b58"/>
    <p:sldLayoutId xmlns:r="http://schemas.openxmlformats.org/officeDocument/2006/relationships" id="2147483652" r:id="Raf1e219b18e548aa"/>
    <p:sldLayoutId xmlns:r="http://schemas.openxmlformats.org/officeDocument/2006/relationships" id="2147483653" r:id="R84d399a83c374d00"/>
    <p:sldLayoutId xmlns:r="http://schemas.openxmlformats.org/officeDocument/2006/relationships" id="2147483654" r:id="Rf1477965489a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154a717054e1e" /><Relationship Type="http://schemas.openxmlformats.org/officeDocument/2006/relationships/notesSlide" Target="/ppt/notesSlides/notesSlide1.xml" Id="R8d33183f791f43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5" name="PHAST-DP">
            <a:extLst xmlns:a="http://schemas.openxmlformats.org/drawingml/2006/main">
              <a:ext uri="{FF2B5EF4-FFF2-40B4-BE49-F238E27FC236}">
                <a16:creationId xmlns:a16="http://schemas.microsoft.com/office/drawing/2014/main" id="{0B25CF26-1C9E-4311-8674-9D91346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857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PHAST-DP</a:t>
            </a:r>
          </a:p>
        </p:txBody>
      </p:sp>
      <p:sp>
        <p:nvSpPr>
          <p:cNvPr id="2" name="Resource, onset, duration, state, cause and remaining time">
            <a:extLst xmlns:a="http://schemas.openxmlformats.org/drawingml/2006/main">
              <a:ext uri="{FF2B5EF4-FFF2-40B4-BE49-F238E27FC236}">
                <a16:creationId xmlns:a16="http://schemas.microsoft.com/office/drawing/2014/main" id="{867641A5-D0EB-411E-B08B-C8FF603C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"/>
            <a:ext cx="603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Resource, onset, duration, state, cause and remaining time</a:t>
            </a:r>
          </a:p>
        </p:txBody>
      </p:sp>
      <p:sp>
        <p:nvSpPr>
          <p:cNvPr id="3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6BD9FCCC-9C3E-402F-A56A-9C95A49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810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4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F0F031C1-7807-4178-97D9-7F209E2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0001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decoding and report assembly</a:t>
            </a:r>
          </a:p>
        </p:txBody>
      </p:sp>
      <p:sp>
        <p:nvSpPr>
          <p:cNvPr id="5" name="line-1">
            <a:extLst xmlns:a="http://schemas.openxmlformats.org/drawingml/2006/main">
              <a:ext uri="{FF2B5EF4-FFF2-40B4-BE49-F238E27FC236}">
                <a16:creationId xmlns:a16="http://schemas.microsoft.com/office/drawing/2014/main" id="{60FC2663-F3C4-41D6-924A-B89384F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9150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" name="line-2">
            <a:extLst xmlns:a="http://schemas.openxmlformats.org/drawingml/2006/main">
              <a:ext uri="{FF2B5EF4-FFF2-40B4-BE49-F238E27FC236}">
                <a16:creationId xmlns:a16="http://schemas.microsoft.com/office/drawing/2014/main" id="{BB99669B-06A7-48BE-BC5B-6B70C11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91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" name="line-3">
            <a:extLst xmlns:a="http://schemas.openxmlformats.org/drawingml/2006/main">
              <a:ext uri="{FF2B5EF4-FFF2-40B4-BE49-F238E27FC236}">
                <a16:creationId xmlns:a16="http://schemas.microsoft.com/office/drawing/2014/main" id="{589EA788-7F7F-4561-8D22-63D3D28D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191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" name="line-4">
            <a:extLst xmlns:a="http://schemas.openxmlformats.org/drawingml/2006/main">
              <a:ext uri="{FF2B5EF4-FFF2-40B4-BE49-F238E27FC236}">
                <a16:creationId xmlns:a16="http://schemas.microsoft.com/office/drawing/2014/main" id="{76F0B6EC-8D7D-4378-8AAF-5EBA2CC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85925"/>
            <a:ext cx="3933825" cy="95"/>
          </a:xfrm>
          <a:custGeom xmlns:a="http://schemas.openxmlformats.org/drawingml/2006/main">
            <a:pathLst>
              <a:path w="3933825" h="95">
                <a:moveTo>
                  <a:pt x="0" y="0"/>
                </a:moveTo>
                <a:lnTo>
                  <a:pt x="393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FD132079-5B8D-48EE-B54A-FE7C8332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19225"/>
            <a:ext cx="95" cy="266700"/>
          </a:xfrm>
          <a:custGeom xmlns:a="http://schemas.openxmlformats.org/drawingml/2006/main">
            <a:pathLst>
              <a:path w="9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" name="line-6">
            <a:extLst xmlns:a="http://schemas.openxmlformats.org/drawingml/2006/main">
              <a:ext uri="{FF2B5EF4-FFF2-40B4-BE49-F238E27FC236}">
                <a16:creationId xmlns:a16="http://schemas.microsoft.com/office/drawing/2014/main" id="{CEA6FCD4-172D-4DDA-8488-1EAED55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192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" name="line-7">
            <a:extLst xmlns:a="http://schemas.openxmlformats.org/drawingml/2006/main">
              <a:ext uri="{FF2B5EF4-FFF2-40B4-BE49-F238E27FC236}">
                <a16:creationId xmlns:a16="http://schemas.microsoft.com/office/drawing/2014/main" id="{38C328E8-1BE1-4201-B8D1-E4BFFB1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14192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B4F4DCCB-ED46-4814-815C-0C386F2E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85925"/>
            <a:ext cx="95" cy="438150"/>
          </a:xfrm>
          <a:custGeom xmlns:a="http://schemas.openxmlformats.org/drawingml/2006/main">
            <a:pathLst>
              <a:path w="95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" name="line-9">
            <a:extLst xmlns:a="http://schemas.openxmlformats.org/drawingml/2006/main">
              <a:ext uri="{FF2B5EF4-FFF2-40B4-BE49-F238E27FC236}">
                <a16:creationId xmlns:a16="http://schemas.microsoft.com/office/drawing/2014/main" id="{F3FDD29F-9C7B-4623-8DCF-998D2954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" name="line-10">
            <a:extLst xmlns:a="http://schemas.openxmlformats.org/drawingml/2006/main">
              <a:ext uri="{FF2B5EF4-FFF2-40B4-BE49-F238E27FC236}">
                <a16:creationId xmlns:a16="http://schemas.microsoft.com/office/drawing/2014/main" id="{EE1BDAAE-9FC3-4B06-A723-31D5760B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86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5" name="line-11">
            <a:extLst xmlns:a="http://schemas.openxmlformats.org/drawingml/2006/main">
              <a:ext uri="{FF2B5EF4-FFF2-40B4-BE49-F238E27FC236}">
                <a16:creationId xmlns:a16="http://schemas.microsoft.com/office/drawing/2014/main" id="{7DD71233-3A5F-441A-971C-67584EAA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685925"/>
            <a:ext cx="95" cy="438150"/>
          </a:xfrm>
          <a:custGeom xmlns:a="http://schemas.openxmlformats.org/drawingml/2006/main">
            <a:pathLst>
              <a:path w="95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" name="line-12">
            <a:extLst xmlns:a="http://schemas.openxmlformats.org/drawingml/2006/main">
              <a:ext uri="{FF2B5EF4-FFF2-40B4-BE49-F238E27FC236}">
                <a16:creationId xmlns:a16="http://schemas.microsoft.com/office/drawing/2014/main" id="{4213A4F6-E76B-4581-8B80-A790836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" name="line-13">
            <a:extLst xmlns:a="http://schemas.openxmlformats.org/drawingml/2006/main">
              <a:ext uri="{FF2B5EF4-FFF2-40B4-BE49-F238E27FC236}">
                <a16:creationId xmlns:a16="http://schemas.microsoft.com/office/drawing/2014/main" id="{FCB9BC8D-99E0-483E-87A4-96E7DAB2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636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" name="line-14">
            <a:extLst xmlns:a="http://schemas.openxmlformats.org/drawingml/2006/main">
              <a:ext uri="{FF2B5EF4-FFF2-40B4-BE49-F238E27FC236}">
                <a16:creationId xmlns:a16="http://schemas.microsoft.com/office/drawing/2014/main" id="{81060A6C-F94C-4CDE-9A06-8DE515E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85925"/>
            <a:ext cx="95" cy="438150"/>
          </a:xfrm>
          <a:custGeom xmlns:a="http://schemas.openxmlformats.org/drawingml/2006/main">
            <a:pathLst>
              <a:path w="95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" name="line-15">
            <a:extLst xmlns:a="http://schemas.openxmlformats.org/drawingml/2006/main">
              <a:ext uri="{FF2B5EF4-FFF2-40B4-BE49-F238E27FC236}">
                <a16:creationId xmlns:a16="http://schemas.microsoft.com/office/drawing/2014/main" id="{0757ADB6-E92F-4EEC-A9E6-63E6C05D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" name="line-16">
            <a:extLst xmlns:a="http://schemas.openxmlformats.org/drawingml/2006/main">
              <a:ext uri="{FF2B5EF4-FFF2-40B4-BE49-F238E27FC236}">
                <a16:creationId xmlns:a16="http://schemas.microsoft.com/office/drawing/2014/main" id="{A7177DD2-3847-4013-808B-8EAC552B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16859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" name="Event heads">
            <a:extLst xmlns:a="http://schemas.openxmlformats.org/drawingml/2006/main">
              <a:ext uri="{FF2B5EF4-FFF2-40B4-BE49-F238E27FC236}">
                <a16:creationId xmlns:a16="http://schemas.microsoft.com/office/drawing/2014/main" id="{FCA84B0D-7880-4215-824E-E914839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1657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22" name="Event heads">
            <a:extLst xmlns:a="http://schemas.openxmlformats.org/drawingml/2006/main">
              <a:ext uri="{FF2B5EF4-FFF2-40B4-BE49-F238E27FC236}">
                <a16:creationId xmlns:a16="http://schemas.microsoft.com/office/drawing/2014/main" id="{0D95FFC6-F378-4794-AE4A-A4E86B52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heads</a:t>
            </a:r>
          </a:p>
        </p:txBody>
      </p:sp>
      <p:sp>
        <p:nvSpPr>
          <p:cNvPr id="23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FA9EB002-4B96-4BB2-9AC5-3BA77C99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24075"/>
            <a:ext cx="1905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24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8CB933D0-81B5-4303-978D-201AB515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43125"/>
            <a:ext cx="1828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State and remaining</a:t>
            </a:r>
          </a:p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time decoders</a:t>
            </a:r>
          </a:p>
        </p:txBody>
      </p:sp>
      <p:sp>
        <p:nvSpPr>
          <p:cNvPr id="25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DAADDCF6-9A75-40DD-8715-D32F312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124075"/>
            <a:ext cx="14763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26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8E0E17C0-F568-420B-A090-4AC681E8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143125"/>
            <a:ext cx="1400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Cause</a:t>
            </a:r>
          </a:p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27" name="Regime + precursor&#10;fusion (b)">
            <a:extLst xmlns:a="http://schemas.openxmlformats.org/drawingml/2006/main">
              <a:ext uri="{FF2B5EF4-FFF2-40B4-BE49-F238E27FC236}">
                <a16:creationId xmlns:a16="http://schemas.microsoft.com/office/drawing/2014/main" id="{CAFB114C-3FE8-4FA6-9240-66B32C0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28" name="Regime + precursor&#10;fusion (b)">
            <a:extLst xmlns:a="http://schemas.openxmlformats.org/drawingml/2006/main">
              <a:ext uri="{FF2B5EF4-FFF2-40B4-BE49-F238E27FC236}">
                <a16:creationId xmlns:a16="http://schemas.microsoft.com/office/drawing/2014/main" id="{33279AF3-8D7F-42F0-B3A9-570B02A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384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Regime + precursor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 (b)</a:t>
            </a:r>
          </a:p>
        </p:txBody>
      </p:sp>
      <p:sp>
        <p:nvSpPr>
          <p:cNvPr id="29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6DC6866A-ABC6-461F-BC68-77342140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1940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30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76E5C387-F8AE-42E0-A7D2-70F836B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Skip + order-progress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31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14C7B41C-BA7D-4992-B54F-9D20E68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19400"/>
            <a:ext cx="147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32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C92E5FDD-816C-431C-B470-92D64CC0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384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Graph pooling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 node evidence</a:t>
            </a:r>
          </a:p>
        </p:txBody>
      </p:sp>
      <p:sp>
        <p:nvSpPr>
          <p:cNvPr id="33" name="line-17">
            <a:extLst xmlns:a="http://schemas.openxmlformats.org/drawingml/2006/main">
              <a:ext uri="{FF2B5EF4-FFF2-40B4-BE49-F238E27FC236}">
                <a16:creationId xmlns:a16="http://schemas.microsoft.com/office/drawing/2014/main" id="{5C1F44B0-CF62-4C71-AC55-E4E43BC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67000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" name="line-18">
            <a:extLst xmlns:a="http://schemas.openxmlformats.org/drawingml/2006/main">
              <a:ext uri="{FF2B5EF4-FFF2-40B4-BE49-F238E27FC236}">
                <a16:creationId xmlns:a16="http://schemas.microsoft.com/office/drawing/2014/main" id="{717D0CAD-ECE4-4F1E-85AC-81933524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" name="line-19">
            <a:extLst xmlns:a="http://schemas.openxmlformats.org/drawingml/2006/main">
              <a:ext uri="{FF2B5EF4-FFF2-40B4-BE49-F238E27FC236}">
                <a16:creationId xmlns:a16="http://schemas.microsoft.com/office/drawing/2014/main" id="{FF52AD1E-E975-4ECD-AA70-AD4BCA9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86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" name="line-20">
            <a:extLst xmlns:a="http://schemas.openxmlformats.org/drawingml/2006/main">
              <a:ext uri="{FF2B5EF4-FFF2-40B4-BE49-F238E27FC236}">
                <a16:creationId xmlns:a16="http://schemas.microsoft.com/office/drawing/2014/main" id="{023B23FC-88DB-4721-BB9B-B96395D0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67000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7" name="line-21">
            <a:extLst xmlns:a="http://schemas.openxmlformats.org/drawingml/2006/main">
              <a:ext uri="{FF2B5EF4-FFF2-40B4-BE49-F238E27FC236}">
                <a16:creationId xmlns:a16="http://schemas.microsoft.com/office/drawing/2014/main" id="{D7E5408A-9B69-44BB-8A7A-610D885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8" name="line-22">
            <a:extLst xmlns:a="http://schemas.openxmlformats.org/drawingml/2006/main">
              <a:ext uri="{FF2B5EF4-FFF2-40B4-BE49-F238E27FC236}">
                <a16:creationId xmlns:a16="http://schemas.microsoft.com/office/drawing/2014/main" id="{30EA916A-85E7-4FFC-A567-24EC6AE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636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9" name="line-23">
            <a:extLst xmlns:a="http://schemas.openxmlformats.org/drawingml/2006/main">
              <a:ext uri="{FF2B5EF4-FFF2-40B4-BE49-F238E27FC236}">
                <a16:creationId xmlns:a16="http://schemas.microsoft.com/office/drawing/2014/main" id="{B21C77EE-3488-45CA-A930-E6BCD3B7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0" name="line-24">
            <a:extLst xmlns:a="http://schemas.openxmlformats.org/drawingml/2006/main">
              <a:ext uri="{FF2B5EF4-FFF2-40B4-BE49-F238E27FC236}">
                <a16:creationId xmlns:a16="http://schemas.microsoft.com/office/drawing/2014/main" id="{A928C129-D849-4313-8BE5-16B5C33B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" name="line-25">
            <a:extLst xmlns:a="http://schemas.openxmlformats.org/drawingml/2006/main">
              <a:ext uri="{FF2B5EF4-FFF2-40B4-BE49-F238E27FC236}">
                <a16:creationId xmlns:a16="http://schemas.microsoft.com/office/drawing/2014/main" id="{6F01787D-81AF-477C-A355-A275E770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266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2" name="line-26">
            <a:extLst xmlns:a="http://schemas.openxmlformats.org/drawingml/2006/main">
              <a:ext uri="{FF2B5EF4-FFF2-40B4-BE49-F238E27FC236}">
                <a16:creationId xmlns:a16="http://schemas.microsoft.com/office/drawing/2014/main" id="{79AD1E84-F515-4FF9-AD06-85AA2B3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48050"/>
            <a:ext cx="3933825" cy="95"/>
          </a:xfrm>
          <a:custGeom xmlns:a="http://schemas.openxmlformats.org/drawingml/2006/main">
            <a:pathLst>
              <a:path w="3933825" h="95">
                <a:moveTo>
                  <a:pt x="0" y="0"/>
                </a:moveTo>
                <a:lnTo>
                  <a:pt x="393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" name="line-27">
            <a:extLst xmlns:a="http://schemas.openxmlformats.org/drawingml/2006/main">
              <a:ext uri="{FF2B5EF4-FFF2-40B4-BE49-F238E27FC236}">
                <a16:creationId xmlns:a16="http://schemas.microsoft.com/office/drawing/2014/main" id="{516220EA-18F6-427A-BC17-7E8CC4E3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500"/>
            <a:ext cx="95" cy="209550"/>
          </a:xfrm>
          <a:custGeom xmlns:a="http://schemas.openxmlformats.org/drawingml/2006/main">
            <a:pathLst>
              <a:path w="9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4" name="line-28">
            <a:extLst xmlns:a="http://schemas.openxmlformats.org/drawingml/2006/main">
              <a:ext uri="{FF2B5EF4-FFF2-40B4-BE49-F238E27FC236}">
                <a16:creationId xmlns:a16="http://schemas.microsoft.com/office/drawing/2014/main" id="{B4D90412-5B46-4FBC-B9F9-0B4E2B7B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5" name="line-29">
            <a:extLst xmlns:a="http://schemas.openxmlformats.org/drawingml/2006/main">
              <a:ext uri="{FF2B5EF4-FFF2-40B4-BE49-F238E27FC236}">
                <a16:creationId xmlns:a16="http://schemas.microsoft.com/office/drawing/2014/main" id="{E39D14C8-1E4A-4116-BA87-EC63B662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86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6" name="line-30">
            <a:extLst xmlns:a="http://schemas.openxmlformats.org/drawingml/2006/main">
              <a:ext uri="{FF2B5EF4-FFF2-40B4-BE49-F238E27FC236}">
                <a16:creationId xmlns:a16="http://schemas.microsoft.com/office/drawing/2014/main" id="{9648DE21-5D38-415E-A323-5D3494A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95" cy="209550"/>
          </a:xfrm>
          <a:custGeom xmlns:a="http://schemas.openxmlformats.org/drawingml/2006/main">
            <a:pathLst>
              <a:path w="9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7" name="line-31">
            <a:extLst xmlns:a="http://schemas.openxmlformats.org/drawingml/2006/main">
              <a:ext uri="{FF2B5EF4-FFF2-40B4-BE49-F238E27FC236}">
                <a16:creationId xmlns:a16="http://schemas.microsoft.com/office/drawing/2014/main" id="{584F29BC-1B6F-4A3A-8609-8AE075D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8" name="line-32">
            <a:extLst xmlns:a="http://schemas.openxmlformats.org/drawingml/2006/main">
              <a:ext uri="{FF2B5EF4-FFF2-40B4-BE49-F238E27FC236}">
                <a16:creationId xmlns:a16="http://schemas.microsoft.com/office/drawing/2014/main" id="{1B1F6B93-71E4-499B-ABA4-04AF7BC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636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" name="line-33">
            <a:extLst xmlns:a="http://schemas.openxmlformats.org/drawingml/2006/main">
              <a:ext uri="{FF2B5EF4-FFF2-40B4-BE49-F238E27FC236}">
                <a16:creationId xmlns:a16="http://schemas.microsoft.com/office/drawing/2014/main" id="{171D96C9-508A-42E7-98E6-D2CED327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0"/>
            <a:ext cx="95" cy="209550"/>
          </a:xfrm>
          <a:custGeom xmlns:a="http://schemas.openxmlformats.org/drawingml/2006/main">
            <a:pathLst>
              <a:path w="9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0" name="line-34">
            <a:extLst xmlns:a="http://schemas.openxmlformats.org/drawingml/2006/main">
              <a:ext uri="{FF2B5EF4-FFF2-40B4-BE49-F238E27FC236}">
                <a16:creationId xmlns:a16="http://schemas.microsoft.com/office/drawing/2014/main" id="{F7B372F0-B440-4ED0-A518-F525DFD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1" name="line-35">
            <a:extLst xmlns:a="http://schemas.openxmlformats.org/drawingml/2006/main">
              <a:ext uri="{FF2B5EF4-FFF2-40B4-BE49-F238E27FC236}">
                <a16:creationId xmlns:a16="http://schemas.microsoft.com/office/drawing/2014/main" id="{8F432BAE-436D-4BC4-A9C1-8B26711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32385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2" name="line-36">
            <a:extLst xmlns:a="http://schemas.openxmlformats.org/drawingml/2006/main">
              <a:ext uri="{FF2B5EF4-FFF2-40B4-BE49-F238E27FC236}">
                <a16:creationId xmlns:a16="http://schemas.microsoft.com/office/drawing/2014/main" id="{E0BB59CF-323B-4279-894C-AA531AA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95" cy="371475"/>
          </a:xfrm>
          <a:custGeom xmlns:a="http://schemas.openxmlformats.org/drawingml/2006/main">
            <a:pathLst>
              <a:path w="95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3" name="line-37">
            <a:extLst xmlns:a="http://schemas.openxmlformats.org/drawingml/2006/main">
              <a:ext uri="{FF2B5EF4-FFF2-40B4-BE49-F238E27FC236}">
                <a16:creationId xmlns:a16="http://schemas.microsoft.com/office/drawing/2014/main" id="{E6AB58FA-DBA0-4980-9D41-7B56E5A0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4" name="line-38">
            <a:extLst xmlns:a="http://schemas.openxmlformats.org/drawingml/2006/main">
              <a:ext uri="{FF2B5EF4-FFF2-40B4-BE49-F238E27FC236}">
                <a16:creationId xmlns:a16="http://schemas.microsoft.com/office/drawing/2014/main" id="{88155078-AA73-430A-B43F-D83B5B31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34480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5" name="H(t)">
            <a:extLst xmlns:a="http://schemas.openxmlformats.org/drawingml/2006/main">
              <a:ext uri="{FF2B5EF4-FFF2-40B4-BE49-F238E27FC236}">
                <a16:creationId xmlns:a16="http://schemas.microsoft.com/office/drawing/2014/main" id="{1CF4D298-E7CC-4B78-8751-0EA0B66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052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56" name="Spatiotemporal encoder">
            <a:extLst xmlns:a="http://schemas.openxmlformats.org/drawingml/2006/main">
              <a:ext uri="{FF2B5EF4-FFF2-40B4-BE49-F238E27FC236}">
                <a16:creationId xmlns:a16="http://schemas.microsoft.com/office/drawing/2014/main" id="{54E9B9DA-414B-4D51-B86B-1D9578AF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81425"/>
            <a:ext cx="5619750" cy="491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C939A"/>
            </a:solidFill>
            <a:prstDash val="dash"/>
          </a:ln>
        </p:spPr>
      </p:sp>
      <p:sp>
        <p:nvSpPr>
          <p:cNvPr id="57" name="Encoder block × 5">
            <a:extLst xmlns:a="http://schemas.openxmlformats.org/drawingml/2006/main">
              <a:ext uri="{FF2B5EF4-FFF2-40B4-BE49-F238E27FC236}">
                <a16:creationId xmlns:a16="http://schemas.microsoft.com/office/drawing/2014/main" id="{3491FDAF-9820-47E1-845A-4AE74360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0520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Encoder block × 5</a:t>
            </a:r>
          </a:p>
        </p:txBody>
      </p:sp>
      <p:sp>
        <p:nvSpPr>
          <p:cNvPr id="58" name="operator-+">
            <a:extLst xmlns:a="http://schemas.openxmlformats.org/drawingml/2006/main">
              <a:ext uri="{FF2B5EF4-FFF2-40B4-BE49-F238E27FC236}">
                <a16:creationId xmlns:a16="http://schemas.microsoft.com/office/drawing/2014/main" id="{201B1A21-8B14-4ABF-8697-BC44DCE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59" name="+">
            <a:extLst xmlns:a="http://schemas.openxmlformats.org/drawingml/2006/main">
              <a:ext uri="{FF2B5EF4-FFF2-40B4-BE49-F238E27FC236}">
                <a16:creationId xmlns:a16="http://schemas.microsoft.com/office/drawing/2014/main" id="{FF769D69-12E4-4A7E-B6A7-E50CAA6A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0" name="line-39">
            <a:extLst xmlns:a="http://schemas.openxmlformats.org/drawingml/2006/main">
              <a:ext uri="{FF2B5EF4-FFF2-40B4-BE49-F238E27FC236}">
                <a16:creationId xmlns:a16="http://schemas.microsoft.com/office/drawing/2014/main" id="{FB8DE7AF-23FB-4B29-8556-3015C4C5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67175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1" name="line-40">
            <a:extLst xmlns:a="http://schemas.openxmlformats.org/drawingml/2006/main">
              <a:ext uri="{FF2B5EF4-FFF2-40B4-BE49-F238E27FC236}">
                <a16:creationId xmlns:a16="http://schemas.microsoft.com/office/drawing/2014/main" id="{B2552FA2-CB7E-4BA0-9F96-474AF1A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671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" name="line-41">
            <a:extLst xmlns:a="http://schemas.openxmlformats.org/drawingml/2006/main">
              <a:ext uri="{FF2B5EF4-FFF2-40B4-BE49-F238E27FC236}">
                <a16:creationId xmlns:a16="http://schemas.microsoft.com/office/drawing/2014/main" id="{E0D1160D-389F-4499-9EBB-71C221D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0671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3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C4730014-0C55-4E43-9223-6CA26628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324350"/>
            <a:ext cx="2152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64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2A35547C-6309-47C1-B569-93E9BD3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4340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Feed-forward network</a:t>
            </a:r>
          </a:p>
        </p:txBody>
      </p:sp>
      <p:sp>
        <p:nvSpPr>
          <p:cNvPr id="65" name="line-42">
            <a:extLst xmlns:a="http://schemas.openxmlformats.org/drawingml/2006/main">
              <a:ext uri="{FF2B5EF4-FFF2-40B4-BE49-F238E27FC236}">
                <a16:creationId xmlns:a16="http://schemas.microsoft.com/office/drawing/2014/main" id="{A2DA127F-3F31-4819-A819-E8A972E7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76775"/>
            <a:ext cx="95" cy="238125"/>
          </a:xfrm>
          <a:custGeom xmlns:a="http://schemas.openxmlformats.org/drawingml/2006/main"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" name="line-43">
            <a:extLst xmlns:a="http://schemas.openxmlformats.org/drawingml/2006/main">
              <a:ext uri="{FF2B5EF4-FFF2-40B4-BE49-F238E27FC236}">
                <a16:creationId xmlns:a16="http://schemas.microsoft.com/office/drawing/2014/main" id="{B6B0BEE8-63A7-4422-B945-39098A4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767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" name="line-44">
            <a:extLst xmlns:a="http://schemas.openxmlformats.org/drawingml/2006/main">
              <a:ext uri="{FF2B5EF4-FFF2-40B4-BE49-F238E27FC236}">
                <a16:creationId xmlns:a16="http://schemas.microsoft.com/office/drawing/2014/main" id="{8F3A0C43-B374-4800-B1E8-EFE5A2D0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6767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8" name="LayerNorm">
            <a:extLst xmlns:a="http://schemas.openxmlformats.org/drawingml/2006/main">
              <a:ext uri="{FF2B5EF4-FFF2-40B4-BE49-F238E27FC236}">
                <a16:creationId xmlns:a16="http://schemas.microsoft.com/office/drawing/2014/main" id="{BDA75997-D67F-4CAC-B278-A9C15BD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1490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69" name="LayerNorm">
            <a:extLst xmlns:a="http://schemas.openxmlformats.org/drawingml/2006/main">
              <a:ext uri="{FF2B5EF4-FFF2-40B4-BE49-F238E27FC236}">
                <a16:creationId xmlns:a16="http://schemas.microsoft.com/office/drawing/2014/main" id="{200E5BAE-3E0B-4AD6-A719-48E02CD1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70" name="line-45">
            <a:extLst xmlns:a="http://schemas.openxmlformats.org/drawingml/2006/main">
              <a:ext uri="{FF2B5EF4-FFF2-40B4-BE49-F238E27FC236}">
                <a16:creationId xmlns:a16="http://schemas.microsoft.com/office/drawing/2014/main" id="{FB449D94-9635-44CC-9C7C-0691546F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1" name="line-46">
            <a:extLst xmlns:a="http://schemas.openxmlformats.org/drawingml/2006/main">
              <a:ext uri="{FF2B5EF4-FFF2-40B4-BE49-F238E27FC236}">
                <a16:creationId xmlns:a16="http://schemas.microsoft.com/office/drawing/2014/main" id="{118AFA9A-7530-4809-AE12-86FB3BA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2" name="line-47">
            <a:extLst xmlns:a="http://schemas.openxmlformats.org/drawingml/2006/main">
              <a:ext uri="{FF2B5EF4-FFF2-40B4-BE49-F238E27FC236}">
                <a16:creationId xmlns:a16="http://schemas.microsoft.com/office/drawing/2014/main" id="{2ECE3AB0-B553-4C40-A8C1-FCD267D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2197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3" name="operator-+">
            <a:extLst xmlns:a="http://schemas.openxmlformats.org/drawingml/2006/main">
              <a:ext uri="{FF2B5EF4-FFF2-40B4-BE49-F238E27FC236}">
                <a16:creationId xmlns:a16="http://schemas.microsoft.com/office/drawing/2014/main" id="{90941F21-8FE3-4B25-9F7D-E3E5277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19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74" name="+">
            <a:extLst xmlns:a="http://schemas.openxmlformats.org/drawingml/2006/main">
              <a:ext uri="{FF2B5EF4-FFF2-40B4-BE49-F238E27FC236}">
                <a16:creationId xmlns:a16="http://schemas.microsoft.com/office/drawing/2014/main" id="{8B47FAE1-7A6C-4660-93C7-27369A4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19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5" name="line-48">
            <a:extLst xmlns:a="http://schemas.openxmlformats.org/drawingml/2006/main">
              <a:ext uri="{FF2B5EF4-FFF2-40B4-BE49-F238E27FC236}">
                <a16:creationId xmlns:a16="http://schemas.microsoft.com/office/drawing/2014/main" id="{424587B2-3B7E-4DA5-A59F-DBA5A600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57850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" name="line-49">
            <a:extLst xmlns:a="http://schemas.openxmlformats.org/drawingml/2006/main">
              <a:ext uri="{FF2B5EF4-FFF2-40B4-BE49-F238E27FC236}">
                <a16:creationId xmlns:a16="http://schemas.microsoft.com/office/drawing/2014/main" id="{15E6531D-0DBD-4FA7-92E8-99C55204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57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" name="line-50">
            <a:extLst xmlns:a="http://schemas.openxmlformats.org/drawingml/2006/main">
              <a:ext uri="{FF2B5EF4-FFF2-40B4-BE49-F238E27FC236}">
                <a16:creationId xmlns:a16="http://schemas.microsoft.com/office/drawing/2014/main" id="{CE2DAD02-54AF-4130-A637-71AB77C0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657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8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0B308C97-C56F-4838-85B6-C247BFD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9150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79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A34DFFA7-A505-4B34-8B55-BF7F29EF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340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Concat + Linear</a:t>
            </a:r>
          </a:p>
        </p:txBody>
      </p:sp>
      <p:sp>
        <p:nvSpPr>
          <p:cNvPr id="80" name="line-51">
            <a:extLst xmlns:a="http://schemas.openxmlformats.org/drawingml/2006/main">
              <a:ext uri="{FF2B5EF4-FFF2-40B4-BE49-F238E27FC236}">
                <a16:creationId xmlns:a16="http://schemas.microsoft.com/office/drawing/2014/main" id="{A81E2DBE-70F1-4366-A8F8-114EC16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" name="line-52">
            <a:extLst xmlns:a="http://schemas.openxmlformats.org/drawingml/2006/main">
              <a:ext uri="{FF2B5EF4-FFF2-40B4-BE49-F238E27FC236}">
                <a16:creationId xmlns:a16="http://schemas.microsoft.com/office/drawing/2014/main" id="{D7426F75-126D-4FA6-AD88-FDD7161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" name="line-53">
            <a:extLst xmlns:a="http://schemas.openxmlformats.org/drawingml/2006/main">
              <a:ext uri="{FF2B5EF4-FFF2-40B4-BE49-F238E27FC236}">
                <a16:creationId xmlns:a16="http://schemas.microsoft.com/office/drawing/2014/main" id="{59242391-2351-4B85-9BDA-6F307E54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2865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" name="line-54">
            <a:extLst xmlns:a="http://schemas.openxmlformats.org/drawingml/2006/main">
              <a:ext uri="{FF2B5EF4-FFF2-40B4-BE49-F238E27FC236}">
                <a16:creationId xmlns:a16="http://schemas.microsoft.com/office/drawing/2014/main" id="{005BE210-2BEC-484E-8F9C-FC6C5C13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6477000"/>
            <a:ext cx="3448050" cy="95"/>
          </a:xfrm>
          <a:custGeom xmlns:a="http://schemas.openxmlformats.org/drawingml/2006/main">
            <a:pathLst>
              <a:path w="3448050" h="95">
                <a:moveTo>
                  <a:pt x="0" y="0"/>
                </a:moveTo>
                <a:lnTo>
                  <a:pt x="3448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4" name="shape-55">
            <a:extLst xmlns:a="http://schemas.openxmlformats.org/drawingml/2006/main">
              <a:ext uri="{FF2B5EF4-FFF2-40B4-BE49-F238E27FC236}">
                <a16:creationId xmlns:a16="http://schemas.microsoft.com/office/drawing/2014/main" id="{06412907-D450-447B-88D7-8E81CAC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91325"/>
            <a:ext cx="16573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B0B5BA"/>
            </a:solidFill>
            <a:prstDash val="solid"/>
          </a:ln>
        </p:spPr>
      </p:sp>
      <p:sp>
        <p:nvSpPr>
          <p:cNvPr id="85" name="Temporal attention">
            <a:extLst xmlns:a="http://schemas.openxmlformats.org/drawingml/2006/main">
              <a:ext uri="{FF2B5EF4-FFF2-40B4-BE49-F238E27FC236}">
                <a16:creationId xmlns:a16="http://schemas.microsoft.com/office/drawing/2014/main" id="{A13D983C-5416-4630-9843-51C63D8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848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Temporal attention</a:t>
            </a:r>
          </a:p>
        </p:txBody>
      </p:sp>
      <p:sp>
        <p:nvSpPr>
          <p:cNvPr id="86" name="line-56">
            <a:extLst xmlns:a="http://schemas.openxmlformats.org/drawingml/2006/main">
              <a:ext uri="{FF2B5EF4-FFF2-40B4-BE49-F238E27FC236}">
                <a16:creationId xmlns:a16="http://schemas.microsoft.com/office/drawing/2014/main" id="{205FF6F1-D9CF-41B7-B89E-636BF60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6477000"/>
            <a:ext cx="95" cy="314325"/>
          </a:xfrm>
          <a:custGeom xmlns:a="http://schemas.openxmlformats.org/drawingml/2006/main">
            <a:pathLst>
              <a:path w="9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87" name="line-57">
            <a:extLst xmlns:a="http://schemas.openxmlformats.org/drawingml/2006/main">
              <a:ext uri="{FF2B5EF4-FFF2-40B4-BE49-F238E27FC236}">
                <a16:creationId xmlns:a16="http://schemas.microsoft.com/office/drawing/2014/main" id="{9C9B8798-770E-4AE5-AD3D-692D305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88" name="line-58">
            <a:extLst xmlns:a="http://schemas.openxmlformats.org/drawingml/2006/main">
              <a:ext uri="{FF2B5EF4-FFF2-40B4-BE49-F238E27FC236}">
                <a16:creationId xmlns:a16="http://schemas.microsoft.com/office/drawing/2014/main" id="{79A55FA1-1FE7-4115-BC92-4B30487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686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89" name="line-59">
            <a:extLst xmlns:a="http://schemas.openxmlformats.org/drawingml/2006/main">
              <a:ext uri="{FF2B5EF4-FFF2-40B4-BE49-F238E27FC236}">
                <a16:creationId xmlns:a16="http://schemas.microsoft.com/office/drawing/2014/main" id="{354B42A3-2BB1-4EE9-AEF1-E9C9EA5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981950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0" name="line-60">
            <a:extLst xmlns:a="http://schemas.openxmlformats.org/drawingml/2006/main">
              <a:ext uri="{FF2B5EF4-FFF2-40B4-BE49-F238E27FC236}">
                <a16:creationId xmlns:a16="http://schemas.microsoft.com/office/drawing/2014/main" id="{0E2F04A4-E960-43A0-BD2F-B12F7BA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1" name="line-61">
            <a:extLst xmlns:a="http://schemas.openxmlformats.org/drawingml/2006/main">
              <a:ext uri="{FF2B5EF4-FFF2-40B4-BE49-F238E27FC236}">
                <a16:creationId xmlns:a16="http://schemas.microsoft.com/office/drawing/2014/main" id="{6C0AA9A7-369B-4409-8C33-63EBFA68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686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2" name="shape-62">
            <a:extLst xmlns:a="http://schemas.openxmlformats.org/drawingml/2006/main">
              <a:ext uri="{FF2B5EF4-FFF2-40B4-BE49-F238E27FC236}">
                <a16:creationId xmlns:a16="http://schemas.microsoft.com/office/drawing/2014/main" id="{DAEDAFBB-3E09-49D0-BC54-1221C1D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791325"/>
            <a:ext cx="16573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3"/>
          </a:solidFill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" name="Geographic attention">
            <a:extLst xmlns:a="http://schemas.openxmlformats.org/drawingml/2006/main">
              <a:ext uri="{FF2B5EF4-FFF2-40B4-BE49-F238E27FC236}">
                <a16:creationId xmlns:a16="http://schemas.microsoft.com/office/drawing/2014/main" id="{E2F994E9-1CB0-465D-A395-0D34CC9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848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Geographic attention</a:t>
            </a:r>
          </a:p>
        </p:txBody>
      </p:sp>
      <p:sp>
        <p:nvSpPr>
          <p:cNvPr id="94" name="line-63">
            <a:extLst xmlns:a="http://schemas.openxmlformats.org/drawingml/2006/main">
              <a:ext uri="{FF2B5EF4-FFF2-40B4-BE49-F238E27FC236}">
                <a16:creationId xmlns:a16="http://schemas.microsoft.com/office/drawing/2014/main" id="{11D28BBB-4AA6-4EBF-B947-C4A5E2C0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95" cy="314325"/>
          </a:xfrm>
          <a:custGeom xmlns:a="http://schemas.openxmlformats.org/drawingml/2006/main">
            <a:pathLst>
              <a:path w="9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5" name="line-64">
            <a:extLst xmlns:a="http://schemas.openxmlformats.org/drawingml/2006/main">
              <a:ext uri="{FF2B5EF4-FFF2-40B4-BE49-F238E27FC236}">
                <a16:creationId xmlns:a16="http://schemas.microsoft.com/office/drawing/2014/main" id="{1BF96AE4-352B-4945-8E74-DB9E8C08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6" name="line-65">
            <a:extLst xmlns:a="http://schemas.openxmlformats.org/drawingml/2006/main">
              <a:ext uri="{FF2B5EF4-FFF2-40B4-BE49-F238E27FC236}">
                <a16:creationId xmlns:a16="http://schemas.microsoft.com/office/drawing/2014/main" id="{BCCD3AE1-8D09-4024-987E-59E3083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7" name="line-66">
            <a:extLst xmlns:a="http://schemas.openxmlformats.org/drawingml/2006/main">
              <a:ext uri="{FF2B5EF4-FFF2-40B4-BE49-F238E27FC236}">
                <a16:creationId xmlns:a16="http://schemas.microsoft.com/office/drawing/2014/main" id="{89577D56-2936-4027-A9BF-9D91F36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81950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8" name="line-67">
            <a:extLst xmlns:a="http://schemas.openxmlformats.org/drawingml/2006/main">
              <a:ext uri="{FF2B5EF4-FFF2-40B4-BE49-F238E27FC236}">
                <a16:creationId xmlns:a16="http://schemas.microsoft.com/office/drawing/2014/main" id="{D5072A27-5AFB-48FA-9156-00F252C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99" name="line-68">
            <a:extLst xmlns:a="http://schemas.openxmlformats.org/drawingml/2006/main">
              <a:ext uri="{FF2B5EF4-FFF2-40B4-BE49-F238E27FC236}">
                <a16:creationId xmlns:a16="http://schemas.microsoft.com/office/drawing/2014/main" id="{5EA04E2B-490F-4121-8BDB-001704E5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0" name="shape-69">
            <a:extLst xmlns:a="http://schemas.openxmlformats.org/drawingml/2006/main">
              <a:ext uri="{FF2B5EF4-FFF2-40B4-BE49-F238E27FC236}">
                <a16:creationId xmlns:a16="http://schemas.microsoft.com/office/drawing/2014/main" id="{E2819032-70A5-499E-AB56-902BB16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791325"/>
            <a:ext cx="16573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B0B5BA"/>
            </a:solidFill>
            <a:prstDash val="solid"/>
          </a:ln>
        </p:spPr>
      </p:sp>
      <p:sp>
        <p:nvSpPr>
          <p:cNvPr id="101" name="Semantic attention">
            <a:extLst xmlns:a="http://schemas.openxmlformats.org/drawingml/2006/main">
              <a:ext uri="{FF2B5EF4-FFF2-40B4-BE49-F238E27FC236}">
                <a16:creationId xmlns:a16="http://schemas.microsoft.com/office/drawing/2014/main" id="{82DC1D7F-817C-46BE-A93C-9B456613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8484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Semantic attention</a:t>
            </a:r>
          </a:p>
        </p:txBody>
      </p:sp>
      <p:sp>
        <p:nvSpPr>
          <p:cNvPr id="102" name="line-70">
            <a:extLst xmlns:a="http://schemas.openxmlformats.org/drawingml/2006/main">
              <a:ext uri="{FF2B5EF4-FFF2-40B4-BE49-F238E27FC236}">
                <a16:creationId xmlns:a16="http://schemas.microsoft.com/office/drawing/2014/main" id="{C9A71472-115A-4F73-83B7-D8D28E3A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477000"/>
            <a:ext cx="95" cy="314325"/>
          </a:xfrm>
          <a:custGeom xmlns:a="http://schemas.openxmlformats.org/drawingml/2006/main">
            <a:pathLst>
              <a:path w="95" h="314325">
                <a:moveTo>
                  <a:pt x="0" y="314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3" name="line-71">
            <a:extLst xmlns:a="http://schemas.openxmlformats.org/drawingml/2006/main">
              <a:ext uri="{FF2B5EF4-FFF2-40B4-BE49-F238E27FC236}">
                <a16:creationId xmlns:a16="http://schemas.microsoft.com/office/drawing/2014/main" id="{2247749A-6607-42F6-9094-0F409162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4" name="line-72">
            <a:extLst xmlns:a="http://schemas.openxmlformats.org/drawingml/2006/main">
              <a:ext uri="{FF2B5EF4-FFF2-40B4-BE49-F238E27FC236}">
                <a16:creationId xmlns:a16="http://schemas.microsoft.com/office/drawing/2014/main" id="{C6C663F6-32FA-410A-9C78-FAFB17DD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736" y="6477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5" name="line-73">
            <a:extLst xmlns:a="http://schemas.openxmlformats.org/drawingml/2006/main">
              <a:ext uri="{FF2B5EF4-FFF2-40B4-BE49-F238E27FC236}">
                <a16:creationId xmlns:a16="http://schemas.microsoft.com/office/drawing/2014/main" id="{3DD67630-AB48-4F9B-9AF3-2B9224D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981950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6" name="line-74">
            <a:extLst xmlns:a="http://schemas.openxmlformats.org/drawingml/2006/main">
              <a:ext uri="{FF2B5EF4-FFF2-40B4-BE49-F238E27FC236}">
                <a16:creationId xmlns:a16="http://schemas.microsoft.com/office/drawing/2014/main" id="{26425773-8E3F-4473-AFFE-2E2796F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7" name="line-75">
            <a:extLst xmlns:a="http://schemas.openxmlformats.org/drawingml/2006/main">
              <a:ext uri="{FF2B5EF4-FFF2-40B4-BE49-F238E27FC236}">
                <a16:creationId xmlns:a16="http://schemas.microsoft.com/office/drawing/2014/main" id="{C3A54098-46EC-464B-BC2A-1EE5464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736" y="79819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08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0759C666-F1B8-4817-8704-F6DEA00C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7277100"/>
            <a:ext cx="1152525" cy="247650"/>
          </a:xfrm>
          <a:custGeom xmlns:a="http://schemas.openxmlformats.org/drawingml/2006/main">
            <a:pathLst>
              <a:path w="1152525" h="247650">
                <a:moveTo>
                  <a:pt x="0" y="247650"/>
                </a:moveTo>
                <a:cubicBezTo>
                  <a:pt x="0" y="0"/>
                  <a:pt x="1152525" y="0"/>
                  <a:pt x="1152525" y="2476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9FA9"/>
            </a:solidFill>
          </a:ln>
        </p:spPr>
      </p:sp>
      <p:sp>
        <p:nvSpPr>
          <p:cNvPr id="109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92CB2818-64C3-49D0-A16B-ABBDE8F2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353300"/>
            <a:ext cx="781050" cy="171450"/>
          </a:xfrm>
          <a:custGeom xmlns:a="http://schemas.openxmlformats.org/drawingml/2006/main">
            <a:pathLst>
              <a:path w="781050" h="171450">
                <a:moveTo>
                  <a:pt x="0" y="171450"/>
                </a:moveTo>
                <a:cubicBezTo>
                  <a:pt x="0" y="0"/>
                  <a:pt x="781050" y="0"/>
                  <a:pt x="781050" y="1714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9FA9"/>
            </a:solidFill>
          </a:ln>
        </p:spPr>
      </p:sp>
      <p:sp>
        <p:nvSpPr>
          <p:cNvPr id="110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2D2E9C6D-190B-4E56-BC89-C40F398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429500"/>
            <a:ext cx="409575" cy="95250"/>
          </a:xfrm>
          <a:custGeom xmlns:a="http://schemas.openxmlformats.org/drawingml/2006/main">
            <a:pathLst>
              <a:path w="409575" h="95250">
                <a:moveTo>
                  <a:pt x="0" y="95250"/>
                </a:moveTo>
                <a:cubicBezTo>
                  <a:pt x="0" y="0"/>
                  <a:pt x="409575" y="0"/>
                  <a:pt x="409575" y="95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F9FA9"/>
            </a:solidFill>
          </a:ln>
        </p:spPr>
      </p:sp>
      <p:sp>
        <p:nvSpPr>
          <p:cNvPr id="11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A8C15A5-1751-4934-B204-6F500EB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013" y="74723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08897"/>
            </a:solidFill>
          </a:ln>
        </p:spPr>
      </p:sp>
      <p:sp>
        <p:nvSpPr>
          <p:cNvPr id="11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193B244-1EC5-456C-921A-30D7CD79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74723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08897"/>
            </a:solidFill>
          </a:ln>
        </p:spPr>
      </p:sp>
      <p:sp>
        <p:nvSpPr>
          <p:cNvPr id="11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F54CDE1-5794-4CAA-8125-7DB013F8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74723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08897"/>
            </a:solidFill>
          </a:ln>
        </p:spPr>
      </p:sp>
      <p:sp>
        <p:nvSpPr>
          <p:cNvPr id="11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ACCE0D0-29C3-492B-A0F4-4342A472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538" y="74723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897"/>
          </a:solidFill>
          <a:ln xmlns:a="http://schemas.openxmlformats.org/drawingml/2006/main" w="13335">
            <a:solidFill>
              <a:srgbClr val="708897"/>
            </a:solidFill>
          </a:ln>
        </p:spPr>
      </p:sp>
      <p:sp>
        <p:nvSpPr>
          <p:cNvPr id="115" name="4 heads">
            <a:extLst xmlns:a="http://schemas.openxmlformats.org/drawingml/2006/main">
              <a:ext uri="{FF2B5EF4-FFF2-40B4-BE49-F238E27FC236}">
                <a16:creationId xmlns:a16="http://schemas.microsoft.com/office/drawing/2014/main" id="{913BBCF8-FE0E-4D74-81A1-A2D2398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7724775"/>
            <a:ext cx="130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4 heads</a:t>
            </a:r>
          </a:p>
        </p:txBody>
      </p:sp>
      <p:sp>
        <p:nvSpPr>
          <p:cNvPr id="116" name="line-76">
            <a:extLst xmlns:a="http://schemas.openxmlformats.org/drawingml/2006/main">
              <a:ext uri="{FF2B5EF4-FFF2-40B4-BE49-F238E27FC236}">
                <a16:creationId xmlns:a16="http://schemas.microsoft.com/office/drawing/2014/main" id="{A3F49B72-D8FE-49D1-8F19-85793C0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467" y="7259764"/>
            <a:ext cx="264033" cy="169736"/>
          </a:xfrm>
          <a:custGeom xmlns:a="http://schemas.openxmlformats.org/drawingml/2006/main">
            <a:pathLst>
              <a:path w="264033" h="169736">
                <a:moveTo>
                  <a:pt x="264033" y="169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17" name="line-77">
            <a:extLst xmlns:a="http://schemas.openxmlformats.org/drawingml/2006/main">
              <a:ext uri="{FF2B5EF4-FFF2-40B4-BE49-F238E27FC236}">
                <a16:creationId xmlns:a16="http://schemas.microsoft.com/office/drawing/2014/main" id="{18756E01-E793-44F3-AEE5-C4A8DBA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234619"/>
            <a:ext cx="226314" cy="194882"/>
          </a:xfrm>
          <a:custGeom xmlns:a="http://schemas.openxmlformats.org/drawingml/2006/main">
            <a:pathLst>
              <a:path w="226314" h="194882">
                <a:moveTo>
                  <a:pt x="0" y="194882"/>
                </a:moveTo>
                <a:lnTo>
                  <a:pt x="2263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18" name="line-78">
            <a:extLst xmlns:a="http://schemas.openxmlformats.org/drawingml/2006/main">
              <a:ext uri="{FF2B5EF4-FFF2-40B4-BE49-F238E27FC236}">
                <a16:creationId xmlns:a16="http://schemas.microsoft.com/office/drawing/2014/main" id="{36D53EF1-FBE0-4F31-960C-DBB4275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21" y="7429500"/>
            <a:ext cx="289179" cy="188595"/>
          </a:xfrm>
          <a:custGeom xmlns:a="http://schemas.openxmlformats.org/drawingml/2006/main">
            <a:pathLst>
              <a:path w="289179" h="188595">
                <a:moveTo>
                  <a:pt x="289179" y="0"/>
                </a:moveTo>
                <a:lnTo>
                  <a:pt x="0" y="18859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19" name="line-79">
            <a:extLst xmlns:a="http://schemas.openxmlformats.org/drawingml/2006/main">
              <a:ext uri="{FF2B5EF4-FFF2-40B4-BE49-F238E27FC236}">
                <a16:creationId xmlns:a16="http://schemas.microsoft.com/office/drawing/2014/main" id="{54381E28-D9B1-46B7-AA4D-EA6C03F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429500"/>
            <a:ext cx="264033" cy="182308"/>
          </a:xfrm>
          <a:custGeom xmlns:a="http://schemas.openxmlformats.org/drawingml/2006/main">
            <a:pathLst>
              <a:path w="264033" h="182308">
                <a:moveTo>
                  <a:pt x="0" y="0"/>
                </a:moveTo>
                <a:lnTo>
                  <a:pt x="264033" y="18230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20" name="line-80">
            <a:extLst xmlns:a="http://schemas.openxmlformats.org/drawingml/2006/main">
              <a:ext uri="{FF2B5EF4-FFF2-40B4-BE49-F238E27FC236}">
                <a16:creationId xmlns:a16="http://schemas.microsoft.com/office/drawing/2014/main" id="{98E1F4DB-F81C-4514-919B-CBE5C680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21" y="7259764"/>
            <a:ext cx="25146" cy="358331"/>
          </a:xfrm>
          <a:custGeom xmlns:a="http://schemas.openxmlformats.org/drawingml/2006/main">
            <a:pathLst>
              <a:path w="25146" h="358331">
                <a:moveTo>
                  <a:pt x="25146" y="0"/>
                </a:moveTo>
                <a:lnTo>
                  <a:pt x="0" y="35833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121" name="line-81">
            <a:extLst xmlns:a="http://schemas.openxmlformats.org/drawingml/2006/main">
              <a:ext uri="{FF2B5EF4-FFF2-40B4-BE49-F238E27FC236}">
                <a16:creationId xmlns:a16="http://schemas.microsoft.com/office/drawing/2014/main" id="{7774A590-6D7E-4554-8357-DE3D871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814" y="7234619"/>
            <a:ext cx="37719" cy="377190"/>
          </a:xfrm>
          <a:custGeom xmlns:a="http://schemas.openxmlformats.org/drawingml/2006/main">
            <a:pathLst>
              <a:path w="37719" h="377190">
                <a:moveTo>
                  <a:pt x="0" y="0"/>
                </a:moveTo>
                <a:lnTo>
                  <a:pt x="37719" y="37719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12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16E2810-4407-4484-89A5-CC09FA50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33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12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A8804E1-CD8B-4E27-A118-85E7E518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792" y="719308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0BFFBC6-2002-4D8B-961A-27AE690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39" y="716794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C3F0C42-5640-4A0D-A718-EEC2B108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646" y="755142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C4E6C51-1881-441F-882C-34776E5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858" y="754513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7" name="2 heads, Mᴳ (a)">
            <a:extLst xmlns:a="http://schemas.openxmlformats.org/drawingml/2006/main">
              <a:ext uri="{FF2B5EF4-FFF2-40B4-BE49-F238E27FC236}">
                <a16:creationId xmlns:a16="http://schemas.microsoft.com/office/drawing/2014/main" id="{FFDE45DF-FA4B-4A1F-BFFA-7AF2725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72477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2 heads, Mᴳ (a)</a:t>
            </a:r>
          </a:p>
        </p:txBody>
      </p:sp>
      <p:sp>
        <p:nvSpPr>
          <p:cNvPr id="128" name="similarity-0-0">
            <a:extLst xmlns:a="http://schemas.openxmlformats.org/drawingml/2006/main">
              <a:ext uri="{FF2B5EF4-FFF2-40B4-BE49-F238E27FC236}">
                <a16:creationId xmlns:a16="http://schemas.microsoft.com/office/drawing/2014/main" id="{B1724307-AFCB-45BE-95CC-FB1858FF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24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29" name="similarity-0-1">
            <a:extLst xmlns:a="http://schemas.openxmlformats.org/drawingml/2006/main">
              <a:ext uri="{FF2B5EF4-FFF2-40B4-BE49-F238E27FC236}">
                <a16:creationId xmlns:a16="http://schemas.microsoft.com/office/drawing/2014/main" id="{420F25BC-D7F7-42EE-B1EF-EA1FB96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24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0" name="similarity-0-2">
            <a:extLst xmlns:a="http://schemas.openxmlformats.org/drawingml/2006/main">
              <a:ext uri="{FF2B5EF4-FFF2-40B4-BE49-F238E27FC236}">
                <a16:creationId xmlns:a16="http://schemas.microsoft.com/office/drawing/2014/main" id="{60031A81-B6C9-4B7B-BB92-D0DA7CBB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24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1" name="similarity-0-3">
            <a:extLst xmlns:a="http://schemas.openxmlformats.org/drawingml/2006/main">
              <a:ext uri="{FF2B5EF4-FFF2-40B4-BE49-F238E27FC236}">
                <a16:creationId xmlns:a16="http://schemas.microsoft.com/office/drawing/2014/main" id="{ADF1315E-FD91-4414-934C-43C531B3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4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2" name="similarity-0-4">
            <a:extLst xmlns:a="http://schemas.openxmlformats.org/drawingml/2006/main">
              <a:ext uri="{FF2B5EF4-FFF2-40B4-BE49-F238E27FC236}">
                <a16:creationId xmlns:a16="http://schemas.microsoft.com/office/drawing/2014/main" id="{BD883F75-698B-4BD5-8E04-9388133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24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3" name="similarity-1-0">
            <a:extLst xmlns:a="http://schemas.openxmlformats.org/drawingml/2006/main">
              <a:ext uri="{FF2B5EF4-FFF2-40B4-BE49-F238E27FC236}">
                <a16:creationId xmlns:a16="http://schemas.microsoft.com/office/drawing/2014/main" id="{54FB97CD-EEC8-40B5-8A72-A48F306B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34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4" name="similarity-1-1">
            <a:extLst xmlns:a="http://schemas.openxmlformats.org/drawingml/2006/main">
              <a:ext uri="{FF2B5EF4-FFF2-40B4-BE49-F238E27FC236}">
                <a16:creationId xmlns:a16="http://schemas.microsoft.com/office/drawing/2014/main" id="{221747B9-293D-46A2-B9BD-3CB29D6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34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5" name="similarity-1-2">
            <a:extLst xmlns:a="http://schemas.openxmlformats.org/drawingml/2006/main">
              <a:ext uri="{FF2B5EF4-FFF2-40B4-BE49-F238E27FC236}">
                <a16:creationId xmlns:a16="http://schemas.microsoft.com/office/drawing/2014/main" id="{263F6907-585D-47CB-B00C-1C1C4FA6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4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6" name="similarity-1-3">
            <a:extLst xmlns:a="http://schemas.openxmlformats.org/drawingml/2006/main">
              <a:ext uri="{FF2B5EF4-FFF2-40B4-BE49-F238E27FC236}">
                <a16:creationId xmlns:a16="http://schemas.microsoft.com/office/drawing/2014/main" id="{F470B9DE-2C12-4585-B8DB-043BE8C8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4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7" name="similarity-1-4">
            <a:extLst xmlns:a="http://schemas.openxmlformats.org/drawingml/2006/main">
              <a:ext uri="{FF2B5EF4-FFF2-40B4-BE49-F238E27FC236}">
                <a16:creationId xmlns:a16="http://schemas.microsoft.com/office/drawing/2014/main" id="{72B17CDC-7FA9-4F20-A032-6AED0A83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34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8" name="similarity-2-0">
            <a:extLst xmlns:a="http://schemas.openxmlformats.org/drawingml/2006/main">
              <a:ext uri="{FF2B5EF4-FFF2-40B4-BE49-F238E27FC236}">
                <a16:creationId xmlns:a16="http://schemas.microsoft.com/office/drawing/2014/main" id="{0D7E9E12-6D94-4ABE-9F5B-813341C2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3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9" name="similarity-2-1">
            <a:extLst xmlns:a="http://schemas.openxmlformats.org/drawingml/2006/main">
              <a:ext uri="{FF2B5EF4-FFF2-40B4-BE49-F238E27FC236}">
                <a16:creationId xmlns:a16="http://schemas.microsoft.com/office/drawing/2014/main" id="{CAE1B800-5FF4-4F00-AAFF-2E931F6F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3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0" name="similarity-2-2">
            <a:extLst xmlns:a="http://schemas.openxmlformats.org/drawingml/2006/main">
              <a:ext uri="{FF2B5EF4-FFF2-40B4-BE49-F238E27FC236}">
                <a16:creationId xmlns:a16="http://schemas.microsoft.com/office/drawing/2014/main" id="{FFB839EB-3ECB-4A26-BC21-D77BDAD2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43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1" name="similarity-2-3">
            <a:extLst xmlns:a="http://schemas.openxmlformats.org/drawingml/2006/main">
              <a:ext uri="{FF2B5EF4-FFF2-40B4-BE49-F238E27FC236}">
                <a16:creationId xmlns:a16="http://schemas.microsoft.com/office/drawing/2014/main" id="{4638BA01-BD31-4A62-929F-469136F1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43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2" name="similarity-2-4">
            <a:extLst xmlns:a="http://schemas.openxmlformats.org/drawingml/2006/main">
              <a:ext uri="{FF2B5EF4-FFF2-40B4-BE49-F238E27FC236}">
                <a16:creationId xmlns:a16="http://schemas.microsoft.com/office/drawing/2014/main" id="{0465B819-6B0D-4EE8-AC55-00C25F9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43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3" name="similarity-3-0">
            <a:extLst xmlns:a="http://schemas.openxmlformats.org/drawingml/2006/main">
              <a:ext uri="{FF2B5EF4-FFF2-40B4-BE49-F238E27FC236}">
                <a16:creationId xmlns:a16="http://schemas.microsoft.com/office/drawing/2014/main" id="{D047F7DD-576E-4711-A0EF-CA1E73D0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53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4" name="similarity-3-1">
            <a:extLst xmlns:a="http://schemas.openxmlformats.org/drawingml/2006/main">
              <a:ext uri="{FF2B5EF4-FFF2-40B4-BE49-F238E27FC236}">
                <a16:creationId xmlns:a16="http://schemas.microsoft.com/office/drawing/2014/main" id="{5E670B14-7186-472D-95C2-D973141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3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5" name="similarity-3-2">
            <a:extLst xmlns:a="http://schemas.openxmlformats.org/drawingml/2006/main">
              <a:ext uri="{FF2B5EF4-FFF2-40B4-BE49-F238E27FC236}">
                <a16:creationId xmlns:a16="http://schemas.microsoft.com/office/drawing/2014/main" id="{3652E9AF-5291-403B-AFC6-04F9ABA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53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6" name="similarity-3-3">
            <a:extLst xmlns:a="http://schemas.openxmlformats.org/drawingml/2006/main">
              <a:ext uri="{FF2B5EF4-FFF2-40B4-BE49-F238E27FC236}">
                <a16:creationId xmlns:a16="http://schemas.microsoft.com/office/drawing/2014/main" id="{E4E2C58D-2715-4694-ACC9-0075639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53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7" name="similarity-3-4">
            <a:extLst xmlns:a="http://schemas.openxmlformats.org/drawingml/2006/main">
              <a:ext uri="{FF2B5EF4-FFF2-40B4-BE49-F238E27FC236}">
                <a16:creationId xmlns:a16="http://schemas.microsoft.com/office/drawing/2014/main" id="{4D38D816-4F41-4226-8AE1-5835DC0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53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8" name="similarity-4-0">
            <a:extLst xmlns:a="http://schemas.openxmlformats.org/drawingml/2006/main">
              <a:ext uri="{FF2B5EF4-FFF2-40B4-BE49-F238E27FC236}">
                <a16:creationId xmlns:a16="http://schemas.microsoft.com/office/drawing/2014/main" id="{3235C0D0-7141-450D-B5D3-9467DBF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62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9" name="similarity-4-1">
            <a:extLst xmlns:a="http://schemas.openxmlformats.org/drawingml/2006/main">
              <a:ext uri="{FF2B5EF4-FFF2-40B4-BE49-F238E27FC236}">
                <a16:creationId xmlns:a16="http://schemas.microsoft.com/office/drawing/2014/main" id="{E2DBA76C-07EE-4C7A-99DA-209ECB03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62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0" name="similarity-4-2">
            <a:extLst xmlns:a="http://schemas.openxmlformats.org/drawingml/2006/main">
              <a:ext uri="{FF2B5EF4-FFF2-40B4-BE49-F238E27FC236}">
                <a16:creationId xmlns:a16="http://schemas.microsoft.com/office/drawing/2014/main" id="{77E59059-E05A-4C01-8968-03C0F48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2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1" name="similarity-4-3">
            <a:extLst xmlns:a="http://schemas.openxmlformats.org/drawingml/2006/main">
              <a:ext uri="{FF2B5EF4-FFF2-40B4-BE49-F238E27FC236}">
                <a16:creationId xmlns:a16="http://schemas.microsoft.com/office/drawing/2014/main" id="{609EB50A-CA13-4E09-AEF7-84A9A03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62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2" name="similarity-4-4">
            <a:extLst xmlns:a="http://schemas.openxmlformats.org/drawingml/2006/main">
              <a:ext uri="{FF2B5EF4-FFF2-40B4-BE49-F238E27FC236}">
                <a16:creationId xmlns:a16="http://schemas.microsoft.com/office/drawing/2014/main" id="{72EE334A-276F-4B2E-95F5-6D3D29C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629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3" name="shape-82">
            <a:extLst xmlns:a="http://schemas.openxmlformats.org/drawingml/2006/main">
              <a:ext uri="{FF2B5EF4-FFF2-40B4-BE49-F238E27FC236}">
                <a16:creationId xmlns:a16="http://schemas.microsoft.com/office/drawing/2014/main" id="{525EE326-9F39-4E3B-9A29-AFA5690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2485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154" name="line-83">
            <a:extLst xmlns:a="http://schemas.openxmlformats.org/drawingml/2006/main">
              <a:ext uri="{FF2B5EF4-FFF2-40B4-BE49-F238E27FC236}">
                <a16:creationId xmlns:a16="http://schemas.microsoft.com/office/drawing/2014/main" id="{BF63C79C-EC00-41D6-87E5-18FB8FF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24725"/>
            <a:ext cx="228600" cy="152400"/>
          </a:xfrm>
          <a:custGeom xmlns:a="http://schemas.openxmlformats.org/drawingml/2006/main">
            <a:pathLst>
              <a:path w="228600" h="152400">
                <a:moveTo>
                  <a:pt x="22860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2AFB8"/>
            </a:solidFill>
            <a:prstDash val="solid"/>
          </a:ln>
        </p:spPr>
      </p:sp>
      <p:sp>
        <p:nvSpPr>
          <p:cNvPr id="155" name="line-84">
            <a:extLst xmlns:a="http://schemas.openxmlformats.org/drawingml/2006/main">
              <a:ext uri="{FF2B5EF4-FFF2-40B4-BE49-F238E27FC236}">
                <a16:creationId xmlns:a16="http://schemas.microsoft.com/office/drawing/2014/main" id="{83430890-8342-40C4-A4BF-09A89F00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334250"/>
            <a:ext cx="276225" cy="142875"/>
          </a:xfrm>
          <a:custGeom xmlns:a="http://schemas.openxmlformats.org/drawingml/2006/main">
            <a:pathLst>
              <a:path w="276225" h="142875">
                <a:moveTo>
                  <a:pt x="0" y="142875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2AFB8"/>
            </a:solidFill>
            <a:prstDash val="solid"/>
          </a:ln>
        </p:spPr>
      </p:sp>
      <p:sp>
        <p:nvSpPr>
          <p:cNvPr id="156" name="line-85">
            <a:extLst xmlns:a="http://schemas.openxmlformats.org/drawingml/2006/main">
              <a:ext uri="{FF2B5EF4-FFF2-40B4-BE49-F238E27FC236}">
                <a16:creationId xmlns:a16="http://schemas.microsoft.com/office/drawing/2014/main" id="{9E13C728-463D-4D72-93DD-79B4579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4771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2AFB8"/>
            </a:solidFill>
            <a:prstDash val="solid"/>
          </a:ln>
        </p:spPr>
      </p:sp>
      <p:sp>
        <p:nvSpPr>
          <p:cNvPr id="15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E91E76E-F740-40D9-B60A-5A21E872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27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A9DA9"/>
            </a:solidFill>
          </a:ln>
        </p:spPr>
      </p:sp>
      <p:sp>
        <p:nvSpPr>
          <p:cNvPr id="15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F487FD0-9096-4B5D-8267-BFDF8B56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28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A9DA9"/>
            </a:solidFill>
          </a:ln>
        </p:spPr>
      </p:sp>
      <p:sp>
        <p:nvSpPr>
          <p:cNvPr id="15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64BDB7C-48DD-4C14-9571-3C9F844A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758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A9DA9"/>
            </a:solidFill>
          </a:ln>
        </p:spPr>
      </p:sp>
      <p:sp>
        <p:nvSpPr>
          <p:cNvPr id="16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8910380-7C60-4015-964D-42345EC6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74152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13335">
            <a:solidFill>
              <a:srgbClr val="6D8CA2"/>
            </a:solidFill>
          </a:ln>
        </p:spPr>
      </p:sp>
      <p:sp>
        <p:nvSpPr>
          <p:cNvPr id="161" name="2 heads, Mˢ">
            <a:extLst xmlns:a="http://schemas.openxmlformats.org/drawingml/2006/main">
              <a:ext uri="{FF2B5EF4-FFF2-40B4-BE49-F238E27FC236}">
                <a16:creationId xmlns:a16="http://schemas.microsoft.com/office/drawing/2014/main" id="{51749956-32BF-4B2D-9685-92E60A3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7724775"/>
            <a:ext cx="1381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 heads, Mˢ</a:t>
            </a:r>
          </a:p>
        </p:txBody>
      </p:sp>
      <p:sp>
        <p:nvSpPr>
          <p:cNvPr id="162" name="line-86">
            <a:extLst xmlns:a="http://schemas.openxmlformats.org/drawingml/2006/main">
              <a:ext uri="{FF2B5EF4-FFF2-40B4-BE49-F238E27FC236}">
                <a16:creationId xmlns:a16="http://schemas.microsoft.com/office/drawing/2014/main" id="{040A5529-7F03-464E-9E65-8C21857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8124825"/>
            <a:ext cx="3448050" cy="95"/>
          </a:xfrm>
          <a:custGeom xmlns:a="http://schemas.openxmlformats.org/drawingml/2006/main">
            <a:pathLst>
              <a:path w="3448050" h="95">
                <a:moveTo>
                  <a:pt x="0" y="0"/>
                </a:moveTo>
                <a:lnTo>
                  <a:pt x="3448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3" name="line-87">
            <a:extLst xmlns:a="http://schemas.openxmlformats.org/drawingml/2006/main">
              <a:ext uri="{FF2B5EF4-FFF2-40B4-BE49-F238E27FC236}">
                <a16:creationId xmlns:a16="http://schemas.microsoft.com/office/drawing/2014/main" id="{17A7257E-6863-496E-B72C-FDFBB6DC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24825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4" name="line-88">
            <a:extLst xmlns:a="http://schemas.openxmlformats.org/drawingml/2006/main">
              <a:ext uri="{FF2B5EF4-FFF2-40B4-BE49-F238E27FC236}">
                <a16:creationId xmlns:a16="http://schemas.microsoft.com/office/drawing/2014/main" id="{44B75786-4571-474B-9686-982883A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248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5" name="line-89">
            <a:extLst xmlns:a="http://schemas.openxmlformats.org/drawingml/2006/main">
              <a:ext uri="{FF2B5EF4-FFF2-40B4-BE49-F238E27FC236}">
                <a16:creationId xmlns:a16="http://schemas.microsoft.com/office/drawing/2014/main" id="{2B6F6C89-1529-40CF-9506-56BAAAD9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1248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6" name="LayerNorm">
            <a:extLst xmlns:a="http://schemas.openxmlformats.org/drawingml/2006/main">
              <a:ext uri="{FF2B5EF4-FFF2-40B4-BE49-F238E27FC236}">
                <a16:creationId xmlns:a16="http://schemas.microsoft.com/office/drawing/2014/main" id="{538EB7E4-D12B-4050-9846-62D2BA46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8277225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3"/>
          </a:solidFill>
          <a:ln xmlns:a="http://schemas.openxmlformats.org/drawingml/2006/main" w="12383">
            <a:solidFill>
              <a:srgbClr val="7B8188"/>
            </a:solidFill>
            <a:prstDash val="solid"/>
          </a:ln>
        </p:spPr>
      </p:sp>
      <p:sp>
        <p:nvSpPr>
          <p:cNvPr id="167" name="LayerNorm">
            <a:extLst xmlns:a="http://schemas.openxmlformats.org/drawingml/2006/main">
              <a:ext uri="{FF2B5EF4-FFF2-40B4-BE49-F238E27FC236}">
                <a16:creationId xmlns:a16="http://schemas.microsoft.com/office/drawing/2014/main" id="{3D324589-55F3-4479-A0FB-B7B36AE7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296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68" name="line-90">
            <a:extLst xmlns:a="http://schemas.openxmlformats.org/drawingml/2006/main">
              <a:ext uri="{FF2B5EF4-FFF2-40B4-BE49-F238E27FC236}">
                <a16:creationId xmlns:a16="http://schemas.microsoft.com/office/drawing/2014/main" id="{E6D81C10-E40E-4B90-ACCC-70062BC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82025"/>
            <a:ext cx="95" cy="285750"/>
          </a:xfrm>
          <a:custGeom xmlns:a="http://schemas.openxmlformats.org/drawingml/2006/main"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9" name="line-91">
            <a:extLst xmlns:a="http://schemas.openxmlformats.org/drawingml/2006/main">
              <a:ext uri="{FF2B5EF4-FFF2-40B4-BE49-F238E27FC236}">
                <a16:creationId xmlns:a16="http://schemas.microsoft.com/office/drawing/2014/main" id="{A891EF01-93AC-4D57-BEA6-885E26B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82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0" name="line-92">
            <a:extLst xmlns:a="http://schemas.openxmlformats.org/drawingml/2006/main">
              <a:ext uri="{FF2B5EF4-FFF2-40B4-BE49-F238E27FC236}">
                <a16:creationId xmlns:a16="http://schemas.microsoft.com/office/drawing/2014/main" id="{B4C90E16-29CC-4200-84C5-703511F0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582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1" name="line-93">
            <a:extLst xmlns:a="http://schemas.openxmlformats.org/drawingml/2006/main">
              <a:ext uri="{FF2B5EF4-FFF2-40B4-BE49-F238E27FC236}">
                <a16:creationId xmlns:a16="http://schemas.microsoft.com/office/drawing/2014/main" id="{1D84FC34-D8F6-41AA-A30A-A1DF3D8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620125"/>
            <a:ext cx="2762250" cy="95"/>
          </a:xfrm>
          <a:custGeom xmlns:a="http://schemas.openxmlformats.org/drawingml/2006/main">
            <a:pathLst>
              <a:path w="2762250" h="9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2" name="line-94">
            <a:extLst xmlns:a="http://schemas.openxmlformats.org/drawingml/2006/main">
              <a:ext uri="{FF2B5EF4-FFF2-40B4-BE49-F238E27FC236}">
                <a16:creationId xmlns:a16="http://schemas.microsoft.com/office/drawing/2014/main" id="{5736352D-0180-4D3C-B3B6-A8064EAE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534025"/>
            <a:ext cx="95" cy="3086100"/>
          </a:xfrm>
          <a:custGeom xmlns:a="http://schemas.openxmlformats.org/drawingml/2006/main">
            <a:pathLst>
              <a:path w="95" h="3086100">
                <a:moveTo>
                  <a:pt x="0" y="3086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3" name="line-95">
            <a:extLst xmlns:a="http://schemas.openxmlformats.org/drawingml/2006/main">
              <a:ext uri="{FF2B5EF4-FFF2-40B4-BE49-F238E27FC236}">
                <a16:creationId xmlns:a16="http://schemas.microsoft.com/office/drawing/2014/main" id="{4D674AC6-1A41-4510-B7B7-BE0B1D6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34025"/>
            <a:ext cx="2638425" cy="95"/>
          </a:xfrm>
          <a:custGeom xmlns:a="http://schemas.openxmlformats.org/drawingml/2006/main">
            <a:pathLst>
              <a:path w="2638425" h="95">
                <a:moveTo>
                  <a:pt x="2638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4" name="line-96">
            <a:extLst xmlns:a="http://schemas.openxmlformats.org/drawingml/2006/main">
              <a:ext uri="{FF2B5EF4-FFF2-40B4-BE49-F238E27FC236}">
                <a16:creationId xmlns:a16="http://schemas.microsoft.com/office/drawing/2014/main" id="{45BAF112-021F-4335-862C-E63EB142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03236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5" name="line-97">
            <a:extLst xmlns:a="http://schemas.openxmlformats.org/drawingml/2006/main">
              <a:ext uri="{FF2B5EF4-FFF2-40B4-BE49-F238E27FC236}">
                <a16:creationId xmlns:a16="http://schemas.microsoft.com/office/drawing/2014/main" id="{B18DA487-3584-4495-A390-8A32FAE6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34025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6" name="line-98">
            <a:extLst xmlns:a="http://schemas.openxmlformats.org/drawingml/2006/main">
              <a:ext uri="{FF2B5EF4-FFF2-40B4-BE49-F238E27FC236}">
                <a16:creationId xmlns:a16="http://schemas.microsoft.com/office/drawing/2014/main" id="{FE074EE0-8ACD-43B5-93B2-7FD4664F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14950"/>
            <a:ext cx="2590800" cy="95"/>
          </a:xfrm>
          <a:custGeom xmlns:a="http://schemas.openxmlformats.org/drawingml/2006/main">
            <a:pathLst>
              <a:path w="2590800" h="95">
                <a:moveTo>
                  <a:pt x="2590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7" name="line-99">
            <a:extLst xmlns:a="http://schemas.openxmlformats.org/drawingml/2006/main">
              <a:ext uri="{FF2B5EF4-FFF2-40B4-BE49-F238E27FC236}">
                <a16:creationId xmlns:a16="http://schemas.microsoft.com/office/drawing/2014/main" id="{392291F8-2199-47C5-9D53-F0AC719E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95" cy="1371600"/>
          </a:xfrm>
          <a:custGeom xmlns:a="http://schemas.openxmlformats.org/drawingml/2006/main">
            <a:pathLst>
              <a:path w="95" h="1371600">
                <a:moveTo>
                  <a:pt x="0" y="1371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8" name="line-100">
            <a:extLst xmlns:a="http://schemas.openxmlformats.org/drawingml/2006/main">
              <a:ext uri="{FF2B5EF4-FFF2-40B4-BE49-F238E27FC236}">
                <a16:creationId xmlns:a16="http://schemas.microsoft.com/office/drawing/2014/main" id="{7B2CB03E-AD85-43B4-A7F2-69C15698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2466975" cy="95"/>
          </a:xfrm>
          <a:custGeom xmlns:a="http://schemas.openxmlformats.org/drawingml/2006/main">
            <a:pathLst>
              <a:path w="2466975" h="95">
                <a:moveTo>
                  <a:pt x="0" y="0"/>
                </a:moveTo>
                <a:lnTo>
                  <a:pt x="2466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79" name="line-101">
            <a:extLst xmlns:a="http://schemas.openxmlformats.org/drawingml/2006/main">
              <a:ext uri="{FF2B5EF4-FFF2-40B4-BE49-F238E27FC236}">
                <a16:creationId xmlns:a16="http://schemas.microsoft.com/office/drawing/2014/main" id="{CE7CB0D4-5F14-446C-8671-5B93B7C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39433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80" name="line-102">
            <a:extLst xmlns:a="http://schemas.openxmlformats.org/drawingml/2006/main">
              <a:ext uri="{FF2B5EF4-FFF2-40B4-BE49-F238E27FC236}">
                <a16:creationId xmlns:a16="http://schemas.microsoft.com/office/drawing/2014/main" id="{AC15D48D-51E0-46FB-864B-273EE24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39125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C858D"/>
            </a:solidFill>
            <a:prstDash val="solid"/>
          </a:ln>
        </p:spPr>
      </p:sp>
      <p:sp>
        <p:nvSpPr>
          <p:cNvPr id="181" name="residual">
            <a:extLst xmlns:a="http://schemas.openxmlformats.org/drawingml/2006/main">
              <a:ext uri="{FF2B5EF4-FFF2-40B4-BE49-F238E27FC236}">
                <a16:creationId xmlns:a16="http://schemas.microsoft.com/office/drawing/2014/main" id="{85641AE9-399E-4247-B7C9-435CC45F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4010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82" name="residual">
            <a:extLst xmlns:a="http://schemas.openxmlformats.org/drawingml/2006/main">
              <a:ext uri="{FF2B5EF4-FFF2-40B4-BE49-F238E27FC236}">
                <a16:creationId xmlns:a16="http://schemas.microsoft.com/office/drawing/2014/main" id="{C7AD0222-3EC3-452E-9A62-CB0E0F57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482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7B8188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83" name="line-103">
            <a:extLst xmlns:a="http://schemas.openxmlformats.org/drawingml/2006/main">
              <a:ext uri="{FF2B5EF4-FFF2-40B4-BE49-F238E27FC236}">
                <a16:creationId xmlns:a16="http://schemas.microsoft.com/office/drawing/2014/main" id="{66719F1F-5590-4AD7-8F9F-E579630B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181850"/>
            <a:ext cx="2333625" cy="95"/>
          </a:xfrm>
          <a:custGeom xmlns:a="http://schemas.openxmlformats.org/drawingml/2006/main">
            <a:pathLst>
              <a:path w="2333625" h="95">
                <a:moveTo>
                  <a:pt x="0" y="0"/>
                </a:moveTo>
                <a:lnTo>
                  <a:pt x="2333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dash"/>
          </a:ln>
        </p:spPr>
      </p:sp>
      <p:sp>
        <p:nvSpPr>
          <p:cNvPr id="184" name="line-104">
            <a:extLst xmlns:a="http://schemas.openxmlformats.org/drawingml/2006/main">
              <a:ext uri="{FF2B5EF4-FFF2-40B4-BE49-F238E27FC236}">
                <a16:creationId xmlns:a16="http://schemas.microsoft.com/office/drawing/2014/main" id="{14A277B6-DE41-4078-8458-0F6E8D7C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886450"/>
            <a:ext cx="95" cy="1295400"/>
          </a:xfrm>
          <a:custGeom xmlns:a="http://schemas.openxmlformats.org/drawingml/2006/main">
            <a:pathLst>
              <a:path w="95" h="1295400">
                <a:moveTo>
                  <a:pt x="0" y="1295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dash"/>
          </a:ln>
        </p:spPr>
      </p:sp>
      <p:sp>
        <p:nvSpPr>
          <p:cNvPr id="185" name="line-105">
            <a:extLst xmlns:a="http://schemas.openxmlformats.org/drawingml/2006/main">
              <a:ext uri="{FF2B5EF4-FFF2-40B4-BE49-F238E27FC236}">
                <a16:creationId xmlns:a16="http://schemas.microsoft.com/office/drawing/2014/main" id="{7915451A-5A2F-4E18-B51C-20A42F14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88645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dash"/>
          </a:ln>
        </p:spPr>
      </p:sp>
      <p:sp>
        <p:nvSpPr>
          <p:cNvPr id="186" name="(b) Process-informed supervision&#10;and pattern clustering">
            <a:extLst xmlns:a="http://schemas.openxmlformats.org/drawingml/2006/main">
              <a:ext uri="{FF2B5EF4-FFF2-40B4-BE49-F238E27FC236}">
                <a16:creationId xmlns:a16="http://schemas.microsoft.com/office/drawing/2014/main" id="{BDDD9587-27A7-40EC-8CD7-82853BE4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43050"/>
            <a:ext cx="500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(b) Process-informed supervision</a:t>
            </a:r>
          </a:p>
          <a:p xmlns:a="http://schemas.openxmlformats.org/drawingml/2006/main">
            <a:pPr algn="l">
              <a:defRPr sz="19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and pattern clustering</a:t>
            </a:r>
          </a:p>
        </p:txBody>
      </p:sp>
      <p:sp>
        <p:nvSpPr>
          <p:cNvPr id="187" name="line-106">
            <a:extLst xmlns:a="http://schemas.openxmlformats.org/drawingml/2006/main">
              <a:ext uri="{FF2B5EF4-FFF2-40B4-BE49-F238E27FC236}">
                <a16:creationId xmlns:a16="http://schemas.microsoft.com/office/drawing/2014/main" id="{4E7B9A1D-7758-4188-91FD-0BC3FE9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81225"/>
            <a:ext cx="5000625" cy="95"/>
          </a:xfrm>
          <a:custGeom xmlns:a="http://schemas.openxmlformats.org/drawingml/2006/main">
            <a:pathLst>
              <a:path w="5000625" h="95">
                <a:moveTo>
                  <a:pt x="0" y="0"/>
                </a:moveTo>
                <a:lnTo>
                  <a:pt x="500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986844"/>
            </a:solidFill>
            <a:prstDash val="solid"/>
          </a:ln>
        </p:spPr>
      </p:sp>
      <p:sp>
        <p:nvSpPr>
          <p:cNvPr id="188" name="Operational evidence">
            <a:extLst xmlns:a="http://schemas.openxmlformats.org/drawingml/2006/main">
              <a:ext uri="{FF2B5EF4-FFF2-40B4-BE49-F238E27FC236}">
                <a16:creationId xmlns:a16="http://schemas.microsoft.com/office/drawing/2014/main" id="{0E3051F6-CCD9-4905-8F24-9117AC7C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812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Operational evidence</a:t>
            </a:r>
          </a:p>
        </p:txBody>
      </p:sp>
      <p:sp>
        <p:nvSpPr>
          <p:cNvPr id="189" name="line-107">
            <a:extLst xmlns:a="http://schemas.openxmlformats.org/drawingml/2006/main">
              <a:ext uri="{FF2B5EF4-FFF2-40B4-BE49-F238E27FC236}">
                <a16:creationId xmlns:a16="http://schemas.microsoft.com/office/drawing/2014/main" id="{BA021E4C-1E3F-4106-8C54-40D6404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33450" cy="95"/>
          </a:xfrm>
          <a:custGeom xmlns:a="http://schemas.openxmlformats.org/drawingml/2006/main"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190" name="line-108">
            <a:extLst xmlns:a="http://schemas.openxmlformats.org/drawingml/2006/main">
              <a:ext uri="{FF2B5EF4-FFF2-40B4-BE49-F238E27FC236}">
                <a16:creationId xmlns:a16="http://schemas.microsoft.com/office/drawing/2014/main" id="{7C2950F9-3C9D-4C7F-82FF-8B32BEE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233363" cy="137160"/>
          </a:xfrm>
          <a:custGeom xmlns:a="http://schemas.openxmlformats.org/drawingml/2006/main">
            <a:pathLst>
              <a:path w="233363" h="137160">
                <a:moveTo>
                  <a:pt x="0" y="137160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191" name="line-109">
            <a:extLst xmlns:a="http://schemas.openxmlformats.org/drawingml/2006/main">
              <a:ext uri="{FF2B5EF4-FFF2-40B4-BE49-F238E27FC236}">
                <a16:creationId xmlns:a16="http://schemas.microsoft.com/office/drawing/2014/main" id="{149F029C-2F6F-428F-A644-CE27B8B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2956560"/>
            <a:ext cx="233363" cy="120015"/>
          </a:xfrm>
          <a:custGeom xmlns:a="http://schemas.openxmlformats.org/drawingml/2006/main">
            <a:pathLst>
              <a:path w="233363" h="120015">
                <a:moveTo>
                  <a:pt x="0" y="120015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192" name="line-110">
            <a:extLst xmlns:a="http://schemas.openxmlformats.org/drawingml/2006/main">
              <a:ext uri="{FF2B5EF4-FFF2-40B4-BE49-F238E27FC236}">
                <a16:creationId xmlns:a16="http://schemas.microsoft.com/office/drawing/2014/main" id="{C9616FE6-1759-43E3-8203-51106D4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39415"/>
            <a:ext cx="233363" cy="17145"/>
          </a:xfrm>
          <a:custGeom xmlns:a="http://schemas.openxmlformats.org/drawingml/2006/main">
            <a:pathLst>
              <a:path w="233363" h="17145">
                <a:moveTo>
                  <a:pt x="0" y="17145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193" name="line-111">
            <a:extLst xmlns:a="http://schemas.openxmlformats.org/drawingml/2006/main">
              <a:ext uri="{FF2B5EF4-FFF2-40B4-BE49-F238E27FC236}">
                <a16:creationId xmlns:a16="http://schemas.microsoft.com/office/drawing/2014/main" id="{52644B2B-BE6E-4C04-B157-E725D05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8" y="2939415"/>
            <a:ext cx="233363" cy="17145"/>
          </a:xfrm>
          <a:custGeom xmlns:a="http://schemas.openxmlformats.org/drawingml/2006/main">
            <a:pathLst>
              <a:path w="233363" h="17145">
                <a:moveTo>
                  <a:pt x="0" y="0"/>
                </a:moveTo>
                <a:lnTo>
                  <a:pt x="233363" y="1714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19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E18CEA0-3413-4422-8982-C396BF1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3" y="3191827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19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33F2C5F-941D-461B-B08F-FC3BEC6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" y="30546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19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ABCFD20-30B4-4040-A750-7C3B4B2E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8" y="2934652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19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AB62F5F-C3E5-4390-9BFE-454C2B2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" y="291750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19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D247F25-E58F-4A1C-9AC3-449E80F6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93" y="2934652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199" name="line-112">
            <a:extLst xmlns:a="http://schemas.openxmlformats.org/drawingml/2006/main">
              <a:ext uri="{FF2B5EF4-FFF2-40B4-BE49-F238E27FC236}">
                <a16:creationId xmlns:a16="http://schemas.microsoft.com/office/drawing/2014/main" id="{721BEA89-E382-4DA0-92B8-6CD400D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48025"/>
            <a:ext cx="933450" cy="95"/>
          </a:xfrm>
          <a:custGeom xmlns:a="http://schemas.openxmlformats.org/drawingml/2006/main"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200" name="line-113">
            <a:extLst xmlns:a="http://schemas.openxmlformats.org/drawingml/2006/main">
              <a:ext uri="{FF2B5EF4-FFF2-40B4-BE49-F238E27FC236}">
                <a16:creationId xmlns:a16="http://schemas.microsoft.com/office/drawing/2014/main" id="{6968F06A-8414-43DC-A2CE-878745B7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6590"/>
            <a:ext cx="233363" cy="95"/>
          </a:xfrm>
          <a:custGeom xmlns:a="http://schemas.openxmlformats.org/drawingml/2006/main">
            <a:pathLst>
              <a:path w="233363" h="95">
                <a:moveTo>
                  <a:pt x="0" y="0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01" name="line-114">
            <a:extLst xmlns:a="http://schemas.openxmlformats.org/drawingml/2006/main">
              <a:ext uri="{FF2B5EF4-FFF2-40B4-BE49-F238E27FC236}">
                <a16:creationId xmlns:a16="http://schemas.microsoft.com/office/drawing/2014/main" id="{58827E3C-3B48-4D2C-8826-3547E2CD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2973705"/>
            <a:ext cx="233363" cy="222885"/>
          </a:xfrm>
          <a:custGeom xmlns:a="http://schemas.openxmlformats.org/drawingml/2006/main">
            <a:pathLst>
              <a:path w="233363" h="222885">
                <a:moveTo>
                  <a:pt x="0" y="222885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02" name="line-115">
            <a:extLst xmlns:a="http://schemas.openxmlformats.org/drawingml/2006/main">
              <a:ext uri="{FF2B5EF4-FFF2-40B4-BE49-F238E27FC236}">
                <a16:creationId xmlns:a16="http://schemas.microsoft.com/office/drawing/2014/main" id="{C25571DA-260B-4A0B-8A4E-25633A9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73705"/>
            <a:ext cx="233363" cy="95"/>
          </a:xfrm>
          <a:custGeom xmlns:a="http://schemas.openxmlformats.org/drawingml/2006/main">
            <a:pathLst>
              <a:path w="233363" h="95">
                <a:moveTo>
                  <a:pt x="0" y="0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03" name="line-116">
            <a:extLst xmlns:a="http://schemas.openxmlformats.org/drawingml/2006/main">
              <a:ext uri="{FF2B5EF4-FFF2-40B4-BE49-F238E27FC236}">
                <a16:creationId xmlns:a16="http://schemas.microsoft.com/office/drawing/2014/main" id="{B4795545-D78C-42DA-9474-B3187E8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2973705"/>
            <a:ext cx="233363" cy="34290"/>
          </a:xfrm>
          <a:custGeom xmlns:a="http://schemas.openxmlformats.org/drawingml/2006/main">
            <a:pathLst>
              <a:path w="233363" h="34290">
                <a:moveTo>
                  <a:pt x="0" y="0"/>
                </a:moveTo>
                <a:lnTo>
                  <a:pt x="233363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0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28FD6E3-103B-445A-B39B-0FF6A3C6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293" y="317468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0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451C9F9-0B8E-49EB-A233-0AC9BB1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55" y="317468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0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5864747-77B1-42EA-AA67-33C3894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018" y="295179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0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B1111E7-8EDF-401D-8ED7-7D7F5A5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295179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0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CFBF2DB-E9ED-4867-A657-4EFDBE3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743" y="298608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09" name="line-117">
            <a:extLst xmlns:a="http://schemas.openxmlformats.org/drawingml/2006/main">
              <a:ext uri="{FF2B5EF4-FFF2-40B4-BE49-F238E27FC236}">
                <a16:creationId xmlns:a16="http://schemas.microsoft.com/office/drawing/2014/main" id="{A60A99DA-76B5-4558-990E-A1DB60B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48025"/>
            <a:ext cx="933450" cy="95"/>
          </a:xfrm>
          <a:custGeom xmlns:a="http://schemas.openxmlformats.org/drawingml/2006/main">
            <a:pathLst>
              <a:path w="933450" h="95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210" name="line-118">
            <a:extLst xmlns:a="http://schemas.openxmlformats.org/drawingml/2006/main">
              <a:ext uri="{FF2B5EF4-FFF2-40B4-BE49-F238E27FC236}">
                <a16:creationId xmlns:a16="http://schemas.microsoft.com/office/drawing/2014/main" id="{B3F92237-4B23-4DDC-8D37-46C26596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79445"/>
            <a:ext cx="233363" cy="34290"/>
          </a:xfrm>
          <a:custGeom xmlns:a="http://schemas.openxmlformats.org/drawingml/2006/main">
            <a:pathLst>
              <a:path w="233363" h="34290">
                <a:moveTo>
                  <a:pt x="0" y="34290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11" name="line-119">
            <a:extLst xmlns:a="http://schemas.openxmlformats.org/drawingml/2006/main">
              <a:ext uri="{FF2B5EF4-FFF2-40B4-BE49-F238E27FC236}">
                <a16:creationId xmlns:a16="http://schemas.microsoft.com/office/drawing/2014/main" id="{E34EFDFB-DEBE-4492-A49B-B3CB8F1E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3179445"/>
            <a:ext cx="233363" cy="34290"/>
          </a:xfrm>
          <a:custGeom xmlns:a="http://schemas.openxmlformats.org/drawingml/2006/main">
            <a:pathLst>
              <a:path w="233363" h="34290">
                <a:moveTo>
                  <a:pt x="0" y="0"/>
                </a:moveTo>
                <a:lnTo>
                  <a:pt x="233363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12" name="line-120">
            <a:extLst xmlns:a="http://schemas.openxmlformats.org/drawingml/2006/main">
              <a:ext uri="{FF2B5EF4-FFF2-40B4-BE49-F238E27FC236}">
                <a16:creationId xmlns:a16="http://schemas.microsoft.com/office/drawing/2014/main" id="{C742E6F5-C17C-4873-B0FC-9A53FB3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233363" cy="222885"/>
          </a:xfrm>
          <a:custGeom xmlns:a="http://schemas.openxmlformats.org/drawingml/2006/main">
            <a:pathLst>
              <a:path w="233363" h="222885">
                <a:moveTo>
                  <a:pt x="0" y="222885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13" name="line-121">
            <a:extLst xmlns:a="http://schemas.openxmlformats.org/drawingml/2006/main">
              <a:ext uri="{FF2B5EF4-FFF2-40B4-BE49-F238E27FC236}">
                <a16:creationId xmlns:a16="http://schemas.microsoft.com/office/drawing/2014/main" id="{BC5D9EB1-A8CB-4724-BCF0-2E2E7DEF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922270"/>
            <a:ext cx="233363" cy="68580"/>
          </a:xfrm>
          <a:custGeom xmlns:a="http://schemas.openxmlformats.org/drawingml/2006/main">
            <a:pathLst>
              <a:path w="233363" h="68580">
                <a:moveTo>
                  <a:pt x="0" y="68580"/>
                </a:moveTo>
                <a:lnTo>
                  <a:pt x="233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21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E055C89-35BF-4778-AC73-BEA7B453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493" y="3191827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1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CC965AE3-C1B6-47C0-AC08-2B032440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855" y="315753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1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0494CF7-C5DB-49C0-86D8-8F1C1361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218" y="3191827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1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90CDE3E-D304-49D4-A3CE-18E87B3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9689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1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4ADA476-146C-44DA-8529-742997B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290036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219" name="Queue">
            <a:extLst xmlns:a="http://schemas.openxmlformats.org/drawingml/2006/main">
              <a:ext uri="{FF2B5EF4-FFF2-40B4-BE49-F238E27FC236}">
                <a16:creationId xmlns:a16="http://schemas.microsoft.com/office/drawing/2014/main" id="{DF9D50E4-A7A5-45DF-B3DF-8C88839D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Queue</a:t>
            </a:r>
          </a:p>
        </p:txBody>
      </p:sp>
      <p:sp>
        <p:nvSpPr>
          <p:cNvPr id="220" name="Stall / shortage">
            <a:extLst xmlns:a="http://schemas.openxmlformats.org/drawingml/2006/main">
              <a:ext uri="{FF2B5EF4-FFF2-40B4-BE49-F238E27FC236}">
                <a16:creationId xmlns:a16="http://schemas.microsoft.com/office/drawing/2014/main" id="{932478A0-02F3-44A4-BC8C-0E516C2B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86050"/>
            <a:ext cx="1552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Stall / shortage</a:t>
            </a:r>
          </a:p>
        </p:txBody>
      </p:sp>
      <p:sp>
        <p:nvSpPr>
          <p:cNvPr id="221" name="Logistics delay">
            <a:extLst xmlns:a="http://schemas.openxmlformats.org/drawingml/2006/main">
              <a:ext uri="{FF2B5EF4-FFF2-40B4-BE49-F238E27FC236}">
                <a16:creationId xmlns:a16="http://schemas.microsoft.com/office/drawing/2014/main" id="{E39D0252-867A-41A0-87E0-6E2AA5D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Logistics delay</a:t>
            </a:r>
          </a:p>
        </p:txBody>
      </p:sp>
      <p:sp>
        <p:nvSpPr>
          <p:cNvPr id="222" name="line-122">
            <a:extLst xmlns:a="http://schemas.openxmlformats.org/drawingml/2006/main">
              <a:ext uri="{FF2B5EF4-FFF2-40B4-BE49-F238E27FC236}">
                <a16:creationId xmlns:a16="http://schemas.microsoft.com/office/drawing/2014/main" id="{E7704C2B-2E18-48A5-8F31-20D8E96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4327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86844"/>
            </a:solidFill>
            <a:prstDash val="solid"/>
          </a:ln>
        </p:spPr>
      </p:sp>
      <p:sp>
        <p:nvSpPr>
          <p:cNvPr id="223" name="line-123">
            <a:extLst xmlns:a="http://schemas.openxmlformats.org/drawingml/2006/main">
              <a:ext uri="{FF2B5EF4-FFF2-40B4-BE49-F238E27FC236}">
                <a16:creationId xmlns:a16="http://schemas.microsoft.com/office/drawing/2014/main" id="{19600281-1B36-415F-A382-6AA86852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86" y="34746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86844"/>
            </a:solidFill>
            <a:prstDash val="solid"/>
          </a:ln>
        </p:spPr>
      </p:sp>
      <p:sp>
        <p:nvSpPr>
          <p:cNvPr id="224" name="line-124">
            <a:extLst xmlns:a="http://schemas.openxmlformats.org/drawingml/2006/main">
              <a:ext uri="{FF2B5EF4-FFF2-40B4-BE49-F238E27FC236}">
                <a16:creationId xmlns:a16="http://schemas.microsoft.com/office/drawing/2014/main" id="{9028DD8C-92DE-43A3-A164-4B41455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746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86844"/>
            </a:solidFill>
            <a:prstDash val="solid"/>
          </a:ln>
        </p:spPr>
      </p:sp>
      <p:sp>
        <p:nvSpPr>
          <p:cNvPr id="225" name="Resource-specific rules + persistence">
            <a:extLst xmlns:a="http://schemas.openxmlformats.org/drawingml/2006/main">
              <a:ext uri="{FF2B5EF4-FFF2-40B4-BE49-F238E27FC236}">
                <a16:creationId xmlns:a16="http://schemas.microsoft.com/office/drawing/2014/main" id="{6919954F-C8B6-4CA6-BE13-6C294A0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90925"/>
            <a:ext cx="470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Resource-specific rules + persistence</a:t>
            </a:r>
          </a:p>
        </p:txBody>
      </p:sp>
      <p:sp>
        <p:nvSpPr>
          <p:cNvPr id="226" name="shape-125">
            <a:extLst xmlns:a="http://schemas.openxmlformats.org/drawingml/2006/main">
              <a:ext uri="{FF2B5EF4-FFF2-40B4-BE49-F238E27FC236}">
                <a16:creationId xmlns:a16="http://schemas.microsoft.com/office/drawing/2014/main" id="{5591B639-2372-44E6-BD1B-3113CDF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7" name="shape-126">
            <a:extLst xmlns:a="http://schemas.openxmlformats.org/drawingml/2006/main">
              <a:ext uri="{FF2B5EF4-FFF2-40B4-BE49-F238E27FC236}">
                <a16:creationId xmlns:a16="http://schemas.microsoft.com/office/drawing/2014/main" id="{120A89B2-0E4C-4D71-B159-AF80B61E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8" name="shape-127">
            <a:extLst xmlns:a="http://schemas.openxmlformats.org/drawingml/2006/main">
              <a:ext uri="{FF2B5EF4-FFF2-40B4-BE49-F238E27FC236}">
                <a16:creationId xmlns:a16="http://schemas.microsoft.com/office/drawing/2014/main" id="{4A834D0A-0FF9-4FE2-B10D-FDF2B187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9" name="shape-128">
            <a:extLst xmlns:a="http://schemas.openxmlformats.org/drawingml/2006/main">
              <a:ext uri="{FF2B5EF4-FFF2-40B4-BE49-F238E27FC236}">
                <a16:creationId xmlns:a16="http://schemas.microsoft.com/office/drawing/2014/main" id="{E867A67E-6F65-4C7E-A0E3-4440FE6E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0" name="shape-129">
            <a:extLst xmlns:a="http://schemas.openxmlformats.org/drawingml/2006/main">
              <a:ext uri="{FF2B5EF4-FFF2-40B4-BE49-F238E27FC236}">
                <a16:creationId xmlns:a16="http://schemas.microsoft.com/office/drawing/2014/main" id="{BE274F1B-1D8C-4E0C-8CB1-B759FFAE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1" name="shape-130">
            <a:extLst xmlns:a="http://schemas.openxmlformats.org/drawingml/2006/main">
              <a:ext uri="{FF2B5EF4-FFF2-40B4-BE49-F238E27FC236}">
                <a16:creationId xmlns:a16="http://schemas.microsoft.com/office/drawing/2014/main" id="{00D53715-7DB4-40CF-A6D2-43268BA5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2" name="shape-131">
            <a:extLst xmlns:a="http://schemas.openxmlformats.org/drawingml/2006/main">
              <a:ext uri="{FF2B5EF4-FFF2-40B4-BE49-F238E27FC236}">
                <a16:creationId xmlns:a16="http://schemas.microsoft.com/office/drawing/2014/main" id="{4BF64835-969D-4CE4-9AAD-677F763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3" name="shape-132">
            <a:extLst xmlns:a="http://schemas.openxmlformats.org/drawingml/2006/main">
              <a:ext uri="{FF2B5EF4-FFF2-40B4-BE49-F238E27FC236}">
                <a16:creationId xmlns:a16="http://schemas.microsoft.com/office/drawing/2014/main" id="{17A3F823-C5CB-4EF9-94F3-D4AA9FD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4" name="shape-133">
            <a:extLst xmlns:a="http://schemas.openxmlformats.org/drawingml/2006/main">
              <a:ext uri="{FF2B5EF4-FFF2-40B4-BE49-F238E27FC236}">
                <a16:creationId xmlns:a16="http://schemas.microsoft.com/office/drawing/2014/main" id="{C057DA96-AD4A-4EE9-9D30-083ABA0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5" name="shape-134">
            <a:extLst xmlns:a="http://schemas.openxmlformats.org/drawingml/2006/main">
              <a:ext uri="{FF2B5EF4-FFF2-40B4-BE49-F238E27FC236}">
                <a16:creationId xmlns:a16="http://schemas.microsoft.com/office/drawing/2014/main" id="{1095975B-6E37-48A4-839C-C6BEEA3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6" name="shape-135">
            <a:extLst xmlns:a="http://schemas.openxmlformats.org/drawingml/2006/main">
              <a:ext uri="{FF2B5EF4-FFF2-40B4-BE49-F238E27FC236}">
                <a16:creationId xmlns:a16="http://schemas.microsoft.com/office/drawing/2014/main" id="{17D9F038-C4DE-4D29-BE57-7AC585D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7" name="shape-136">
            <a:extLst xmlns:a="http://schemas.openxmlformats.org/drawingml/2006/main">
              <a:ext uri="{FF2B5EF4-FFF2-40B4-BE49-F238E27FC236}">
                <a16:creationId xmlns:a16="http://schemas.microsoft.com/office/drawing/2014/main" id="{38F737A7-BF47-4F6E-9031-99B0BF69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8" name="shape-137">
            <a:extLst xmlns:a="http://schemas.openxmlformats.org/drawingml/2006/main">
              <a:ext uri="{FF2B5EF4-FFF2-40B4-BE49-F238E27FC236}">
                <a16:creationId xmlns:a16="http://schemas.microsoft.com/office/drawing/2014/main" id="{18E1432F-2B65-486F-9AFD-9BF8FDA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39" name="shape-138">
            <a:extLst xmlns:a="http://schemas.openxmlformats.org/drawingml/2006/main">
              <a:ext uri="{FF2B5EF4-FFF2-40B4-BE49-F238E27FC236}">
                <a16:creationId xmlns:a16="http://schemas.microsoft.com/office/drawing/2014/main" id="{F6D78432-959C-478D-A36B-AE624C5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0" name="shape-139">
            <a:extLst xmlns:a="http://schemas.openxmlformats.org/drawingml/2006/main">
              <a:ext uri="{FF2B5EF4-FFF2-40B4-BE49-F238E27FC236}">
                <a16:creationId xmlns:a16="http://schemas.microsoft.com/office/drawing/2014/main" id="{A578FA33-C810-4C69-8DB9-203C028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1" name="shape-140">
            <a:extLst xmlns:a="http://schemas.openxmlformats.org/drawingml/2006/main">
              <a:ext uri="{FF2B5EF4-FFF2-40B4-BE49-F238E27FC236}">
                <a16:creationId xmlns:a16="http://schemas.microsoft.com/office/drawing/2014/main" id="{9D3A00CD-78EB-4E5E-B066-444C725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2" name="shape-141">
            <a:extLst xmlns:a="http://schemas.openxmlformats.org/drawingml/2006/main">
              <a:ext uri="{FF2B5EF4-FFF2-40B4-BE49-F238E27FC236}">
                <a16:creationId xmlns:a16="http://schemas.microsoft.com/office/drawing/2014/main" id="{3D0C4944-A2DA-401B-9260-32CDD70C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3" name="shape-142">
            <a:extLst xmlns:a="http://schemas.openxmlformats.org/drawingml/2006/main">
              <a:ext uri="{FF2B5EF4-FFF2-40B4-BE49-F238E27FC236}">
                <a16:creationId xmlns:a16="http://schemas.microsoft.com/office/drawing/2014/main" id="{B0EAE272-6803-452D-BB6B-0C37A7C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4" name="shape-143">
            <a:extLst xmlns:a="http://schemas.openxmlformats.org/drawingml/2006/main">
              <a:ext uri="{FF2B5EF4-FFF2-40B4-BE49-F238E27FC236}">
                <a16:creationId xmlns:a16="http://schemas.microsoft.com/office/drawing/2014/main" id="{1F6D280E-DC45-4824-AD28-4537280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5" name="shape-144">
            <a:extLst xmlns:a="http://schemas.openxmlformats.org/drawingml/2006/main">
              <a:ext uri="{FF2B5EF4-FFF2-40B4-BE49-F238E27FC236}">
                <a16:creationId xmlns:a16="http://schemas.microsoft.com/office/drawing/2014/main" id="{A67C7721-7186-410A-BB4B-ECFDA7E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6" name="shape-145">
            <a:extLst xmlns:a="http://schemas.openxmlformats.org/drawingml/2006/main">
              <a:ext uri="{FF2B5EF4-FFF2-40B4-BE49-F238E27FC236}">
                <a16:creationId xmlns:a16="http://schemas.microsoft.com/office/drawing/2014/main" id="{CF6934B3-DAF3-4C21-80B6-D9CB7722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7" name="shape-146">
            <a:extLst xmlns:a="http://schemas.openxmlformats.org/drawingml/2006/main">
              <a:ext uri="{FF2B5EF4-FFF2-40B4-BE49-F238E27FC236}">
                <a16:creationId xmlns:a16="http://schemas.microsoft.com/office/drawing/2014/main" id="{53F0C05B-1333-4068-ADFB-45723854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8" name="shape-147">
            <a:extLst xmlns:a="http://schemas.openxmlformats.org/drawingml/2006/main">
              <a:ext uri="{FF2B5EF4-FFF2-40B4-BE49-F238E27FC236}">
                <a16:creationId xmlns:a16="http://schemas.microsoft.com/office/drawing/2014/main" id="{124C0AF6-5857-40E0-A506-406C679D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9" name="shape-148">
            <a:extLst xmlns:a="http://schemas.openxmlformats.org/drawingml/2006/main">
              <a:ext uri="{FF2B5EF4-FFF2-40B4-BE49-F238E27FC236}">
                <a16:creationId xmlns:a16="http://schemas.microsoft.com/office/drawing/2014/main" id="{6B02161C-FDED-4BD5-BA2B-21040BC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0" name="shape-149">
            <a:extLst xmlns:a="http://schemas.openxmlformats.org/drawingml/2006/main">
              <a:ext uri="{FF2B5EF4-FFF2-40B4-BE49-F238E27FC236}">
                <a16:creationId xmlns:a16="http://schemas.microsoft.com/office/drawing/2014/main" id="{F5FBC8A9-DB04-4E7E-B3B5-9095E9CE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1" name="shape-150">
            <a:extLst xmlns:a="http://schemas.openxmlformats.org/drawingml/2006/main">
              <a:ext uri="{FF2B5EF4-FFF2-40B4-BE49-F238E27FC236}">
                <a16:creationId xmlns:a16="http://schemas.microsoft.com/office/drawing/2014/main" id="{0E414C55-592D-4636-9254-EDE8A95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2" name="shape-151">
            <a:extLst xmlns:a="http://schemas.openxmlformats.org/drawingml/2006/main">
              <a:ext uri="{FF2B5EF4-FFF2-40B4-BE49-F238E27FC236}">
                <a16:creationId xmlns:a16="http://schemas.microsoft.com/office/drawing/2014/main" id="{F4642BF3-2D14-4D50-B57B-D64F0FBA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3" name="shape-152">
            <a:extLst xmlns:a="http://schemas.openxmlformats.org/drawingml/2006/main">
              <a:ext uri="{FF2B5EF4-FFF2-40B4-BE49-F238E27FC236}">
                <a16:creationId xmlns:a16="http://schemas.microsoft.com/office/drawing/2014/main" id="{6B475A32-52E7-4C0F-86EB-7CA1FFE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4" name="shape-153">
            <a:extLst xmlns:a="http://schemas.openxmlformats.org/drawingml/2006/main">
              <a:ext uri="{FF2B5EF4-FFF2-40B4-BE49-F238E27FC236}">
                <a16:creationId xmlns:a16="http://schemas.microsoft.com/office/drawing/2014/main" id="{9200437C-4FDC-49FD-A59B-122EDA1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5" name="shape-154">
            <a:extLst xmlns:a="http://schemas.openxmlformats.org/drawingml/2006/main">
              <a:ext uri="{FF2B5EF4-FFF2-40B4-BE49-F238E27FC236}">
                <a16:creationId xmlns:a16="http://schemas.microsoft.com/office/drawing/2014/main" id="{22A3443C-68BC-4580-BD20-1D420DF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6" name="shape-155">
            <a:extLst xmlns:a="http://schemas.openxmlformats.org/drawingml/2006/main">
              <a:ext uri="{FF2B5EF4-FFF2-40B4-BE49-F238E27FC236}">
                <a16:creationId xmlns:a16="http://schemas.microsoft.com/office/drawing/2014/main" id="{B38F8F65-D565-4448-AF17-1E65486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7" name="shape-156">
            <a:extLst xmlns:a="http://schemas.openxmlformats.org/drawingml/2006/main">
              <a:ext uri="{FF2B5EF4-FFF2-40B4-BE49-F238E27FC236}">
                <a16:creationId xmlns:a16="http://schemas.microsoft.com/office/drawing/2014/main" id="{12447B98-8604-4462-8488-CFFFC96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8" name="shape-157">
            <a:extLst xmlns:a="http://schemas.openxmlformats.org/drawingml/2006/main">
              <a:ext uri="{FF2B5EF4-FFF2-40B4-BE49-F238E27FC236}">
                <a16:creationId xmlns:a16="http://schemas.microsoft.com/office/drawing/2014/main" id="{622D82D7-9264-4CE4-8A94-53C2ED5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9" name="shape-158">
            <a:extLst xmlns:a="http://schemas.openxmlformats.org/drawingml/2006/main">
              <a:ext uri="{FF2B5EF4-FFF2-40B4-BE49-F238E27FC236}">
                <a16:creationId xmlns:a16="http://schemas.microsoft.com/office/drawing/2014/main" id="{C7546137-D9B0-4983-9FF3-A0C372F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0" name="shape-159">
            <a:extLst xmlns:a="http://schemas.openxmlformats.org/drawingml/2006/main">
              <a:ext uri="{FF2B5EF4-FFF2-40B4-BE49-F238E27FC236}">
                <a16:creationId xmlns:a16="http://schemas.microsoft.com/office/drawing/2014/main" id="{F0432423-8EDE-46AE-AEE6-F5CE37DB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1" name="shape-160">
            <a:extLst xmlns:a="http://schemas.openxmlformats.org/drawingml/2006/main">
              <a:ext uri="{FF2B5EF4-FFF2-40B4-BE49-F238E27FC236}">
                <a16:creationId xmlns:a16="http://schemas.microsoft.com/office/drawing/2014/main" id="{8E1003B6-A24A-46E4-969D-7FBD210D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2" name="shape-161">
            <a:extLst xmlns:a="http://schemas.openxmlformats.org/drawingml/2006/main">
              <a:ext uri="{FF2B5EF4-FFF2-40B4-BE49-F238E27FC236}">
                <a16:creationId xmlns:a16="http://schemas.microsoft.com/office/drawing/2014/main" id="{470E35F7-598F-4970-BCFE-B1D5A5B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3" name="shape-162">
            <a:extLst xmlns:a="http://schemas.openxmlformats.org/drawingml/2006/main">
              <a:ext uri="{FF2B5EF4-FFF2-40B4-BE49-F238E27FC236}">
                <a16:creationId xmlns:a16="http://schemas.microsoft.com/office/drawing/2014/main" id="{AEE2026F-91C2-4105-BDBB-61F5F83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4" name="shape-163">
            <a:extLst xmlns:a="http://schemas.openxmlformats.org/drawingml/2006/main">
              <a:ext uri="{FF2B5EF4-FFF2-40B4-BE49-F238E27FC236}">
                <a16:creationId xmlns:a16="http://schemas.microsoft.com/office/drawing/2014/main" id="{656263D8-03BE-4E34-A108-71FC60E4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5" name="shape-164">
            <a:extLst xmlns:a="http://schemas.openxmlformats.org/drawingml/2006/main">
              <a:ext uri="{FF2B5EF4-FFF2-40B4-BE49-F238E27FC236}">
                <a16:creationId xmlns:a16="http://schemas.microsoft.com/office/drawing/2014/main" id="{CF75038D-3915-49F9-99CF-73DF4BC1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6" name="shape-165">
            <a:extLst xmlns:a="http://schemas.openxmlformats.org/drawingml/2006/main">
              <a:ext uri="{FF2B5EF4-FFF2-40B4-BE49-F238E27FC236}">
                <a16:creationId xmlns:a16="http://schemas.microsoft.com/office/drawing/2014/main" id="{11AABE5E-4C5A-4A7B-B9D6-8B411BDC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7" name="shape-166">
            <a:extLst xmlns:a="http://schemas.openxmlformats.org/drawingml/2006/main">
              <a:ext uri="{FF2B5EF4-FFF2-40B4-BE49-F238E27FC236}">
                <a16:creationId xmlns:a16="http://schemas.microsoft.com/office/drawing/2014/main" id="{73654910-5A26-4A00-80F7-F8A2E4C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8" name="shape-167">
            <a:extLst xmlns:a="http://schemas.openxmlformats.org/drawingml/2006/main">
              <a:ext uri="{FF2B5EF4-FFF2-40B4-BE49-F238E27FC236}">
                <a16:creationId xmlns:a16="http://schemas.microsoft.com/office/drawing/2014/main" id="{4F20BE5C-4FDD-468F-A461-4CE5C82B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9" name="shape-168">
            <a:extLst xmlns:a="http://schemas.openxmlformats.org/drawingml/2006/main">
              <a:ext uri="{FF2B5EF4-FFF2-40B4-BE49-F238E27FC236}">
                <a16:creationId xmlns:a16="http://schemas.microsoft.com/office/drawing/2014/main" id="{80E281CB-D247-4F0B-83EA-F649D39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0" name="shape-169">
            <a:extLst xmlns:a="http://schemas.openxmlformats.org/drawingml/2006/main">
              <a:ext uri="{FF2B5EF4-FFF2-40B4-BE49-F238E27FC236}">
                <a16:creationId xmlns:a16="http://schemas.microsoft.com/office/drawing/2014/main" id="{E04F6B13-51C9-4ED9-91E1-D6B751F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1" name="shape-170">
            <a:extLst xmlns:a="http://schemas.openxmlformats.org/drawingml/2006/main">
              <a:ext uri="{FF2B5EF4-FFF2-40B4-BE49-F238E27FC236}">
                <a16:creationId xmlns:a16="http://schemas.microsoft.com/office/drawing/2014/main" id="{71607D5E-608A-4F6F-98D9-F18EC8B1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2" name="shape-171">
            <a:extLst xmlns:a="http://schemas.openxmlformats.org/drawingml/2006/main">
              <a:ext uri="{FF2B5EF4-FFF2-40B4-BE49-F238E27FC236}">
                <a16:creationId xmlns:a16="http://schemas.microsoft.com/office/drawing/2014/main" id="{06B8C0F6-2805-4B8E-88F8-A472327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3" name="shape-172">
            <a:extLst xmlns:a="http://schemas.openxmlformats.org/drawingml/2006/main">
              <a:ext uri="{FF2B5EF4-FFF2-40B4-BE49-F238E27FC236}">
                <a16:creationId xmlns:a16="http://schemas.microsoft.com/office/drawing/2014/main" id="{7F2D5EB9-F339-4C31-9545-403444D1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4" name="shape-173">
            <a:extLst xmlns:a="http://schemas.openxmlformats.org/drawingml/2006/main">
              <a:ext uri="{FF2B5EF4-FFF2-40B4-BE49-F238E27FC236}">
                <a16:creationId xmlns:a16="http://schemas.microsoft.com/office/drawing/2014/main" id="{F8BB7990-D6A6-465E-80F6-83FEDBB7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5" name="shape-174">
            <a:extLst xmlns:a="http://schemas.openxmlformats.org/drawingml/2006/main">
              <a:ext uri="{FF2B5EF4-FFF2-40B4-BE49-F238E27FC236}">
                <a16:creationId xmlns:a16="http://schemas.microsoft.com/office/drawing/2014/main" id="{FC9C0DDC-842D-4C04-AE67-948A088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6" name="shape-175">
            <a:extLst xmlns:a="http://schemas.openxmlformats.org/drawingml/2006/main">
              <a:ext uri="{FF2B5EF4-FFF2-40B4-BE49-F238E27FC236}">
                <a16:creationId xmlns:a16="http://schemas.microsoft.com/office/drawing/2014/main" id="{DA5A6DE1-30D8-436A-B52D-164E57CC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7" name="shape-176">
            <a:extLst xmlns:a="http://schemas.openxmlformats.org/drawingml/2006/main">
              <a:ext uri="{FF2B5EF4-FFF2-40B4-BE49-F238E27FC236}">
                <a16:creationId xmlns:a16="http://schemas.microsoft.com/office/drawing/2014/main" id="{0A20AF1D-26F8-4797-90E7-EA5DC93E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8" name="shape-177">
            <a:extLst xmlns:a="http://schemas.openxmlformats.org/drawingml/2006/main">
              <a:ext uri="{FF2B5EF4-FFF2-40B4-BE49-F238E27FC236}">
                <a16:creationId xmlns:a16="http://schemas.microsoft.com/office/drawing/2014/main" id="{098FD046-FE3B-4FBC-8973-065FCC3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9" name="shape-178">
            <a:extLst xmlns:a="http://schemas.openxmlformats.org/drawingml/2006/main">
              <a:ext uri="{FF2B5EF4-FFF2-40B4-BE49-F238E27FC236}">
                <a16:creationId xmlns:a16="http://schemas.microsoft.com/office/drawing/2014/main" id="{8544A3F6-65A7-42EB-AD44-3EDFE32A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0" name="shape-179">
            <a:extLst xmlns:a="http://schemas.openxmlformats.org/drawingml/2006/main">
              <a:ext uri="{FF2B5EF4-FFF2-40B4-BE49-F238E27FC236}">
                <a16:creationId xmlns:a16="http://schemas.microsoft.com/office/drawing/2014/main" id="{0682285D-3A64-43CA-9BFD-E3D2CA10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195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1" name="shape-180">
            <a:extLst xmlns:a="http://schemas.openxmlformats.org/drawingml/2006/main">
              <a:ext uri="{FF2B5EF4-FFF2-40B4-BE49-F238E27FC236}">
                <a16:creationId xmlns:a16="http://schemas.microsoft.com/office/drawing/2014/main" id="{04CA6A32-C543-4060-B434-34D12973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0530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A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2" name="Raw">
            <a:extLst xmlns:a="http://schemas.openxmlformats.org/drawingml/2006/main">
              <a:ext uri="{FF2B5EF4-FFF2-40B4-BE49-F238E27FC236}">
                <a16:creationId xmlns:a16="http://schemas.microsoft.com/office/drawing/2014/main" id="{76380261-7C79-4EA6-BD76-BB1378A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752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283" name="Sustained">
            <a:extLst xmlns:a="http://schemas.openxmlformats.org/drawingml/2006/main">
              <a:ext uri="{FF2B5EF4-FFF2-40B4-BE49-F238E27FC236}">
                <a16:creationId xmlns:a16="http://schemas.microsoft.com/office/drawing/2014/main" id="{4E25668D-E2EF-4E56-B3D2-D26EC8D4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67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Sustained</a:t>
            </a:r>
          </a:p>
        </p:txBody>
      </p:sp>
      <p:sp>
        <p:nvSpPr>
          <p:cNvPr id="284" name="Remove short runs, then fill gaps">
            <a:extLst xmlns:a="http://schemas.openxmlformats.org/drawingml/2006/main">
              <a:ext uri="{FF2B5EF4-FFF2-40B4-BE49-F238E27FC236}">
                <a16:creationId xmlns:a16="http://schemas.microsoft.com/office/drawing/2014/main" id="{B0F68251-281D-4FC4-87A7-3F8322D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55295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Remove short runs, then fill gaps</a:t>
            </a:r>
          </a:p>
        </p:txBody>
      </p:sp>
      <p:sp>
        <p:nvSpPr>
          <p:cNvPr id="285" name="line-181">
            <a:extLst xmlns:a="http://schemas.openxmlformats.org/drawingml/2006/main">
              <a:ext uri="{FF2B5EF4-FFF2-40B4-BE49-F238E27FC236}">
                <a16:creationId xmlns:a16="http://schemas.microsoft.com/office/drawing/2014/main" id="{D70628B8-A1CD-434B-B78F-403A730C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46722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86" name="line-182">
            <a:extLst xmlns:a="http://schemas.openxmlformats.org/drawingml/2006/main">
              <a:ext uri="{FF2B5EF4-FFF2-40B4-BE49-F238E27FC236}">
                <a16:creationId xmlns:a16="http://schemas.microsoft.com/office/drawing/2014/main" id="{3D36B285-AB54-412A-9BFA-18FE3EDC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14850"/>
            <a:ext cx="1371600" cy="95"/>
          </a:xfrm>
          <a:custGeom xmlns:a="http://schemas.openxmlformats.org/drawingml/2006/main">
            <a:pathLst>
              <a:path w="1371600" h="95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87" name="line-183">
            <a:extLst xmlns:a="http://schemas.openxmlformats.org/drawingml/2006/main">
              <a:ext uri="{FF2B5EF4-FFF2-40B4-BE49-F238E27FC236}">
                <a16:creationId xmlns:a16="http://schemas.microsoft.com/office/drawing/2014/main" id="{12C41058-9000-4541-A72D-9FDA30DA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14850"/>
            <a:ext cx="95" cy="428625"/>
          </a:xfrm>
          <a:custGeom xmlns:a="http://schemas.openxmlformats.org/drawingml/2006/main">
            <a:pathLst>
              <a:path w="9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88" name="line-184">
            <a:extLst xmlns:a="http://schemas.openxmlformats.org/drawingml/2006/main">
              <a:ext uri="{FF2B5EF4-FFF2-40B4-BE49-F238E27FC236}">
                <a16:creationId xmlns:a16="http://schemas.microsoft.com/office/drawing/2014/main" id="{31369C1B-4817-4B1E-B1F1-891CC52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4347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89" name="line-185">
            <a:extLst xmlns:a="http://schemas.openxmlformats.org/drawingml/2006/main">
              <a:ext uri="{FF2B5EF4-FFF2-40B4-BE49-F238E27FC236}">
                <a16:creationId xmlns:a16="http://schemas.microsoft.com/office/drawing/2014/main" id="{B8C5F66F-7640-47CA-AC5E-9C5D473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434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90" name="line-186">
            <a:extLst xmlns:a="http://schemas.openxmlformats.org/drawingml/2006/main">
              <a:ext uri="{FF2B5EF4-FFF2-40B4-BE49-F238E27FC236}">
                <a16:creationId xmlns:a16="http://schemas.microsoft.com/office/drawing/2014/main" id="{82EE525C-1B7F-4D97-8178-6ACE6D00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236" y="49605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91" name="line-187">
            <a:extLst xmlns:a="http://schemas.openxmlformats.org/drawingml/2006/main">
              <a:ext uri="{FF2B5EF4-FFF2-40B4-BE49-F238E27FC236}">
                <a16:creationId xmlns:a16="http://schemas.microsoft.com/office/drawing/2014/main" id="{BB347199-85F6-4E4E-B964-4DADB46D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605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292" name="vector-0-0">
            <a:extLst xmlns:a="http://schemas.openxmlformats.org/drawingml/2006/main">
              <a:ext uri="{FF2B5EF4-FFF2-40B4-BE49-F238E27FC236}">
                <a16:creationId xmlns:a16="http://schemas.microsoft.com/office/drawing/2014/main" id="{64CC8331-0486-420A-BA01-E795D20A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3" name="vector-0-1">
            <a:extLst xmlns:a="http://schemas.openxmlformats.org/drawingml/2006/main">
              <a:ext uri="{FF2B5EF4-FFF2-40B4-BE49-F238E27FC236}">
                <a16:creationId xmlns:a16="http://schemas.microsoft.com/office/drawing/2014/main" id="{A58E26BB-CC0B-4F9E-A978-AF3554F9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4" name="vector-0-2">
            <a:extLst xmlns:a="http://schemas.openxmlformats.org/drawingml/2006/main">
              <a:ext uri="{FF2B5EF4-FFF2-40B4-BE49-F238E27FC236}">
                <a16:creationId xmlns:a16="http://schemas.microsoft.com/office/drawing/2014/main" id="{D8144801-8B45-48A6-BBCE-9936994B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5" name="vector-0-3">
            <a:extLst xmlns:a="http://schemas.openxmlformats.org/drawingml/2006/main">
              <a:ext uri="{FF2B5EF4-FFF2-40B4-BE49-F238E27FC236}">
                <a16:creationId xmlns:a16="http://schemas.microsoft.com/office/drawing/2014/main" id="{D2AB4C0F-F30E-4907-ACCE-B929C37A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6" name="vector-0-4">
            <a:extLst xmlns:a="http://schemas.openxmlformats.org/drawingml/2006/main">
              <a:ext uri="{FF2B5EF4-FFF2-40B4-BE49-F238E27FC236}">
                <a16:creationId xmlns:a16="http://schemas.microsoft.com/office/drawing/2014/main" id="{1C04B84B-7F5B-4DB0-B93D-2231490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6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7" name="vector-0-5">
            <a:extLst xmlns:a="http://schemas.openxmlformats.org/drawingml/2006/main">
              <a:ext uri="{FF2B5EF4-FFF2-40B4-BE49-F238E27FC236}">
                <a16:creationId xmlns:a16="http://schemas.microsoft.com/office/drawing/2014/main" id="{8AA7D3C8-44B0-4923-87E5-0BD9534D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8" name="vector-0-6">
            <a:extLst xmlns:a="http://schemas.openxmlformats.org/drawingml/2006/main">
              <a:ext uri="{FF2B5EF4-FFF2-40B4-BE49-F238E27FC236}">
                <a16:creationId xmlns:a16="http://schemas.microsoft.com/office/drawing/2014/main" id="{A653B22A-E1AE-4BC9-8FE3-E0BD43DE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99" name="vector-0-7">
            <a:extLst xmlns:a="http://schemas.openxmlformats.org/drawingml/2006/main">
              <a:ext uri="{FF2B5EF4-FFF2-40B4-BE49-F238E27FC236}">
                <a16:creationId xmlns:a16="http://schemas.microsoft.com/office/drawing/2014/main" id="{D6D84B7B-FBD1-4F2F-9FF7-665B3B2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00" name="vector-0-8">
            <a:extLst xmlns:a="http://schemas.openxmlformats.org/drawingml/2006/main">
              <a:ext uri="{FF2B5EF4-FFF2-40B4-BE49-F238E27FC236}">
                <a16:creationId xmlns:a16="http://schemas.microsoft.com/office/drawing/2014/main" id="{F1C2918A-CCA0-487C-BEA3-3D11A66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01" name="shape-188">
            <a:extLst xmlns:a="http://schemas.openxmlformats.org/drawingml/2006/main">
              <a:ext uri="{FF2B5EF4-FFF2-40B4-BE49-F238E27FC236}">
                <a16:creationId xmlns:a16="http://schemas.microsoft.com/office/drawing/2014/main" id="{A3F0DDD3-559C-42C9-AC96-001680EA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1114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302" name="Event / state targets">
            <a:extLst xmlns:a="http://schemas.openxmlformats.org/drawingml/2006/main">
              <a:ext uri="{FF2B5EF4-FFF2-40B4-BE49-F238E27FC236}">
                <a16:creationId xmlns:a16="http://schemas.microsoft.com/office/drawing/2014/main" id="{0525D255-C205-4408-99C1-B8A8E96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197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/ state targets</a:t>
            </a:r>
          </a:p>
        </p:txBody>
      </p:sp>
      <p:sp>
        <p:nvSpPr>
          <p:cNvPr id="303" name="line-189">
            <a:extLst xmlns:a="http://schemas.openxmlformats.org/drawingml/2006/main">
              <a:ext uri="{FF2B5EF4-FFF2-40B4-BE49-F238E27FC236}">
                <a16:creationId xmlns:a16="http://schemas.microsoft.com/office/drawing/2014/main" id="{85E8F5EF-38CB-4471-BABB-AFFB732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986844"/>
            </a:solidFill>
            <a:prstDash val="solid"/>
          </a:ln>
        </p:spPr>
      </p:sp>
      <p:sp>
        <p:nvSpPr>
          <p:cNvPr id="304" name="line-190">
            <a:extLst xmlns:a="http://schemas.openxmlformats.org/drawingml/2006/main">
              <a:ext uri="{FF2B5EF4-FFF2-40B4-BE49-F238E27FC236}">
                <a16:creationId xmlns:a16="http://schemas.microsoft.com/office/drawing/2014/main" id="{A26EB8A0-8CC7-41A3-9A28-8CF57213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95" cy="1962150"/>
          </a:xfrm>
          <a:custGeom xmlns:a="http://schemas.openxmlformats.org/drawingml/2006/main">
            <a:pathLst>
              <a:path w="95" h="1962150">
                <a:moveTo>
                  <a:pt x="0" y="0"/>
                </a:moveTo>
                <a:lnTo>
                  <a:pt x="0" y="1962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986844"/>
            </a:solidFill>
            <a:prstDash val="solid"/>
          </a:ln>
        </p:spPr>
      </p:sp>
      <p:sp>
        <p:nvSpPr>
          <p:cNvPr id="305" name="line-191">
            <a:extLst xmlns:a="http://schemas.openxmlformats.org/drawingml/2006/main">
              <a:ext uri="{FF2B5EF4-FFF2-40B4-BE49-F238E27FC236}">
                <a16:creationId xmlns:a16="http://schemas.microsoft.com/office/drawing/2014/main" id="{A190DE74-A38A-461C-8DD5-7F0FC87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86350"/>
            <a:ext cx="504825" cy="95"/>
          </a:xfrm>
          <a:custGeom xmlns:a="http://schemas.openxmlformats.org/drawingml/2006/main">
            <a:pathLst>
              <a:path w="504825" h="95">
                <a:moveTo>
                  <a:pt x="504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986844"/>
            </a:solidFill>
            <a:prstDash val="solid"/>
          </a:ln>
        </p:spPr>
      </p:sp>
      <p:sp>
        <p:nvSpPr>
          <p:cNvPr id="306" name="line-192">
            <a:extLst xmlns:a="http://schemas.openxmlformats.org/drawingml/2006/main">
              <a:ext uri="{FF2B5EF4-FFF2-40B4-BE49-F238E27FC236}">
                <a16:creationId xmlns:a16="http://schemas.microsoft.com/office/drawing/2014/main" id="{6399678F-7012-42E8-9EEF-D3AAE4E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5556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986844"/>
            </a:solidFill>
            <a:prstDash val="solid"/>
          </a:ln>
        </p:spPr>
      </p:sp>
      <p:sp>
        <p:nvSpPr>
          <p:cNvPr id="307" name="line-193">
            <a:extLst xmlns:a="http://schemas.openxmlformats.org/drawingml/2006/main">
              <a:ext uri="{FF2B5EF4-FFF2-40B4-BE49-F238E27FC236}">
                <a16:creationId xmlns:a16="http://schemas.microsoft.com/office/drawing/2014/main" id="{E25E9F37-6102-462B-9253-DCAA76C0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8635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986844"/>
            </a:solidFill>
            <a:prstDash val="solid"/>
          </a:ln>
        </p:spPr>
      </p:sp>
      <p:sp>
        <p:nvSpPr>
          <p:cNvPr id="308" name="vector-0-0">
            <a:extLst xmlns:a="http://schemas.openxmlformats.org/drawingml/2006/main">
              <a:ext uri="{FF2B5EF4-FFF2-40B4-BE49-F238E27FC236}">
                <a16:creationId xmlns:a16="http://schemas.microsoft.com/office/drawing/2014/main" id="{F882DDA1-0A65-43F2-98BC-9F494F14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09" name="vector-0-1">
            <a:extLst xmlns:a="http://schemas.openxmlformats.org/drawingml/2006/main">
              <a:ext uri="{FF2B5EF4-FFF2-40B4-BE49-F238E27FC236}">
                <a16:creationId xmlns:a16="http://schemas.microsoft.com/office/drawing/2014/main" id="{4820244B-ACA3-4BD7-B158-D32F0FF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10" name="vector-0-2">
            <a:extLst xmlns:a="http://schemas.openxmlformats.org/drawingml/2006/main">
              <a:ext uri="{FF2B5EF4-FFF2-40B4-BE49-F238E27FC236}">
                <a16:creationId xmlns:a16="http://schemas.microsoft.com/office/drawing/2014/main" id="{BB98CA3B-7CCA-48EB-ABE8-BA749BC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11" name="vector-0-3">
            <a:extLst xmlns:a="http://schemas.openxmlformats.org/drawingml/2006/main">
              <a:ext uri="{FF2B5EF4-FFF2-40B4-BE49-F238E27FC236}">
                <a16:creationId xmlns:a16="http://schemas.microsoft.com/office/drawing/2014/main" id="{8D03200F-32D5-4BE9-8C2B-FA2DF83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12" name="vector-0-4">
            <a:extLst xmlns:a="http://schemas.openxmlformats.org/drawingml/2006/main">
              <a:ext uri="{FF2B5EF4-FFF2-40B4-BE49-F238E27FC236}">
                <a16:creationId xmlns:a16="http://schemas.microsoft.com/office/drawing/2014/main" id="{738247BC-5F2C-43FC-AC8E-548DB1A0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6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13" name="vector-0-5">
            <a:extLst xmlns:a="http://schemas.openxmlformats.org/drawingml/2006/main">
              <a:ext uri="{FF2B5EF4-FFF2-40B4-BE49-F238E27FC236}">
                <a16:creationId xmlns:a16="http://schemas.microsoft.com/office/drawing/2014/main" id="{E166A0D0-34A9-4A20-BD4E-B42B1AD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14" name="shape-194">
            <a:extLst xmlns:a="http://schemas.openxmlformats.org/drawingml/2006/main">
              <a:ext uri="{FF2B5EF4-FFF2-40B4-BE49-F238E27FC236}">
                <a16:creationId xmlns:a16="http://schemas.microsoft.com/office/drawing/2014/main" id="{05D89638-8C67-425B-B8B0-653F337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29200"/>
            <a:ext cx="74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315" name="Cause targets">
            <a:extLst xmlns:a="http://schemas.openxmlformats.org/drawingml/2006/main">
              <a:ext uri="{FF2B5EF4-FFF2-40B4-BE49-F238E27FC236}">
                <a16:creationId xmlns:a16="http://schemas.microsoft.com/office/drawing/2014/main" id="{CFBD4DFF-6610-4A8C-B665-C3FE2F7E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1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Cause targets</a:t>
            </a:r>
          </a:p>
        </p:txBody>
      </p:sp>
      <p:sp>
        <p:nvSpPr>
          <p:cNvPr id="316" name="line-195">
            <a:extLst xmlns:a="http://schemas.openxmlformats.org/drawingml/2006/main">
              <a:ext uri="{FF2B5EF4-FFF2-40B4-BE49-F238E27FC236}">
                <a16:creationId xmlns:a16="http://schemas.microsoft.com/office/drawing/2014/main" id="{609CA004-A0E9-4B0A-8647-1CC7243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57825"/>
            <a:ext cx="657225" cy="95"/>
          </a:xfrm>
          <a:custGeom xmlns:a="http://schemas.openxmlformats.org/drawingml/2006/main"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17" name="line-196">
            <a:extLst xmlns:a="http://schemas.openxmlformats.org/drawingml/2006/main">
              <a:ext uri="{FF2B5EF4-FFF2-40B4-BE49-F238E27FC236}">
                <a16:creationId xmlns:a16="http://schemas.microsoft.com/office/drawing/2014/main" id="{1F850408-7B1B-4126-A003-4F5030F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914525"/>
            <a:ext cx="95" cy="3543300"/>
          </a:xfrm>
          <a:custGeom xmlns:a="http://schemas.openxmlformats.org/drawingml/2006/main">
            <a:pathLst>
              <a:path w="95" h="3543300">
                <a:moveTo>
                  <a:pt x="0" y="3543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18" name="line-197">
            <a:extLst xmlns:a="http://schemas.openxmlformats.org/drawingml/2006/main">
              <a:ext uri="{FF2B5EF4-FFF2-40B4-BE49-F238E27FC236}">
                <a16:creationId xmlns:a16="http://schemas.microsoft.com/office/drawing/2014/main" id="{61E9FA02-C7B6-4FC8-87AC-385C2C1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914525"/>
            <a:ext cx="5153025" cy="95"/>
          </a:xfrm>
          <a:custGeom xmlns:a="http://schemas.openxmlformats.org/drawingml/2006/main">
            <a:pathLst>
              <a:path w="5153025" h="95">
                <a:moveTo>
                  <a:pt x="0" y="0"/>
                </a:moveTo>
                <a:lnTo>
                  <a:pt x="5153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19" name="line-198">
            <a:extLst xmlns:a="http://schemas.openxmlformats.org/drawingml/2006/main">
              <a:ext uri="{FF2B5EF4-FFF2-40B4-BE49-F238E27FC236}">
                <a16:creationId xmlns:a16="http://schemas.microsoft.com/office/drawing/2014/main" id="{DC79B49D-18FD-4938-B0B8-F42311EA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145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20" name="line-199">
            <a:extLst xmlns:a="http://schemas.openxmlformats.org/drawingml/2006/main">
              <a:ext uri="{FF2B5EF4-FFF2-40B4-BE49-F238E27FC236}">
                <a16:creationId xmlns:a16="http://schemas.microsoft.com/office/drawing/2014/main" id="{4A704142-5F85-44B2-A6E1-B9D154FC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1" name="line-200">
            <a:extLst xmlns:a="http://schemas.openxmlformats.org/drawingml/2006/main">
              <a:ext uri="{FF2B5EF4-FFF2-40B4-BE49-F238E27FC236}">
                <a16:creationId xmlns:a16="http://schemas.microsoft.com/office/drawing/2014/main" id="{382F0DF5-C0A1-4EE9-91BB-128A67A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2" name="line-201">
            <a:extLst xmlns:a="http://schemas.openxmlformats.org/drawingml/2006/main">
              <a:ext uri="{FF2B5EF4-FFF2-40B4-BE49-F238E27FC236}">
                <a16:creationId xmlns:a16="http://schemas.microsoft.com/office/drawing/2014/main" id="{49A96E56-988B-4DFE-8FE0-E47011F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145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23" name="line-202">
            <a:extLst xmlns:a="http://schemas.openxmlformats.org/drawingml/2006/main">
              <a:ext uri="{FF2B5EF4-FFF2-40B4-BE49-F238E27FC236}">
                <a16:creationId xmlns:a16="http://schemas.microsoft.com/office/drawing/2014/main" id="{BCBCC705-3DC5-4625-887A-359D7BF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86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4" name="line-203">
            <a:extLst xmlns:a="http://schemas.openxmlformats.org/drawingml/2006/main">
              <a:ext uri="{FF2B5EF4-FFF2-40B4-BE49-F238E27FC236}">
                <a16:creationId xmlns:a16="http://schemas.microsoft.com/office/drawing/2014/main" id="{138F7BDE-DC46-4A45-8127-496F8DB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5" name="line-204">
            <a:extLst xmlns:a="http://schemas.openxmlformats.org/drawingml/2006/main">
              <a:ext uri="{FF2B5EF4-FFF2-40B4-BE49-F238E27FC236}">
                <a16:creationId xmlns:a16="http://schemas.microsoft.com/office/drawing/2014/main" id="{254CA877-4142-455F-A2CE-5F5BA2D2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145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dash"/>
          </a:ln>
        </p:spPr>
      </p:sp>
      <p:sp>
        <p:nvSpPr>
          <p:cNvPr id="326" name="line-205">
            <a:extLst xmlns:a="http://schemas.openxmlformats.org/drawingml/2006/main">
              <a:ext uri="{FF2B5EF4-FFF2-40B4-BE49-F238E27FC236}">
                <a16:creationId xmlns:a16="http://schemas.microsoft.com/office/drawing/2014/main" id="{6C8E8ABD-993D-4945-A5BA-926AB95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636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7" name="line-206">
            <a:extLst xmlns:a="http://schemas.openxmlformats.org/drawingml/2006/main">
              <a:ext uri="{FF2B5EF4-FFF2-40B4-BE49-F238E27FC236}">
                <a16:creationId xmlns:a16="http://schemas.microsoft.com/office/drawing/2014/main" id="{C7B76C13-8F0E-4846-B095-F464544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649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28" name="line-207">
            <a:extLst xmlns:a="http://schemas.openxmlformats.org/drawingml/2006/main">
              <a:ext uri="{FF2B5EF4-FFF2-40B4-BE49-F238E27FC236}">
                <a16:creationId xmlns:a16="http://schemas.microsoft.com/office/drawing/2014/main" id="{D182BC4F-1723-4400-B582-F1B2493F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4486275" cy="95"/>
          </a:xfrm>
          <a:custGeom xmlns:a="http://schemas.openxmlformats.org/drawingml/2006/main">
            <a:pathLst>
              <a:path w="4486275" h="95">
                <a:moveTo>
                  <a:pt x="0" y="0"/>
                </a:moveTo>
                <a:lnTo>
                  <a:pt x="448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986844"/>
            </a:solidFill>
            <a:prstDash val="dash"/>
          </a:ln>
        </p:spPr>
      </p:sp>
      <p:sp>
        <p:nvSpPr>
          <p:cNvPr id="329" name="line-208">
            <a:extLst xmlns:a="http://schemas.openxmlformats.org/drawingml/2006/main">
              <a:ext uri="{FF2B5EF4-FFF2-40B4-BE49-F238E27FC236}">
                <a16:creationId xmlns:a16="http://schemas.microsoft.com/office/drawing/2014/main" id="{84171A4E-122A-4444-817F-0373AE1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76250" cy="95"/>
          </a:xfrm>
          <a:custGeom xmlns:a="http://schemas.openxmlformats.org/drawingml/2006/main">
            <a:pathLst>
              <a:path w="476250" h="95">
                <a:moveTo>
                  <a:pt x="476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986844"/>
            </a:solidFill>
            <a:prstDash val="dash"/>
          </a:ln>
        </p:spPr>
      </p:sp>
      <p:sp>
        <p:nvSpPr>
          <p:cNvPr id="330" name="line-209">
            <a:extLst xmlns:a="http://schemas.openxmlformats.org/drawingml/2006/main">
              <a:ext uri="{FF2B5EF4-FFF2-40B4-BE49-F238E27FC236}">
                <a16:creationId xmlns:a16="http://schemas.microsoft.com/office/drawing/2014/main" id="{176BC232-59BD-49F3-882D-D34B096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986844"/>
            </a:solidFill>
            <a:prstDash val="dash"/>
          </a:ln>
        </p:spPr>
      </p:sp>
      <p:sp>
        <p:nvSpPr>
          <p:cNvPr id="331" name="line-210">
            <a:extLst xmlns:a="http://schemas.openxmlformats.org/drawingml/2006/main">
              <a:ext uri="{FF2B5EF4-FFF2-40B4-BE49-F238E27FC236}">
                <a16:creationId xmlns:a16="http://schemas.microsoft.com/office/drawing/2014/main" id="{2D733841-05F1-4BF2-A760-989A7D33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95875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986844"/>
            </a:solidFill>
            <a:prstDash val="dash"/>
          </a:ln>
        </p:spPr>
      </p:sp>
      <p:sp>
        <p:nvSpPr>
          <p:cNvPr id="332" name="line-211">
            <a:extLst xmlns:a="http://schemas.openxmlformats.org/drawingml/2006/main">
              <a:ext uri="{FF2B5EF4-FFF2-40B4-BE49-F238E27FC236}">
                <a16:creationId xmlns:a16="http://schemas.microsoft.com/office/drawing/2014/main" id="{A84AB764-3274-4564-8B76-531A87A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095875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986844"/>
            </a:solidFill>
            <a:prstDash val="dash"/>
          </a:ln>
        </p:spPr>
      </p:sp>
      <p:sp>
        <p:nvSpPr>
          <p:cNvPr id="333" name="training supervision">
            <a:extLst xmlns:a="http://schemas.openxmlformats.org/drawingml/2006/main">
              <a:ext uri="{FF2B5EF4-FFF2-40B4-BE49-F238E27FC236}">
                <a16:creationId xmlns:a16="http://schemas.microsoft.com/office/drawing/2014/main" id="{8A2769FD-BC90-4EA7-A5F9-B9986FC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543550"/>
            <a:ext cx="2505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training supervision</a:t>
            </a:r>
          </a:p>
        </p:txBody>
      </p:sp>
      <p:sp>
        <p:nvSpPr>
          <p:cNvPr id="334" name="History-derived conditioning">
            <a:extLst xmlns:a="http://schemas.openxmlformats.org/drawingml/2006/main">
              <a:ext uri="{FF2B5EF4-FFF2-40B4-BE49-F238E27FC236}">
                <a16:creationId xmlns:a16="http://schemas.microsoft.com/office/drawing/2014/main" id="{FEE55875-44FC-47A7-B1FF-4ED1EDB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53125"/>
            <a:ext cx="4581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History-derived conditioning</a:t>
            </a:r>
          </a:p>
        </p:txBody>
      </p:sp>
      <p:sp>
        <p:nvSpPr>
          <p:cNvPr id="33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8D29A4F-2276-4E5F-BB72-6AA5591B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3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8777C7F-D811-42E8-B9D1-454AE83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3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D673991-18F7-43E1-A48F-162422A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3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81B405E-2B46-4EA7-987B-786C0AF5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3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F128DBA-7AA5-43E7-B9DF-6D3F7C12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4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1F90B49-8629-4159-822C-F1C745AF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" y="6484620"/>
            <a:ext cx="118110" cy="11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41" name="Rule-based regime IDs">
            <a:extLst xmlns:a="http://schemas.openxmlformats.org/drawingml/2006/main">
              <a:ext uri="{FF2B5EF4-FFF2-40B4-BE49-F238E27FC236}">
                <a16:creationId xmlns:a16="http://schemas.microsoft.com/office/drawing/2014/main" id="{AC658755-95B7-4584-AA63-25408AB3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48400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Rule-based regime IDs</a:t>
            </a:r>
          </a:p>
        </p:txBody>
      </p:sp>
      <p:sp>
        <p:nvSpPr>
          <p:cNvPr id="342" name="line-212">
            <a:extLst xmlns:a="http://schemas.openxmlformats.org/drawingml/2006/main">
              <a:ext uri="{FF2B5EF4-FFF2-40B4-BE49-F238E27FC236}">
                <a16:creationId xmlns:a16="http://schemas.microsoft.com/office/drawing/2014/main" id="{B840C9ED-21EA-47BE-9B0A-9C29FBA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43675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43" name="line-213">
            <a:extLst xmlns:a="http://schemas.openxmlformats.org/drawingml/2006/main">
              <a:ext uri="{FF2B5EF4-FFF2-40B4-BE49-F238E27FC236}">
                <a16:creationId xmlns:a16="http://schemas.microsoft.com/office/drawing/2014/main" id="{28E5DB72-98C1-49D4-8913-50192451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135" y="65436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44" name="line-214">
            <a:extLst xmlns:a="http://schemas.openxmlformats.org/drawingml/2006/main">
              <a:ext uri="{FF2B5EF4-FFF2-40B4-BE49-F238E27FC236}">
                <a16:creationId xmlns:a16="http://schemas.microsoft.com/office/drawing/2014/main" id="{F4A5C7A7-1664-4C6A-9BE5-3141D5B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135" y="65128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45" name="vector-0-0">
            <a:extLst xmlns:a="http://schemas.openxmlformats.org/drawingml/2006/main">
              <a:ext uri="{FF2B5EF4-FFF2-40B4-BE49-F238E27FC236}">
                <a16:creationId xmlns:a16="http://schemas.microsoft.com/office/drawing/2014/main" id="{CEB5B055-F3E1-48AA-9E86-1C92212D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46" name="vector-0-1">
            <a:extLst xmlns:a="http://schemas.openxmlformats.org/drawingml/2006/main">
              <a:ext uri="{FF2B5EF4-FFF2-40B4-BE49-F238E27FC236}">
                <a16:creationId xmlns:a16="http://schemas.microsoft.com/office/drawing/2014/main" id="{CEA5CCE5-043C-4B91-A1E9-BECD9AF8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47" name="vector-0-2">
            <a:extLst xmlns:a="http://schemas.openxmlformats.org/drawingml/2006/main">
              <a:ext uri="{FF2B5EF4-FFF2-40B4-BE49-F238E27FC236}">
                <a16:creationId xmlns:a16="http://schemas.microsoft.com/office/drawing/2014/main" id="{34DCCACE-BC51-4075-9BC3-595321D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48" name="vector-0-3">
            <a:extLst xmlns:a="http://schemas.openxmlformats.org/drawingml/2006/main">
              <a:ext uri="{FF2B5EF4-FFF2-40B4-BE49-F238E27FC236}">
                <a16:creationId xmlns:a16="http://schemas.microsoft.com/office/drawing/2014/main" id="{9596D796-A599-4C8D-AE1C-098A41A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49" name="vector-0-4">
            <a:extLst xmlns:a="http://schemas.openxmlformats.org/drawingml/2006/main">
              <a:ext uri="{FF2B5EF4-FFF2-40B4-BE49-F238E27FC236}">
                <a16:creationId xmlns:a16="http://schemas.microsoft.com/office/drawing/2014/main" id="{22A13C72-0BBF-4C50-BB92-0B6307F3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6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50" name="vector-0-5">
            <a:extLst xmlns:a="http://schemas.openxmlformats.org/drawingml/2006/main">
              <a:ext uri="{FF2B5EF4-FFF2-40B4-BE49-F238E27FC236}">
                <a16:creationId xmlns:a16="http://schemas.microsoft.com/office/drawing/2014/main" id="{4121A69D-D4F4-49B4-9DCF-8DA1860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51" name="vector-0-6">
            <a:extLst xmlns:a="http://schemas.openxmlformats.org/drawingml/2006/main">
              <a:ext uri="{FF2B5EF4-FFF2-40B4-BE49-F238E27FC236}">
                <a16:creationId xmlns:a16="http://schemas.microsoft.com/office/drawing/2014/main" id="{3F6637A9-DF0D-4317-9669-DF8F116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52" name="vector-0-7">
            <a:extLst xmlns:a="http://schemas.openxmlformats.org/drawingml/2006/main">
              <a:ext uri="{FF2B5EF4-FFF2-40B4-BE49-F238E27FC236}">
                <a16:creationId xmlns:a16="http://schemas.microsoft.com/office/drawing/2014/main" id="{664B1C82-9518-45C0-BB33-E91159B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477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53" name="shape-215">
            <a:extLst xmlns:a="http://schemas.openxmlformats.org/drawingml/2006/main">
              <a:ext uri="{FF2B5EF4-FFF2-40B4-BE49-F238E27FC236}">
                <a16:creationId xmlns:a16="http://schemas.microsoft.com/office/drawing/2014/main" id="{1F746EE3-6662-45B6-89F3-C264F33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477000"/>
            <a:ext cx="990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354" name="Regime embedding">
            <a:extLst xmlns:a="http://schemas.openxmlformats.org/drawingml/2006/main">
              <a:ext uri="{FF2B5EF4-FFF2-40B4-BE49-F238E27FC236}">
                <a16:creationId xmlns:a16="http://schemas.microsoft.com/office/drawing/2014/main" id="{E4AE70D0-E155-4BBA-8A02-8497306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1817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Regime embedding</a:t>
            </a:r>
          </a:p>
        </p:txBody>
      </p:sp>
      <p:sp>
        <p:nvSpPr>
          <p:cNvPr id="355" name="line-216">
            <a:extLst xmlns:a="http://schemas.openxmlformats.org/drawingml/2006/main">
              <a:ext uri="{FF2B5EF4-FFF2-40B4-BE49-F238E27FC236}">
                <a16:creationId xmlns:a16="http://schemas.microsoft.com/office/drawing/2014/main" id="{23B32063-600B-4F05-A323-0FAC8800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543675"/>
            <a:ext cx="1628775" cy="95"/>
          </a:xfrm>
          <a:custGeom xmlns:a="http://schemas.openxmlformats.org/drawingml/2006/main"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986844"/>
            </a:solidFill>
            <a:prstDash val="solid"/>
          </a:ln>
        </p:spPr>
      </p:sp>
      <p:sp>
        <p:nvSpPr>
          <p:cNvPr id="356" name="line-217">
            <a:extLst xmlns:a="http://schemas.openxmlformats.org/drawingml/2006/main">
              <a:ext uri="{FF2B5EF4-FFF2-40B4-BE49-F238E27FC236}">
                <a16:creationId xmlns:a16="http://schemas.microsoft.com/office/drawing/2014/main" id="{C57AF831-876A-454F-B288-9220014A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28950"/>
            <a:ext cx="95" cy="3514725"/>
          </a:xfrm>
          <a:custGeom xmlns:a="http://schemas.openxmlformats.org/drawingml/2006/main">
            <a:pathLst>
              <a:path w="95" h="3514725">
                <a:moveTo>
                  <a:pt x="0" y="3514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986844"/>
            </a:solidFill>
            <a:prstDash val="solid"/>
          </a:ln>
        </p:spPr>
      </p:sp>
      <p:sp>
        <p:nvSpPr>
          <p:cNvPr id="357" name="line-218">
            <a:extLst xmlns:a="http://schemas.openxmlformats.org/drawingml/2006/main">
              <a:ext uri="{FF2B5EF4-FFF2-40B4-BE49-F238E27FC236}">
                <a16:creationId xmlns:a16="http://schemas.microsoft.com/office/drawing/2014/main" id="{8EF0FDDE-C6E1-458E-8C9D-A1ED961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28950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986844"/>
            </a:solidFill>
            <a:prstDash val="solid"/>
          </a:ln>
        </p:spPr>
      </p:sp>
      <p:sp>
        <p:nvSpPr>
          <p:cNvPr id="358" name="line-219">
            <a:extLst xmlns:a="http://schemas.openxmlformats.org/drawingml/2006/main">
              <a:ext uri="{FF2B5EF4-FFF2-40B4-BE49-F238E27FC236}">
                <a16:creationId xmlns:a16="http://schemas.microsoft.com/office/drawing/2014/main" id="{AFD6BC23-2CAB-4BD1-B381-0EEBA97B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360" y="30289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986844"/>
            </a:solidFill>
            <a:prstDash val="solid"/>
          </a:ln>
        </p:spPr>
      </p:sp>
      <p:sp>
        <p:nvSpPr>
          <p:cNvPr id="359" name="line-220">
            <a:extLst xmlns:a="http://schemas.openxmlformats.org/drawingml/2006/main">
              <a:ext uri="{FF2B5EF4-FFF2-40B4-BE49-F238E27FC236}">
                <a16:creationId xmlns:a16="http://schemas.microsoft.com/office/drawing/2014/main" id="{4E44AA99-AD1D-4035-B33B-686B5F8D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360" y="29981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986844"/>
            </a:solidFill>
            <a:prstDash val="solid"/>
          </a:ln>
        </p:spPr>
      </p:sp>
      <p:sp>
        <p:nvSpPr>
          <p:cNvPr id="360" name="Local + neighbour cues">
            <a:extLst xmlns:a="http://schemas.openxmlformats.org/drawingml/2006/main">
              <a:ext uri="{FF2B5EF4-FFF2-40B4-BE49-F238E27FC236}">
                <a16:creationId xmlns:a16="http://schemas.microsoft.com/office/drawing/2014/main" id="{577CA526-301E-43B2-85D6-C27CF8A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Local + neighbour cues</a:t>
            </a:r>
          </a:p>
        </p:txBody>
      </p:sp>
      <p:sp>
        <p:nvSpPr>
          <p:cNvPr id="361" name="Precursor MLP">
            <a:extLst xmlns:a="http://schemas.openxmlformats.org/drawingml/2006/main">
              <a:ext uri="{FF2B5EF4-FFF2-40B4-BE49-F238E27FC236}">
                <a16:creationId xmlns:a16="http://schemas.microsoft.com/office/drawing/2014/main" id="{6DACB01F-4763-4618-8E59-E93E374E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886575"/>
            <a:ext cx="1647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362" name="Precursor MLP">
            <a:extLst xmlns:a="http://schemas.openxmlformats.org/drawingml/2006/main">
              <a:ext uri="{FF2B5EF4-FFF2-40B4-BE49-F238E27FC236}">
                <a16:creationId xmlns:a16="http://schemas.microsoft.com/office/drawing/2014/main" id="{66F02C43-5C34-4AC8-9560-F7D5652E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9056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Precursor MLP</a:t>
            </a:r>
          </a:p>
        </p:txBody>
      </p:sp>
      <p:sp>
        <p:nvSpPr>
          <p:cNvPr id="363" name="line-221">
            <a:extLst xmlns:a="http://schemas.openxmlformats.org/drawingml/2006/main">
              <a:ext uri="{FF2B5EF4-FFF2-40B4-BE49-F238E27FC236}">
                <a16:creationId xmlns:a16="http://schemas.microsoft.com/office/drawing/2014/main" id="{59F5441F-60A2-413C-BBC9-5545E45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67550"/>
            <a:ext cx="381000" cy="95"/>
          </a:xfrm>
          <a:custGeom xmlns:a="http://schemas.openxmlformats.org/drawingml/2006/main"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4" name="line-222">
            <a:extLst xmlns:a="http://schemas.openxmlformats.org/drawingml/2006/main">
              <a:ext uri="{FF2B5EF4-FFF2-40B4-BE49-F238E27FC236}">
                <a16:creationId xmlns:a16="http://schemas.microsoft.com/office/drawing/2014/main" id="{9D8C0293-D62D-4DBB-A2BF-9C173C9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860" y="70675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5" name="line-223">
            <a:extLst xmlns:a="http://schemas.openxmlformats.org/drawingml/2006/main">
              <a:ext uri="{FF2B5EF4-FFF2-40B4-BE49-F238E27FC236}">
                <a16:creationId xmlns:a16="http://schemas.microsoft.com/office/drawing/2014/main" id="{8F9B47E5-C965-4371-95E6-15A3B17E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860" y="70367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6" name="line-224">
            <a:extLst xmlns:a="http://schemas.openxmlformats.org/drawingml/2006/main">
              <a:ext uri="{FF2B5EF4-FFF2-40B4-BE49-F238E27FC236}">
                <a16:creationId xmlns:a16="http://schemas.microsoft.com/office/drawing/2014/main" id="{0781F335-E965-4306-A5CD-F0C2E3BC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048500"/>
            <a:ext cx="523875" cy="95"/>
          </a:xfrm>
          <a:custGeom xmlns:a="http://schemas.openxmlformats.org/drawingml/2006/main"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7" name="line-225">
            <a:extLst xmlns:a="http://schemas.openxmlformats.org/drawingml/2006/main">
              <a:ext uri="{FF2B5EF4-FFF2-40B4-BE49-F238E27FC236}">
                <a16:creationId xmlns:a16="http://schemas.microsoft.com/office/drawing/2014/main" id="{97AF1E90-477D-460E-987F-1FC10FD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43675"/>
            <a:ext cx="95" cy="504825"/>
          </a:xfrm>
          <a:custGeom xmlns:a="http://schemas.openxmlformats.org/drawingml/2006/main">
            <a:pathLst>
              <a:path w="95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8" name="line-226">
            <a:extLst xmlns:a="http://schemas.openxmlformats.org/drawingml/2006/main">
              <a:ext uri="{FF2B5EF4-FFF2-40B4-BE49-F238E27FC236}">
                <a16:creationId xmlns:a16="http://schemas.microsoft.com/office/drawing/2014/main" id="{DA438BBA-D8A7-44F7-9505-9E7A9E0D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436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69" name="line-227">
            <a:extLst xmlns:a="http://schemas.openxmlformats.org/drawingml/2006/main">
              <a:ext uri="{FF2B5EF4-FFF2-40B4-BE49-F238E27FC236}">
                <a16:creationId xmlns:a16="http://schemas.microsoft.com/office/drawing/2014/main" id="{3CF0E04D-0BCA-4DCA-A973-C199F398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911" y="65436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986844"/>
            </a:solidFill>
            <a:prstDash val="solid"/>
          </a:ln>
        </p:spPr>
      </p:sp>
      <p:sp>
        <p:nvSpPr>
          <p:cNvPr id="370" name="Short-pattern clustering">
            <a:extLst xmlns:a="http://schemas.openxmlformats.org/drawingml/2006/main">
              <a:ext uri="{FF2B5EF4-FFF2-40B4-BE49-F238E27FC236}">
                <a16:creationId xmlns:a16="http://schemas.microsoft.com/office/drawing/2014/main" id="{D8409BB3-25AA-412E-B70F-13D9A91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581900"/>
            <a:ext cx="4514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Short-pattern clustering</a:t>
            </a:r>
          </a:p>
        </p:txBody>
      </p:sp>
      <p:sp>
        <p:nvSpPr>
          <p:cNvPr id="371" name="Training activity&#10;patches (length 3)">
            <a:extLst xmlns:a="http://schemas.openxmlformats.org/drawingml/2006/main">
              <a:ext uri="{FF2B5EF4-FFF2-40B4-BE49-F238E27FC236}">
                <a16:creationId xmlns:a16="http://schemas.microsoft.com/office/drawing/2014/main" id="{A8058182-0E09-4703-B6F5-FB94457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953375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Training activity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patches (length 3)</a:t>
            </a:r>
          </a:p>
        </p:txBody>
      </p:sp>
      <p:sp>
        <p:nvSpPr>
          <p:cNvPr id="372" name="line-228">
            <a:extLst xmlns:a="http://schemas.openxmlformats.org/drawingml/2006/main">
              <a:ext uri="{FF2B5EF4-FFF2-40B4-BE49-F238E27FC236}">
                <a16:creationId xmlns:a16="http://schemas.microsoft.com/office/drawing/2014/main" id="{051ED159-16B8-4E1B-8066-2F4E1EE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629650"/>
            <a:ext cx="1143000" cy="95"/>
          </a:xfrm>
          <a:custGeom xmlns:a="http://schemas.openxmlformats.org/drawingml/2006/main">
            <a:pathLst>
              <a:path w="1143000" h="9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373" name="line-229">
            <a:extLst xmlns:a="http://schemas.openxmlformats.org/drawingml/2006/main">
              <a:ext uri="{FF2B5EF4-FFF2-40B4-BE49-F238E27FC236}">
                <a16:creationId xmlns:a16="http://schemas.microsoft.com/office/drawing/2014/main" id="{35D25369-4811-4473-95D5-AFD2978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484870"/>
            <a:ext cx="571500" cy="117634"/>
          </a:xfrm>
          <a:custGeom xmlns:a="http://schemas.openxmlformats.org/drawingml/2006/main">
            <a:pathLst>
              <a:path w="571500" h="117634">
                <a:moveTo>
                  <a:pt x="0" y="117634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74" name="line-230">
            <a:extLst xmlns:a="http://schemas.openxmlformats.org/drawingml/2006/main">
              <a:ext uri="{FF2B5EF4-FFF2-40B4-BE49-F238E27FC236}">
                <a16:creationId xmlns:a16="http://schemas.microsoft.com/office/drawing/2014/main" id="{F047F68E-6A9D-4B9D-8155-30318C29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84870"/>
            <a:ext cx="571500" cy="72390"/>
          </a:xfrm>
          <a:custGeom xmlns:a="http://schemas.openxmlformats.org/drawingml/2006/main">
            <a:pathLst>
              <a:path w="571500" h="72390">
                <a:moveTo>
                  <a:pt x="0" y="0"/>
                </a:moveTo>
                <a:lnTo>
                  <a:pt x="571500" y="723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7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D7DDE58-1A39-4227-81D2-A6CA5E5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8" y="858059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7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F352C78-9471-4484-8557-F59B972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8" y="846296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7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4F9ABBE-6EA3-4DCF-A4AA-EE4F5B5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68" y="85353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78" name="line-231">
            <a:extLst xmlns:a="http://schemas.openxmlformats.org/drawingml/2006/main">
              <a:ext uri="{FF2B5EF4-FFF2-40B4-BE49-F238E27FC236}">
                <a16:creationId xmlns:a16="http://schemas.microsoft.com/office/drawing/2014/main" id="{5D6D7E88-9EC0-4DE9-9A15-B390E1FD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877300"/>
            <a:ext cx="1143000" cy="95"/>
          </a:xfrm>
          <a:custGeom xmlns:a="http://schemas.openxmlformats.org/drawingml/2006/main">
            <a:pathLst>
              <a:path w="1143000" h="9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379" name="line-232">
            <a:extLst xmlns:a="http://schemas.openxmlformats.org/drawingml/2006/main">
              <a:ext uri="{FF2B5EF4-FFF2-40B4-BE49-F238E27FC236}">
                <a16:creationId xmlns:a16="http://schemas.microsoft.com/office/drawing/2014/main" id="{24DCD90B-293F-4A1F-AB10-4D2557E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732520"/>
            <a:ext cx="571500" cy="63341"/>
          </a:xfrm>
          <a:custGeom xmlns:a="http://schemas.openxmlformats.org/drawingml/2006/main">
            <a:pathLst>
              <a:path w="571500" h="63341">
                <a:moveTo>
                  <a:pt x="0" y="0"/>
                </a:moveTo>
                <a:lnTo>
                  <a:pt x="571500" y="6334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80" name="line-233">
            <a:extLst xmlns:a="http://schemas.openxmlformats.org/drawingml/2006/main">
              <a:ext uri="{FF2B5EF4-FFF2-40B4-BE49-F238E27FC236}">
                <a16:creationId xmlns:a16="http://schemas.microsoft.com/office/drawing/2014/main" id="{E54F8873-9A18-4AC7-80A5-DDA4B5BF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795861"/>
            <a:ext cx="571500" cy="63341"/>
          </a:xfrm>
          <a:custGeom xmlns:a="http://schemas.openxmlformats.org/drawingml/2006/main">
            <a:pathLst>
              <a:path w="571500" h="63341">
                <a:moveTo>
                  <a:pt x="0" y="0"/>
                </a:moveTo>
                <a:lnTo>
                  <a:pt x="571500" y="6334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8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C246A90-D1B4-40E9-9F87-148F247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8" y="87106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8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36D4D97-DF53-40D6-949A-54F34EA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8" y="8773954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8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E519CD2-D66B-4E44-BE96-4D332198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68" y="883729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84" name="line-234">
            <a:extLst xmlns:a="http://schemas.openxmlformats.org/drawingml/2006/main">
              <a:ext uri="{FF2B5EF4-FFF2-40B4-BE49-F238E27FC236}">
                <a16:creationId xmlns:a16="http://schemas.microsoft.com/office/drawing/2014/main" id="{C2DA50DD-1D15-4058-A623-5D729B4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24950"/>
            <a:ext cx="1143000" cy="95"/>
          </a:xfrm>
          <a:custGeom xmlns:a="http://schemas.openxmlformats.org/drawingml/2006/main">
            <a:pathLst>
              <a:path w="1143000" h="9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385" name="line-235">
            <a:extLst xmlns:a="http://schemas.openxmlformats.org/drawingml/2006/main">
              <a:ext uri="{FF2B5EF4-FFF2-40B4-BE49-F238E27FC236}">
                <a16:creationId xmlns:a16="http://schemas.microsoft.com/office/drawing/2014/main" id="{D7907BEE-FE24-466D-869F-C16592C6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88755"/>
            <a:ext cx="571500" cy="18097"/>
          </a:xfrm>
          <a:custGeom xmlns:a="http://schemas.openxmlformats.org/drawingml/2006/main">
            <a:pathLst>
              <a:path w="571500" h="18097">
                <a:moveTo>
                  <a:pt x="0" y="18097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86" name="line-236">
            <a:extLst xmlns:a="http://schemas.openxmlformats.org/drawingml/2006/main">
              <a:ext uri="{FF2B5EF4-FFF2-40B4-BE49-F238E27FC236}">
                <a16:creationId xmlns:a16="http://schemas.microsoft.com/office/drawing/2014/main" id="{809CC106-0FCA-49DB-B7EB-99F8F73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962073"/>
            <a:ext cx="571500" cy="126683"/>
          </a:xfrm>
          <a:custGeom xmlns:a="http://schemas.openxmlformats.org/drawingml/2006/main">
            <a:pathLst>
              <a:path w="571500" h="126683">
                <a:moveTo>
                  <a:pt x="0" y="126683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38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281ECF4-5CA0-4077-A087-514E7BB6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8" y="908494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8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7FE65A5-A395-41F5-9ADC-FCFA4CA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8" y="906684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8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5211D93-FA68-41D2-9883-1601547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68" y="894016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90" name="line-237">
            <a:extLst xmlns:a="http://schemas.openxmlformats.org/drawingml/2006/main">
              <a:ext uri="{FF2B5EF4-FFF2-40B4-BE49-F238E27FC236}">
                <a16:creationId xmlns:a16="http://schemas.microsoft.com/office/drawing/2014/main" id="{D62898A0-9CE6-4470-A5C8-2C263614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724900"/>
            <a:ext cx="361950" cy="95"/>
          </a:xfrm>
          <a:custGeom xmlns:a="http://schemas.openxmlformats.org/drawingml/2006/main"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391" name="line-238">
            <a:extLst xmlns:a="http://schemas.openxmlformats.org/drawingml/2006/main">
              <a:ext uri="{FF2B5EF4-FFF2-40B4-BE49-F238E27FC236}">
                <a16:creationId xmlns:a16="http://schemas.microsoft.com/office/drawing/2014/main" id="{4038293F-B574-4A87-AC84-2DDE7308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060" y="87249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392" name="line-239">
            <a:extLst xmlns:a="http://schemas.openxmlformats.org/drawingml/2006/main">
              <a:ext uri="{FF2B5EF4-FFF2-40B4-BE49-F238E27FC236}">
                <a16:creationId xmlns:a16="http://schemas.microsoft.com/office/drawing/2014/main" id="{89089AB2-466D-4CC3-9D6A-FE30E0A7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060" y="86941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39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CCCE258-BC67-4D62-A172-51D0315F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839057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CFBB"/>
          </a:solidFill>
          <a:ln xmlns:a="http://schemas.openxmlformats.org/drawingml/2006/main" w="13335">
            <a:solidFill>
              <a:srgbClr val="E6CFBB"/>
            </a:solidFill>
          </a:ln>
        </p:spPr>
      </p:sp>
      <p:sp>
        <p:nvSpPr>
          <p:cNvPr id="39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30A1F69-032A-4F8B-AAB1-7E20615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834294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CFBB"/>
          </a:solidFill>
          <a:ln xmlns:a="http://schemas.openxmlformats.org/drawingml/2006/main" w="13335">
            <a:solidFill>
              <a:srgbClr val="E6CFBB"/>
            </a:solidFill>
          </a:ln>
        </p:spPr>
      </p:sp>
      <p:sp>
        <p:nvSpPr>
          <p:cNvPr id="39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E016455-5FCC-4F13-9E63-CE1ED9C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098" y="850487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CFBB"/>
          </a:solidFill>
          <a:ln xmlns:a="http://schemas.openxmlformats.org/drawingml/2006/main" w="13335">
            <a:solidFill>
              <a:srgbClr val="E6CFBB"/>
            </a:solidFill>
          </a:ln>
        </p:spPr>
      </p:sp>
      <p:sp>
        <p:nvSpPr>
          <p:cNvPr id="39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570833B-5F56-4C16-B6E4-80930914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123" y="85524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CFBB"/>
          </a:solidFill>
          <a:ln xmlns:a="http://schemas.openxmlformats.org/drawingml/2006/main" w="13335">
            <a:solidFill>
              <a:srgbClr val="E6CFBB"/>
            </a:solidFill>
          </a:ln>
        </p:spPr>
      </p:sp>
      <p:sp>
        <p:nvSpPr>
          <p:cNvPr id="39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AC473D2-050D-4CF1-AE2C-A5775378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84381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CFBB"/>
          </a:solidFill>
          <a:ln xmlns:a="http://schemas.openxmlformats.org/drawingml/2006/main" w="13335">
            <a:solidFill>
              <a:srgbClr val="E6CFBB"/>
            </a:solidFill>
          </a:ln>
        </p:spPr>
      </p:sp>
      <p:sp>
        <p:nvSpPr>
          <p:cNvPr id="39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650BADB-F188-4D76-A257-91F94873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42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39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68438B6-EBBD-402D-8DF0-FA28383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473" y="85905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961"/>
          </a:solidFill>
          <a:ln xmlns:a="http://schemas.openxmlformats.org/drawingml/2006/main" w="13335">
            <a:solidFill>
              <a:srgbClr val="BB8961"/>
            </a:solidFill>
          </a:ln>
        </p:spPr>
      </p:sp>
      <p:sp>
        <p:nvSpPr>
          <p:cNvPr id="40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054EF5C-616B-417D-B4CC-6EB5977A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398" y="854297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961"/>
          </a:solidFill>
          <a:ln xmlns:a="http://schemas.openxmlformats.org/drawingml/2006/main" w="13335">
            <a:solidFill>
              <a:srgbClr val="BB8961"/>
            </a:solidFill>
          </a:ln>
        </p:spPr>
      </p:sp>
      <p:sp>
        <p:nvSpPr>
          <p:cNvPr id="40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3D37486-DB83-4658-B651-5CF972A8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98" y="87048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961"/>
          </a:solidFill>
          <a:ln xmlns:a="http://schemas.openxmlformats.org/drawingml/2006/main" w="13335">
            <a:solidFill>
              <a:srgbClr val="BB8961"/>
            </a:solidFill>
          </a:ln>
        </p:spPr>
      </p:sp>
      <p:sp>
        <p:nvSpPr>
          <p:cNvPr id="40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93219E7-ADE3-4730-91A0-D7A1081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23" y="875252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961"/>
          </a:solidFill>
          <a:ln xmlns:a="http://schemas.openxmlformats.org/drawingml/2006/main" w="13335">
            <a:solidFill>
              <a:srgbClr val="BB8961"/>
            </a:solidFill>
          </a:ln>
        </p:spPr>
      </p:sp>
      <p:sp>
        <p:nvSpPr>
          <p:cNvPr id="40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C43AB67-E4D7-4001-9EAE-C4EADC3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863822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8961"/>
          </a:solidFill>
          <a:ln xmlns:a="http://schemas.openxmlformats.org/drawingml/2006/main" w="13335">
            <a:solidFill>
              <a:srgbClr val="BB8961"/>
            </a:solidFill>
          </a:ln>
        </p:spPr>
      </p:sp>
      <p:sp>
        <p:nvSpPr>
          <p:cNvPr id="40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D70886E-D734-4D63-9EF3-3F00087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862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0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30F73F0-F94A-4C87-8B1D-F3C17B1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896207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39"/>
          </a:solidFill>
          <a:ln xmlns:a="http://schemas.openxmlformats.org/drawingml/2006/main" w="13335">
            <a:solidFill>
              <a:srgbClr val="8B5C39"/>
            </a:solidFill>
          </a:ln>
        </p:spPr>
      </p:sp>
      <p:sp>
        <p:nvSpPr>
          <p:cNvPr id="40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1DAE00A-3F63-4887-A6AB-194DFD28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873" y="891444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39"/>
          </a:solidFill>
          <a:ln xmlns:a="http://schemas.openxmlformats.org/drawingml/2006/main" w="13335">
            <a:solidFill>
              <a:srgbClr val="8B5C39"/>
            </a:solidFill>
          </a:ln>
        </p:spPr>
      </p:sp>
      <p:sp>
        <p:nvSpPr>
          <p:cNvPr id="40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642AF18-EC60-4F26-AE80-9059272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973" y="9076373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39"/>
          </a:solidFill>
          <a:ln xmlns:a="http://schemas.openxmlformats.org/drawingml/2006/main" w="13335">
            <a:solidFill>
              <a:srgbClr val="8B5C39"/>
            </a:solidFill>
          </a:ln>
        </p:spPr>
      </p:sp>
      <p:sp>
        <p:nvSpPr>
          <p:cNvPr id="40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C40ED58-771A-4097-B1E4-E85DDF48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91239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39"/>
          </a:solidFill>
          <a:ln xmlns:a="http://schemas.openxmlformats.org/drawingml/2006/main" w="13335">
            <a:solidFill>
              <a:srgbClr val="8B5C39"/>
            </a:solidFill>
          </a:ln>
        </p:spPr>
      </p:sp>
      <p:sp>
        <p:nvSpPr>
          <p:cNvPr id="40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8321596-F9D1-442B-9C41-D6316D6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673" y="9009698"/>
            <a:ext cx="59055" cy="59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39"/>
          </a:solidFill>
          <a:ln xmlns:a="http://schemas.openxmlformats.org/drawingml/2006/main" w="13335">
            <a:solidFill>
              <a:srgbClr val="8B5C39"/>
            </a:solidFill>
          </a:ln>
        </p:spPr>
      </p:sp>
      <p:sp>
        <p:nvSpPr>
          <p:cNvPr id="41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C7D10D1-EF25-465C-B5D3-5E21352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99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11" name="k-means">
            <a:extLst xmlns:a="http://schemas.openxmlformats.org/drawingml/2006/main">
              <a:ext uri="{FF2B5EF4-FFF2-40B4-BE49-F238E27FC236}">
                <a16:creationId xmlns:a16="http://schemas.microsoft.com/office/drawing/2014/main" id="{F6190693-FFF9-4AE0-949C-86C47EA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8067675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k-means</a:t>
            </a:r>
          </a:p>
        </p:txBody>
      </p:sp>
      <p:sp>
        <p:nvSpPr>
          <p:cNvPr id="412" name="line-240">
            <a:extLst xmlns:a="http://schemas.openxmlformats.org/drawingml/2006/main">
              <a:ext uri="{FF2B5EF4-FFF2-40B4-BE49-F238E27FC236}">
                <a16:creationId xmlns:a16="http://schemas.microsoft.com/office/drawing/2014/main" id="{FEA8DF32-D992-41C7-BA69-36E4B51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8724900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413" name="line-241">
            <a:extLst xmlns:a="http://schemas.openxmlformats.org/drawingml/2006/main">
              <a:ext uri="{FF2B5EF4-FFF2-40B4-BE49-F238E27FC236}">
                <a16:creationId xmlns:a16="http://schemas.microsoft.com/office/drawing/2014/main" id="{B4E6F0C3-79CD-4811-A614-AEC3136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860" y="87249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414" name="line-242">
            <a:extLst xmlns:a="http://schemas.openxmlformats.org/drawingml/2006/main">
              <a:ext uri="{FF2B5EF4-FFF2-40B4-BE49-F238E27FC236}">
                <a16:creationId xmlns:a16="http://schemas.microsoft.com/office/drawing/2014/main" id="{7E93E7DA-F176-4839-B920-288E252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860" y="86941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986844"/>
            </a:solidFill>
            <a:prstDash val="solid"/>
          </a:ln>
        </p:spPr>
      </p:sp>
      <p:sp>
        <p:nvSpPr>
          <p:cNvPr id="415" name="line-243">
            <a:extLst xmlns:a="http://schemas.openxmlformats.org/drawingml/2006/main">
              <a:ext uri="{FF2B5EF4-FFF2-40B4-BE49-F238E27FC236}">
                <a16:creationId xmlns:a16="http://schemas.microsoft.com/office/drawing/2014/main" id="{4F2CCFA0-94A8-4115-A60F-8010978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629650"/>
            <a:ext cx="885825" cy="95"/>
          </a:xfrm>
          <a:custGeom xmlns:a="http://schemas.openxmlformats.org/drawingml/2006/main"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416" name="line-244">
            <a:extLst xmlns:a="http://schemas.openxmlformats.org/drawingml/2006/main">
              <a:ext uri="{FF2B5EF4-FFF2-40B4-BE49-F238E27FC236}">
                <a16:creationId xmlns:a16="http://schemas.microsoft.com/office/drawing/2014/main" id="{17B482A5-1E70-4773-A7D9-DB6359F2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484870"/>
            <a:ext cx="442913" cy="117634"/>
          </a:xfrm>
          <a:custGeom xmlns:a="http://schemas.openxmlformats.org/drawingml/2006/main">
            <a:pathLst>
              <a:path w="442913" h="117634">
                <a:moveTo>
                  <a:pt x="0" y="117634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17" name="line-245">
            <a:extLst xmlns:a="http://schemas.openxmlformats.org/drawingml/2006/main">
              <a:ext uri="{FF2B5EF4-FFF2-40B4-BE49-F238E27FC236}">
                <a16:creationId xmlns:a16="http://schemas.microsoft.com/office/drawing/2014/main" id="{3F3C47E1-F712-4265-9F11-495808B1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8484870"/>
            <a:ext cx="442913" cy="72390"/>
          </a:xfrm>
          <a:custGeom xmlns:a="http://schemas.openxmlformats.org/drawingml/2006/main">
            <a:pathLst>
              <a:path w="442913" h="72390">
                <a:moveTo>
                  <a:pt x="0" y="0"/>
                </a:moveTo>
                <a:lnTo>
                  <a:pt x="442913" y="7239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1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C58D8A4B-E642-4F77-BF9E-0490EA77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118" y="8580596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1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DE2EC48-8059-4F29-A322-D83C8A9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846296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2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76D9530-6D00-41F2-B1A0-3DAB58D1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85353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21" name="line-246">
            <a:extLst xmlns:a="http://schemas.openxmlformats.org/drawingml/2006/main">
              <a:ext uri="{FF2B5EF4-FFF2-40B4-BE49-F238E27FC236}">
                <a16:creationId xmlns:a16="http://schemas.microsoft.com/office/drawing/2014/main" id="{F6B5600B-D3E1-4E9E-A62D-B5B83C2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877300"/>
            <a:ext cx="885825" cy="95"/>
          </a:xfrm>
          <a:custGeom xmlns:a="http://schemas.openxmlformats.org/drawingml/2006/main"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422" name="line-247">
            <a:extLst xmlns:a="http://schemas.openxmlformats.org/drawingml/2006/main">
              <a:ext uri="{FF2B5EF4-FFF2-40B4-BE49-F238E27FC236}">
                <a16:creationId xmlns:a16="http://schemas.microsoft.com/office/drawing/2014/main" id="{DCCE88C9-44D4-481B-B607-8275E3C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732520"/>
            <a:ext cx="442913" cy="63341"/>
          </a:xfrm>
          <a:custGeom xmlns:a="http://schemas.openxmlformats.org/drawingml/2006/main">
            <a:pathLst>
              <a:path w="442913" h="63341">
                <a:moveTo>
                  <a:pt x="0" y="0"/>
                </a:moveTo>
                <a:lnTo>
                  <a:pt x="442913" y="6334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23" name="line-248">
            <a:extLst xmlns:a="http://schemas.openxmlformats.org/drawingml/2006/main">
              <a:ext uri="{FF2B5EF4-FFF2-40B4-BE49-F238E27FC236}">
                <a16:creationId xmlns:a16="http://schemas.microsoft.com/office/drawing/2014/main" id="{9A670577-4161-4F6F-A2FC-F41EF4FB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8795861"/>
            <a:ext cx="442913" cy="63341"/>
          </a:xfrm>
          <a:custGeom xmlns:a="http://schemas.openxmlformats.org/drawingml/2006/main">
            <a:pathLst>
              <a:path w="442913" h="63341">
                <a:moveTo>
                  <a:pt x="0" y="0"/>
                </a:moveTo>
                <a:lnTo>
                  <a:pt x="442913" y="6334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2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F34F54B-1438-4E0E-A42A-6AE990C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118" y="87106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2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0804CD5-CC0C-4B3B-815F-1EB2450A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8773954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2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0A41AC9-EBC7-40C0-A0AC-88EE2A3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883729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27" name="line-249">
            <a:extLst xmlns:a="http://schemas.openxmlformats.org/drawingml/2006/main">
              <a:ext uri="{FF2B5EF4-FFF2-40B4-BE49-F238E27FC236}">
                <a16:creationId xmlns:a16="http://schemas.microsoft.com/office/drawing/2014/main" id="{8E799C74-FF3A-45D5-BF99-D6E77F4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124950"/>
            <a:ext cx="885825" cy="95"/>
          </a:xfrm>
          <a:custGeom xmlns:a="http://schemas.openxmlformats.org/drawingml/2006/main"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428" name="line-250">
            <a:extLst xmlns:a="http://schemas.openxmlformats.org/drawingml/2006/main">
              <a:ext uri="{FF2B5EF4-FFF2-40B4-BE49-F238E27FC236}">
                <a16:creationId xmlns:a16="http://schemas.microsoft.com/office/drawing/2014/main" id="{5F872556-5C96-4298-901D-460D6FE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088755"/>
            <a:ext cx="442913" cy="18097"/>
          </a:xfrm>
          <a:custGeom xmlns:a="http://schemas.openxmlformats.org/drawingml/2006/main">
            <a:pathLst>
              <a:path w="442913" h="18097">
                <a:moveTo>
                  <a:pt x="0" y="18097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29" name="line-251">
            <a:extLst xmlns:a="http://schemas.openxmlformats.org/drawingml/2006/main">
              <a:ext uri="{FF2B5EF4-FFF2-40B4-BE49-F238E27FC236}">
                <a16:creationId xmlns:a16="http://schemas.microsoft.com/office/drawing/2014/main" id="{A48FA1A9-9063-4C4C-B56C-6D46F20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8962073"/>
            <a:ext cx="442913" cy="126683"/>
          </a:xfrm>
          <a:custGeom xmlns:a="http://schemas.openxmlformats.org/drawingml/2006/main">
            <a:pathLst>
              <a:path w="442913" h="126683">
                <a:moveTo>
                  <a:pt x="0" y="126683"/>
                </a:moveTo>
                <a:lnTo>
                  <a:pt x="442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986844"/>
            </a:solidFill>
            <a:prstDash val="solid"/>
          </a:ln>
        </p:spPr>
      </p:sp>
      <p:sp>
        <p:nvSpPr>
          <p:cNvPr id="43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E63E41B-339C-4045-8A2E-E0174B8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118" y="908494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3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AC79CDD-CF4C-4222-9D26-AD3CDBB1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906684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3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9677777-5060-48CF-B508-0EF558D3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3" y="8940165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844"/>
          </a:solidFill>
          <a:ln xmlns:a="http://schemas.openxmlformats.org/drawingml/2006/main" w="13335">
            <a:solidFill>
              <a:srgbClr val="986844"/>
            </a:solidFill>
          </a:ln>
        </p:spPr>
      </p:sp>
      <p:sp>
        <p:nvSpPr>
          <p:cNvPr id="433" name="…">
            <a:extLst xmlns:a="http://schemas.openxmlformats.org/drawingml/2006/main">
              <a:ext uri="{FF2B5EF4-FFF2-40B4-BE49-F238E27FC236}">
                <a16:creationId xmlns:a16="http://schemas.microsoft.com/office/drawing/2014/main" id="{6AD42F2D-7562-436F-A63E-15E4F10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753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434" name="16 prototypes P">
            <a:extLst xmlns:a="http://schemas.openxmlformats.org/drawingml/2006/main">
              <a:ext uri="{FF2B5EF4-FFF2-40B4-BE49-F238E27FC236}">
                <a16:creationId xmlns:a16="http://schemas.microsoft.com/office/drawing/2014/main" id="{FBDFB531-1D56-4161-BC72-57E0FF7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210675"/>
            <a:ext cx="1514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986844"/>
                </a:solidFill>
                <a:latin typeface="Times New Roman"/>
                <a:ea typeface="Times New Roman"/>
                <a:cs typeface="Times New Roman"/>
              </a:rPr>
              <a:t>16 prototypes P</a:t>
            </a:r>
          </a:p>
        </p:txBody>
      </p:sp>
      <p:sp>
        <p:nvSpPr>
          <p:cNvPr id="435" name="(a) Heterogeneous resource representation">
            <a:extLst xmlns:a="http://schemas.openxmlformats.org/drawingml/2006/main">
              <a:ext uri="{FF2B5EF4-FFF2-40B4-BE49-F238E27FC236}">
                <a16:creationId xmlns:a16="http://schemas.microsoft.com/office/drawing/2014/main" id="{AD5DC830-892F-40D2-A004-8B4388D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821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(a) Heterogeneous resource representation</a:t>
            </a:r>
          </a:p>
        </p:txBody>
      </p:sp>
      <p:sp>
        <p:nvSpPr>
          <p:cNvPr id="436" name="line-252">
            <a:extLst xmlns:a="http://schemas.openxmlformats.org/drawingml/2006/main">
              <a:ext uri="{FF2B5EF4-FFF2-40B4-BE49-F238E27FC236}">
                <a16:creationId xmlns:a16="http://schemas.microsoft.com/office/drawing/2014/main" id="{C2F7A3DD-11BD-4FE0-83F3-8E8631C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20325"/>
            <a:ext cx="11144250" cy="95"/>
          </a:xfrm>
          <a:custGeom xmlns:a="http://schemas.openxmlformats.org/drawingml/2006/main"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F6D8A"/>
            </a:solidFill>
            <a:prstDash val="solid"/>
          </a:ln>
        </p:spPr>
      </p:sp>
      <p:sp>
        <p:nvSpPr>
          <p:cNvPr id="437" name="line-253">
            <a:extLst xmlns:a="http://schemas.openxmlformats.org/drawingml/2006/main">
              <a:ext uri="{FF2B5EF4-FFF2-40B4-BE49-F238E27FC236}">
                <a16:creationId xmlns:a16="http://schemas.microsoft.com/office/drawing/2014/main" id="{860A66AC-EBAA-4D89-BD43-9C16E035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53775"/>
            <a:ext cx="1485900" cy="95"/>
          </a:xfrm>
          <a:custGeom xmlns:a="http://schemas.openxmlformats.org/drawingml/2006/main">
            <a:pathLst>
              <a:path w="1485900" h="95">
                <a:moveTo>
                  <a:pt x="0" y="0"/>
                </a:moveTo>
                <a:lnTo>
                  <a:pt x="1485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F6D8A"/>
            </a:solidFill>
            <a:prstDash val="solid"/>
          </a:ln>
        </p:spPr>
      </p:sp>
      <p:sp>
        <p:nvSpPr>
          <p:cNvPr id="438" name="line-254">
            <a:extLst xmlns:a="http://schemas.openxmlformats.org/drawingml/2006/main">
              <a:ext uri="{FF2B5EF4-FFF2-40B4-BE49-F238E27FC236}">
                <a16:creationId xmlns:a16="http://schemas.microsoft.com/office/drawing/2014/main" id="{1DB2FB1B-86B9-45CE-BD5E-AB0F311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1153775"/>
            <a:ext cx="1571625" cy="95"/>
          </a:xfrm>
          <a:custGeom xmlns:a="http://schemas.openxmlformats.org/drawingml/2006/main">
            <a:pathLst>
              <a:path w="1571625" h="9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F6D8A"/>
            </a:solidFill>
            <a:prstDash val="solid"/>
          </a:ln>
        </p:spPr>
      </p:sp>
      <p:sp>
        <p:nvSpPr>
          <p:cNvPr id="439" name="line-255">
            <a:extLst xmlns:a="http://schemas.openxmlformats.org/drawingml/2006/main">
              <a:ext uri="{FF2B5EF4-FFF2-40B4-BE49-F238E27FC236}">
                <a16:creationId xmlns:a16="http://schemas.microsoft.com/office/drawing/2014/main" id="{A1A90B0B-957C-4F0D-9034-4C47A26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639425"/>
            <a:ext cx="742950" cy="514350"/>
          </a:xfrm>
          <a:custGeom xmlns:a="http://schemas.openxmlformats.org/drawingml/2006/main">
            <a:pathLst>
              <a:path w="742950" h="514350">
                <a:moveTo>
                  <a:pt x="74295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40" name="line-256">
            <a:extLst xmlns:a="http://schemas.openxmlformats.org/drawingml/2006/main">
              <a:ext uri="{FF2B5EF4-FFF2-40B4-BE49-F238E27FC236}">
                <a16:creationId xmlns:a16="http://schemas.microsoft.com/office/drawing/2014/main" id="{55E20D0A-DD44-4FC2-B557-45B91255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0639425"/>
            <a:ext cx="742950" cy="514350"/>
          </a:xfrm>
          <a:custGeom xmlns:a="http://schemas.openxmlformats.org/drawingml/2006/main">
            <a:pathLst>
              <a:path w="742950" h="514350">
                <a:moveTo>
                  <a:pt x="0" y="0"/>
                </a:moveTo>
                <a:lnTo>
                  <a:pt x="74295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41" name="line-257">
            <a:extLst xmlns:a="http://schemas.openxmlformats.org/drawingml/2006/main">
              <a:ext uri="{FF2B5EF4-FFF2-40B4-BE49-F238E27FC236}">
                <a16:creationId xmlns:a16="http://schemas.microsoft.com/office/drawing/2014/main" id="{41061CD8-6EF0-4C6E-8A8F-D1DF6C7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1153775"/>
            <a:ext cx="781050" cy="571500"/>
          </a:xfrm>
          <a:custGeom xmlns:a="http://schemas.openxmlformats.org/drawingml/2006/main">
            <a:pathLst>
              <a:path w="781050" h="571500">
                <a:moveTo>
                  <a:pt x="781050" y="571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42" name="line-258">
            <a:extLst xmlns:a="http://schemas.openxmlformats.org/drawingml/2006/main">
              <a:ext uri="{FF2B5EF4-FFF2-40B4-BE49-F238E27FC236}">
                <a16:creationId xmlns:a16="http://schemas.microsoft.com/office/drawing/2014/main" id="{8BE86A8A-D968-4120-9822-FEB299D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153775"/>
            <a:ext cx="790575" cy="571500"/>
          </a:xfrm>
          <a:custGeom xmlns:a="http://schemas.openxmlformats.org/drawingml/2006/main">
            <a:pathLst>
              <a:path w="790575" h="571500">
                <a:moveTo>
                  <a:pt x="0" y="57150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43" name="line-259">
            <a:extLst xmlns:a="http://schemas.openxmlformats.org/drawingml/2006/main">
              <a:ext uri="{FF2B5EF4-FFF2-40B4-BE49-F238E27FC236}">
                <a16:creationId xmlns:a16="http://schemas.microsoft.com/office/drawing/2014/main" id="{96BD6702-FFEA-4EB8-A7CD-041D1838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87050"/>
            <a:ext cx="647700" cy="466725"/>
          </a:xfrm>
          <a:custGeom xmlns:a="http://schemas.openxmlformats.org/drawingml/2006/main">
            <a:pathLst>
              <a:path w="647700" h="466725">
                <a:moveTo>
                  <a:pt x="0" y="0"/>
                </a:moveTo>
                <a:lnTo>
                  <a:pt x="6477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4" name="line-260">
            <a:extLst xmlns:a="http://schemas.openxmlformats.org/drawingml/2006/main">
              <a:ext uri="{FF2B5EF4-FFF2-40B4-BE49-F238E27FC236}">
                <a16:creationId xmlns:a16="http://schemas.microsoft.com/office/drawing/2014/main" id="{8FA6227C-71FA-4CDE-A752-9C13F83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87050"/>
            <a:ext cx="2133600" cy="466725"/>
          </a:xfrm>
          <a:custGeom xmlns:a="http://schemas.openxmlformats.org/drawingml/2006/main">
            <a:pathLst>
              <a:path w="2133600" h="466725">
                <a:moveTo>
                  <a:pt x="0" y="0"/>
                </a:moveTo>
                <a:lnTo>
                  <a:pt x="213360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5" name="line-261">
            <a:extLst xmlns:a="http://schemas.openxmlformats.org/drawingml/2006/main">
              <a:ext uri="{FF2B5EF4-FFF2-40B4-BE49-F238E27FC236}">
                <a16:creationId xmlns:a16="http://schemas.microsoft.com/office/drawing/2014/main" id="{31B4FEFA-A2A3-461B-B80A-D825EC67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0734675"/>
            <a:ext cx="1657350" cy="419100"/>
          </a:xfrm>
          <a:custGeom xmlns:a="http://schemas.openxmlformats.org/drawingml/2006/main">
            <a:pathLst>
              <a:path w="1657350" h="419100">
                <a:moveTo>
                  <a:pt x="165735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6" name="line-262">
            <a:extLst xmlns:a="http://schemas.openxmlformats.org/drawingml/2006/main">
              <a:ext uri="{FF2B5EF4-FFF2-40B4-BE49-F238E27FC236}">
                <a16:creationId xmlns:a16="http://schemas.microsoft.com/office/drawing/2014/main" id="{3EDB949A-C63E-493A-A03D-11F1F414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0734675"/>
            <a:ext cx="85725" cy="419100"/>
          </a:xfrm>
          <a:custGeom xmlns:a="http://schemas.openxmlformats.org/drawingml/2006/main">
            <a:pathLst>
              <a:path w="85725" h="419100">
                <a:moveTo>
                  <a:pt x="85725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7" name="line-263">
            <a:extLst xmlns:a="http://schemas.openxmlformats.org/drawingml/2006/main">
              <a:ext uri="{FF2B5EF4-FFF2-40B4-BE49-F238E27FC236}">
                <a16:creationId xmlns:a16="http://schemas.microsoft.com/office/drawing/2014/main" id="{6A9C4F84-F5A2-4BB8-B0B3-511FCAF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153775"/>
            <a:ext cx="333375" cy="657225"/>
          </a:xfrm>
          <a:custGeom xmlns:a="http://schemas.openxmlformats.org/drawingml/2006/main">
            <a:pathLst>
              <a:path w="333375" h="657225">
                <a:moveTo>
                  <a:pt x="0" y="657225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8" name="line-264">
            <a:extLst xmlns:a="http://schemas.openxmlformats.org/drawingml/2006/main">
              <a:ext uri="{FF2B5EF4-FFF2-40B4-BE49-F238E27FC236}">
                <a16:creationId xmlns:a16="http://schemas.microsoft.com/office/drawing/2014/main" id="{DE4CBFB7-A909-4BB6-B215-C4E08DFA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153775"/>
            <a:ext cx="1819275" cy="657225"/>
          </a:xfrm>
          <a:custGeom xmlns:a="http://schemas.openxmlformats.org/drawingml/2006/main">
            <a:pathLst>
              <a:path w="1819275" h="657225">
                <a:moveTo>
                  <a:pt x="0" y="657225"/>
                </a:move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1AABD"/>
            </a:solidFill>
            <a:prstDash val="dash"/>
          </a:ln>
        </p:spPr>
      </p:sp>
      <p:sp>
        <p:nvSpPr>
          <p:cNvPr id="449" name="M1">
            <a:extLst xmlns:a="http://schemas.openxmlformats.org/drawingml/2006/main">
              <a:ext uri="{FF2B5EF4-FFF2-40B4-BE49-F238E27FC236}">
                <a16:creationId xmlns:a16="http://schemas.microsoft.com/office/drawing/2014/main" id="{F4EA3B63-E96F-4BA4-9786-05C9715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9918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6E3"/>
          </a:solidFill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50" name="M1">
            <a:extLst xmlns:a="http://schemas.openxmlformats.org/drawingml/2006/main">
              <a:ext uri="{FF2B5EF4-FFF2-40B4-BE49-F238E27FC236}">
                <a16:creationId xmlns:a16="http://schemas.microsoft.com/office/drawing/2014/main" id="{B5B7C294-4E90-4FB0-BC98-25D5A8F4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109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451" name="M2">
            <a:extLst xmlns:a="http://schemas.openxmlformats.org/drawingml/2006/main">
              <a:ext uri="{FF2B5EF4-FFF2-40B4-BE49-F238E27FC236}">
                <a16:creationId xmlns:a16="http://schemas.microsoft.com/office/drawing/2014/main" id="{AAD7AB7D-03EE-4D01-8FD1-92AAA7D5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09918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6E3"/>
          </a:solidFill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52" name="M2">
            <a:extLst xmlns:a="http://schemas.openxmlformats.org/drawingml/2006/main">
              <a:ext uri="{FF2B5EF4-FFF2-40B4-BE49-F238E27FC236}">
                <a16:creationId xmlns:a16="http://schemas.microsoft.com/office/drawing/2014/main" id="{47C29D15-2C86-4911-A307-A115176C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10109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M2</a:t>
            </a:r>
          </a:p>
        </p:txBody>
      </p:sp>
      <p:sp>
        <p:nvSpPr>
          <p:cNvPr id="453" name="M3">
            <a:extLst xmlns:a="http://schemas.openxmlformats.org/drawingml/2006/main">
              <a:ext uri="{FF2B5EF4-FFF2-40B4-BE49-F238E27FC236}">
                <a16:creationId xmlns:a16="http://schemas.microsoft.com/office/drawing/2014/main" id="{C9AA5D3B-F4A9-4A00-BCCA-EBCE8AA6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09918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6E3"/>
          </a:solidFill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54" name="M3">
            <a:extLst xmlns:a="http://schemas.openxmlformats.org/drawingml/2006/main">
              <a:ext uri="{FF2B5EF4-FFF2-40B4-BE49-F238E27FC236}">
                <a16:creationId xmlns:a16="http://schemas.microsoft.com/office/drawing/2014/main" id="{522074E4-5D9F-42C0-B368-4B91F3B0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1010900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M3</a:t>
            </a:r>
          </a:p>
        </p:txBody>
      </p:sp>
      <p:sp>
        <p:nvSpPr>
          <p:cNvPr id="455" name="B1">
            <a:extLst xmlns:a="http://schemas.openxmlformats.org/drawingml/2006/main">
              <a:ext uri="{FF2B5EF4-FFF2-40B4-BE49-F238E27FC236}">
                <a16:creationId xmlns:a16="http://schemas.microsoft.com/office/drawing/2014/main" id="{5D5115C0-A105-4FD1-86AA-FE0CB5A4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05156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3"/>
          </a:solidFill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56" name="B1">
            <a:extLst xmlns:a="http://schemas.openxmlformats.org/drawingml/2006/main">
              <a:ext uri="{FF2B5EF4-FFF2-40B4-BE49-F238E27FC236}">
                <a16:creationId xmlns:a16="http://schemas.microsoft.com/office/drawing/2014/main" id="{68919896-B682-40AC-A352-207EBC5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0525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457" name="B2">
            <a:extLst xmlns:a="http://schemas.openxmlformats.org/drawingml/2006/main">
              <a:ext uri="{FF2B5EF4-FFF2-40B4-BE49-F238E27FC236}">
                <a16:creationId xmlns:a16="http://schemas.microsoft.com/office/drawing/2014/main" id="{6B8093C0-8934-403C-8AF3-80B32341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6014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3"/>
          </a:solidFill>
          <a:ln xmlns:a="http://schemas.openxmlformats.org/drawingml/2006/main" w="11430">
            <a:solidFill>
              <a:srgbClr val="3F6D8A"/>
            </a:solidFill>
            <a:prstDash val="solid"/>
          </a:ln>
        </p:spPr>
      </p:sp>
      <p:sp>
        <p:nvSpPr>
          <p:cNvPr id="458" name="B2">
            <a:extLst xmlns:a="http://schemas.openxmlformats.org/drawingml/2006/main">
              <a:ext uri="{FF2B5EF4-FFF2-40B4-BE49-F238E27FC236}">
                <a16:creationId xmlns:a16="http://schemas.microsoft.com/office/drawing/2014/main" id="{25EE75D8-E3F6-4D18-8628-8B53AB6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6109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459" name="H">
            <a:extLst xmlns:a="http://schemas.openxmlformats.org/drawingml/2006/main">
              <a:ext uri="{FF2B5EF4-FFF2-40B4-BE49-F238E27FC236}">
                <a16:creationId xmlns:a16="http://schemas.microsoft.com/office/drawing/2014/main" id="{62AC8ABE-D0DB-4FA9-B0DC-575DDFB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544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F6D8A"/>
            </a:solidFill>
          </a:ln>
        </p:spPr>
      </p:sp>
      <p:sp>
        <p:nvSpPr>
          <p:cNvPr id="460" name="H">
            <a:extLst xmlns:a="http://schemas.openxmlformats.org/drawingml/2006/main">
              <a:ext uri="{FF2B5EF4-FFF2-40B4-BE49-F238E27FC236}">
                <a16:creationId xmlns:a16="http://schemas.microsoft.com/office/drawing/2014/main" id="{0CF7B198-D66B-4385-9C52-83D3C0F2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5441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 i="0">
                <a:solidFill>
                  <a:srgbClr val="202A3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202A3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202A39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61" name="Gantry">
            <a:extLst xmlns:a="http://schemas.openxmlformats.org/drawingml/2006/main">
              <a:ext uri="{FF2B5EF4-FFF2-40B4-BE49-F238E27FC236}">
                <a16:creationId xmlns:a16="http://schemas.microsoft.com/office/drawing/2014/main" id="{9251294E-F502-4D0E-9286-82744E1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544175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A8BE"/>
          </a:solidFill>
          <a:ln xmlns:a="http://schemas.openxmlformats.org/drawingml/2006/main" w="12383">
            <a:solidFill>
              <a:srgbClr val="3F6D8A"/>
            </a:solidFill>
          </a:ln>
        </p:spPr>
      </p:sp>
      <p:sp>
        <p:nvSpPr>
          <p:cNvPr id="462" name="G">
            <a:extLst xmlns:a="http://schemas.openxmlformats.org/drawingml/2006/main">
              <a:ext uri="{FF2B5EF4-FFF2-40B4-BE49-F238E27FC236}">
                <a16:creationId xmlns:a16="http://schemas.microsoft.com/office/drawing/2014/main" id="{1CC0462C-5DC5-49E6-9F75-9CBFAA6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0601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463" name="Transport robot">
            <a:extLst xmlns:a="http://schemas.openxmlformats.org/drawingml/2006/main">
              <a:ext uri="{FF2B5EF4-FFF2-40B4-BE49-F238E27FC236}">
                <a16:creationId xmlns:a16="http://schemas.microsoft.com/office/drawing/2014/main" id="{8CB1C8E9-901D-4CBF-8DE7-67116EB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62050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5E3EC"/>
          </a:solidFill>
          <a:ln xmlns:a="http://schemas.openxmlformats.org/drawingml/2006/main" w="12383">
            <a:solidFill>
              <a:srgbClr val="3F6D8A"/>
            </a:solidFill>
          </a:ln>
        </p:spPr>
      </p:sp>
      <p:sp>
        <p:nvSpPr>
          <p:cNvPr id="464" name="R">
            <a:extLst xmlns:a="http://schemas.openxmlformats.org/drawingml/2006/main">
              <a:ext uri="{FF2B5EF4-FFF2-40B4-BE49-F238E27FC236}">
                <a16:creationId xmlns:a16="http://schemas.microsoft.com/office/drawing/2014/main" id="{655551E1-C27D-4F75-87D4-9B917659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677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465" name="Worker">
            <a:extLst xmlns:a="http://schemas.openxmlformats.org/drawingml/2006/main">
              <a:ext uri="{FF2B5EF4-FFF2-40B4-BE49-F238E27FC236}">
                <a16:creationId xmlns:a16="http://schemas.microsoft.com/office/drawing/2014/main" id="{808738FC-0C75-4C3A-82F9-B721019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2965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Worker</a:t>
            </a:r>
          </a:p>
        </p:txBody>
      </p:sp>
      <p:sp>
        <p:nvSpPr>
          <p:cNvPr id="466" name="Gantry">
            <a:extLst xmlns:a="http://schemas.openxmlformats.org/drawingml/2006/main">
              <a:ext uri="{FF2B5EF4-FFF2-40B4-BE49-F238E27FC236}">
                <a16:creationId xmlns:a16="http://schemas.microsoft.com/office/drawing/2014/main" id="{7FABB0C7-0E3A-474A-9FFC-FC35939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0296525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Gantry</a:t>
            </a:r>
          </a:p>
        </p:txBody>
      </p:sp>
      <p:sp>
        <p:nvSpPr>
          <p:cNvPr id="467" name="Robot">
            <a:extLst xmlns:a="http://schemas.openxmlformats.org/drawingml/2006/main">
              <a:ext uri="{FF2B5EF4-FFF2-40B4-BE49-F238E27FC236}">
                <a16:creationId xmlns:a16="http://schemas.microsoft.com/office/drawing/2014/main" id="{2CD8CBD0-8342-42E0-B3E1-CB46AF1F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110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Robot</a:t>
            </a:r>
          </a:p>
        </p:txBody>
      </p:sp>
      <p:sp>
        <p:nvSpPr>
          <p:cNvPr id="468" name="Buffers">
            <a:extLst xmlns:a="http://schemas.openxmlformats.org/drawingml/2006/main">
              <a:ext uri="{FF2B5EF4-FFF2-40B4-BE49-F238E27FC236}">
                <a16:creationId xmlns:a16="http://schemas.microsoft.com/office/drawing/2014/main" id="{3FE7E47A-B0A5-48D8-ADE3-A161EE30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972925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Buffers</a:t>
            </a:r>
          </a:p>
        </p:txBody>
      </p:sp>
      <p:sp>
        <p:nvSpPr>
          <p:cNvPr id="469" name="M: machines / workbenches; 38 nodes in 5 types">
            <a:extLst xmlns:a="http://schemas.openxmlformats.org/drawingml/2006/main">
              <a:ext uri="{FF2B5EF4-FFF2-40B4-BE49-F238E27FC236}">
                <a16:creationId xmlns:a16="http://schemas.microsoft.com/office/drawing/2014/main" id="{34E724CC-7FAC-4814-B4D9-180C7C39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3010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M: machines / workbenches; 38 nodes in 5 types</a:t>
            </a:r>
          </a:p>
        </p:txBody>
      </p:sp>
      <p:sp>
        <p:nvSpPr>
          <p:cNvPr id="470" name="line-265">
            <a:extLst xmlns:a="http://schemas.openxmlformats.org/drawingml/2006/main">
              <a:ext uri="{FF2B5EF4-FFF2-40B4-BE49-F238E27FC236}">
                <a16:creationId xmlns:a16="http://schemas.microsoft.com/office/drawing/2014/main" id="{8B09688F-BEBF-4469-82B3-ED47A88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153775"/>
            <a:ext cx="485775" cy="95"/>
          </a:xfrm>
          <a:custGeom xmlns:a="http://schemas.openxmlformats.org/drawingml/2006/main">
            <a:pathLst>
              <a:path w="485775" h="9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71" name="line-266">
            <a:extLst xmlns:a="http://schemas.openxmlformats.org/drawingml/2006/main">
              <a:ext uri="{FF2B5EF4-FFF2-40B4-BE49-F238E27FC236}">
                <a16:creationId xmlns:a16="http://schemas.microsoft.com/office/drawing/2014/main" id="{11718916-9191-4890-8F39-86AC0001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135" y="111537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72" name="line-267">
            <a:extLst xmlns:a="http://schemas.openxmlformats.org/drawingml/2006/main">
              <a:ext uri="{FF2B5EF4-FFF2-40B4-BE49-F238E27FC236}">
                <a16:creationId xmlns:a16="http://schemas.microsoft.com/office/drawing/2014/main" id="{197E2299-16B6-43C3-A769-5192D263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135" y="111229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F6D8A"/>
            </a:solidFill>
            <a:prstDash val="solid"/>
          </a:ln>
        </p:spPr>
      </p:sp>
      <p:sp>
        <p:nvSpPr>
          <p:cNvPr id="473" name="mask-0-0">
            <a:extLst xmlns:a="http://schemas.openxmlformats.org/drawingml/2006/main">
              <a:ext uri="{FF2B5EF4-FFF2-40B4-BE49-F238E27FC236}">
                <a16:creationId xmlns:a16="http://schemas.microsoft.com/office/drawing/2014/main" id="{7DA42A74-1719-4837-9C1F-E41E224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4" name="mask-0-1">
            <a:extLst xmlns:a="http://schemas.openxmlformats.org/drawingml/2006/main">
              <a:ext uri="{FF2B5EF4-FFF2-40B4-BE49-F238E27FC236}">
                <a16:creationId xmlns:a16="http://schemas.microsoft.com/office/drawing/2014/main" id="{5AF1D6B1-0589-4554-A4ED-0FD3051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5" name="mask-0-2">
            <a:extLst xmlns:a="http://schemas.openxmlformats.org/drawingml/2006/main">
              <a:ext uri="{FF2B5EF4-FFF2-40B4-BE49-F238E27FC236}">
                <a16:creationId xmlns:a16="http://schemas.microsoft.com/office/drawing/2014/main" id="{65E42649-E733-4D8B-AEE3-DF64D98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6" name="mask-0-3">
            <a:extLst xmlns:a="http://schemas.openxmlformats.org/drawingml/2006/main">
              <a:ext uri="{FF2B5EF4-FFF2-40B4-BE49-F238E27FC236}">
                <a16:creationId xmlns:a16="http://schemas.microsoft.com/office/drawing/2014/main" id="{F46FECE1-28DD-4934-8350-CF694340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7" name="mask-0-4">
            <a:extLst xmlns:a="http://schemas.openxmlformats.org/drawingml/2006/main">
              <a:ext uri="{FF2B5EF4-FFF2-40B4-BE49-F238E27FC236}">
                <a16:creationId xmlns:a16="http://schemas.microsoft.com/office/drawing/2014/main" id="{0D260A19-F5B2-43E1-A051-CC763DB1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8" name="mask-0-5">
            <a:extLst xmlns:a="http://schemas.openxmlformats.org/drawingml/2006/main">
              <a:ext uri="{FF2B5EF4-FFF2-40B4-BE49-F238E27FC236}">
                <a16:creationId xmlns:a16="http://schemas.microsoft.com/office/drawing/2014/main" id="{62FA84E7-7865-49BD-9CC8-CF35F3A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84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79" name="mask-1-0">
            <a:extLst xmlns:a="http://schemas.openxmlformats.org/drawingml/2006/main">
              <a:ext uri="{FF2B5EF4-FFF2-40B4-BE49-F238E27FC236}">
                <a16:creationId xmlns:a16="http://schemas.microsoft.com/office/drawing/2014/main" id="{276B226E-45A1-48F7-AC27-BEB8D03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0" name="mask-1-1">
            <a:extLst xmlns:a="http://schemas.openxmlformats.org/drawingml/2006/main">
              <a:ext uri="{FF2B5EF4-FFF2-40B4-BE49-F238E27FC236}">
                <a16:creationId xmlns:a16="http://schemas.microsoft.com/office/drawing/2014/main" id="{652B395B-85AE-4CD8-93FA-05066F9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1" name="mask-1-2">
            <a:extLst xmlns:a="http://schemas.openxmlformats.org/drawingml/2006/main">
              <a:ext uri="{FF2B5EF4-FFF2-40B4-BE49-F238E27FC236}">
                <a16:creationId xmlns:a16="http://schemas.microsoft.com/office/drawing/2014/main" id="{F95C8DDB-3A0F-4F00-B0B7-DA27F3D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2" name="mask-1-3">
            <a:extLst xmlns:a="http://schemas.openxmlformats.org/drawingml/2006/main">
              <a:ext uri="{FF2B5EF4-FFF2-40B4-BE49-F238E27FC236}">
                <a16:creationId xmlns:a16="http://schemas.microsoft.com/office/drawing/2014/main" id="{28E14099-E1F4-4A51-A29B-6B12178C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3" name="mask-1-4">
            <a:extLst xmlns:a="http://schemas.openxmlformats.org/drawingml/2006/main">
              <a:ext uri="{FF2B5EF4-FFF2-40B4-BE49-F238E27FC236}">
                <a16:creationId xmlns:a16="http://schemas.microsoft.com/office/drawing/2014/main" id="{0FB77406-0078-4CC1-B5D0-4E22A7C5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4" name="mask-1-5">
            <a:extLst xmlns:a="http://schemas.openxmlformats.org/drawingml/2006/main">
              <a:ext uri="{FF2B5EF4-FFF2-40B4-BE49-F238E27FC236}">
                <a16:creationId xmlns:a16="http://schemas.microsoft.com/office/drawing/2014/main" id="{2CBA35A5-3903-4A58-9DAD-62D750D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95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5" name="mask-2-0">
            <a:extLst xmlns:a="http://schemas.openxmlformats.org/drawingml/2006/main">
              <a:ext uri="{FF2B5EF4-FFF2-40B4-BE49-F238E27FC236}">
                <a16:creationId xmlns:a16="http://schemas.microsoft.com/office/drawing/2014/main" id="{65D2A184-ED15-4493-9E32-977CDD14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6" name="mask-2-1">
            <a:extLst xmlns:a="http://schemas.openxmlformats.org/drawingml/2006/main">
              <a:ext uri="{FF2B5EF4-FFF2-40B4-BE49-F238E27FC236}">
                <a16:creationId xmlns:a16="http://schemas.microsoft.com/office/drawing/2014/main" id="{7FD28111-1E4C-4738-BFAB-3D9D2628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7" name="mask-2-2">
            <a:extLst xmlns:a="http://schemas.openxmlformats.org/drawingml/2006/main">
              <a:ext uri="{FF2B5EF4-FFF2-40B4-BE49-F238E27FC236}">
                <a16:creationId xmlns:a16="http://schemas.microsoft.com/office/drawing/2014/main" id="{08267D78-6F93-44D8-A425-9C4730A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8" name="mask-2-3">
            <a:extLst xmlns:a="http://schemas.openxmlformats.org/drawingml/2006/main">
              <a:ext uri="{FF2B5EF4-FFF2-40B4-BE49-F238E27FC236}">
                <a16:creationId xmlns:a16="http://schemas.microsoft.com/office/drawing/2014/main" id="{339112F9-6C7A-4C0C-B3BB-A5159C4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89" name="mask-2-4">
            <a:extLst xmlns:a="http://schemas.openxmlformats.org/drawingml/2006/main">
              <a:ext uri="{FF2B5EF4-FFF2-40B4-BE49-F238E27FC236}">
                <a16:creationId xmlns:a16="http://schemas.microsoft.com/office/drawing/2014/main" id="{FD88EF6C-27D8-4559-8449-78B6F2DB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0" name="mask-2-5">
            <a:extLst xmlns:a="http://schemas.openxmlformats.org/drawingml/2006/main">
              <a:ext uri="{FF2B5EF4-FFF2-40B4-BE49-F238E27FC236}">
                <a16:creationId xmlns:a16="http://schemas.microsoft.com/office/drawing/2014/main" id="{7741DFAD-AE62-43D8-9076-583935B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058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1" name="mask-3-0">
            <a:extLst xmlns:a="http://schemas.openxmlformats.org/drawingml/2006/main">
              <a:ext uri="{FF2B5EF4-FFF2-40B4-BE49-F238E27FC236}">
                <a16:creationId xmlns:a16="http://schemas.microsoft.com/office/drawing/2014/main" id="{D72F36C8-1E5A-4398-8EDC-DEAE270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2" name="mask-3-1">
            <a:extLst xmlns:a="http://schemas.openxmlformats.org/drawingml/2006/main">
              <a:ext uri="{FF2B5EF4-FFF2-40B4-BE49-F238E27FC236}">
                <a16:creationId xmlns:a16="http://schemas.microsoft.com/office/drawing/2014/main" id="{A527B186-660D-4ACA-A70D-B4226EB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3" name="mask-3-2">
            <a:extLst xmlns:a="http://schemas.openxmlformats.org/drawingml/2006/main">
              <a:ext uri="{FF2B5EF4-FFF2-40B4-BE49-F238E27FC236}">
                <a16:creationId xmlns:a16="http://schemas.microsoft.com/office/drawing/2014/main" id="{6285D2A0-CED8-456B-91D5-67C8F522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4" name="mask-3-3">
            <a:extLst xmlns:a="http://schemas.openxmlformats.org/drawingml/2006/main">
              <a:ext uri="{FF2B5EF4-FFF2-40B4-BE49-F238E27FC236}">
                <a16:creationId xmlns:a16="http://schemas.microsoft.com/office/drawing/2014/main" id="{34357B63-98B3-4A97-B51C-80EF6531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5" name="mask-3-4">
            <a:extLst xmlns:a="http://schemas.openxmlformats.org/drawingml/2006/main">
              <a:ext uri="{FF2B5EF4-FFF2-40B4-BE49-F238E27FC236}">
                <a16:creationId xmlns:a16="http://schemas.microsoft.com/office/drawing/2014/main" id="{4CF131BC-5D0B-47E5-83D3-736FF626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6" name="mask-3-5">
            <a:extLst xmlns:a="http://schemas.openxmlformats.org/drawingml/2006/main">
              <a:ext uri="{FF2B5EF4-FFF2-40B4-BE49-F238E27FC236}">
                <a16:creationId xmlns:a16="http://schemas.microsoft.com/office/drawing/2014/main" id="{56E15348-2E50-441B-B604-BA05526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16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7" name="mask-4-0">
            <a:extLst xmlns:a="http://schemas.openxmlformats.org/drawingml/2006/main">
              <a:ext uri="{FF2B5EF4-FFF2-40B4-BE49-F238E27FC236}">
                <a16:creationId xmlns:a16="http://schemas.microsoft.com/office/drawing/2014/main" id="{26FA469D-2A26-4B7A-B5F1-E0FB400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8" name="mask-4-1">
            <a:extLst xmlns:a="http://schemas.openxmlformats.org/drawingml/2006/main">
              <a:ext uri="{FF2B5EF4-FFF2-40B4-BE49-F238E27FC236}">
                <a16:creationId xmlns:a16="http://schemas.microsoft.com/office/drawing/2014/main" id="{05EEFDD1-26A1-42A1-852D-BCB9212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99" name="mask-4-2">
            <a:extLst xmlns:a="http://schemas.openxmlformats.org/drawingml/2006/main">
              <a:ext uri="{FF2B5EF4-FFF2-40B4-BE49-F238E27FC236}">
                <a16:creationId xmlns:a16="http://schemas.microsoft.com/office/drawing/2014/main" id="{24D2DA74-943F-458A-89A0-6465209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0" name="mask-4-3">
            <a:extLst xmlns:a="http://schemas.openxmlformats.org/drawingml/2006/main">
              <a:ext uri="{FF2B5EF4-FFF2-40B4-BE49-F238E27FC236}">
                <a16:creationId xmlns:a16="http://schemas.microsoft.com/office/drawing/2014/main" id="{DCF8C2E2-CD85-40FE-B304-92AA8DE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1" name="mask-4-4">
            <a:extLst xmlns:a="http://schemas.openxmlformats.org/drawingml/2006/main">
              <a:ext uri="{FF2B5EF4-FFF2-40B4-BE49-F238E27FC236}">
                <a16:creationId xmlns:a16="http://schemas.microsoft.com/office/drawing/2014/main" id="{8E6FA740-EC9E-44B9-B161-AD7306DB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2" name="mask-4-5">
            <a:extLst xmlns:a="http://schemas.openxmlformats.org/drawingml/2006/main">
              <a:ext uri="{FF2B5EF4-FFF2-40B4-BE49-F238E27FC236}">
                <a16:creationId xmlns:a16="http://schemas.microsoft.com/office/drawing/2014/main" id="{406357D6-3270-4793-80E1-E75413D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268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3" name="mask-5-0">
            <a:extLst xmlns:a="http://schemas.openxmlformats.org/drawingml/2006/main">
              <a:ext uri="{FF2B5EF4-FFF2-40B4-BE49-F238E27FC236}">
                <a16:creationId xmlns:a16="http://schemas.microsoft.com/office/drawing/2014/main" id="{8DAB461E-0D45-49B1-A871-7B9C77D2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4" name="mask-5-1">
            <a:extLst xmlns:a="http://schemas.openxmlformats.org/drawingml/2006/main">
              <a:ext uri="{FF2B5EF4-FFF2-40B4-BE49-F238E27FC236}">
                <a16:creationId xmlns:a16="http://schemas.microsoft.com/office/drawing/2014/main" id="{49AA3D02-78E8-44EF-B62A-9AAF441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5" name="mask-5-2">
            <a:extLst xmlns:a="http://schemas.openxmlformats.org/drawingml/2006/main">
              <a:ext uri="{FF2B5EF4-FFF2-40B4-BE49-F238E27FC236}">
                <a16:creationId xmlns:a16="http://schemas.microsoft.com/office/drawing/2014/main" id="{BFDC7895-887E-406A-93A0-E6D2CB5D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6" name="mask-5-3">
            <a:extLst xmlns:a="http://schemas.openxmlformats.org/drawingml/2006/main">
              <a:ext uri="{FF2B5EF4-FFF2-40B4-BE49-F238E27FC236}">
                <a16:creationId xmlns:a16="http://schemas.microsoft.com/office/drawing/2014/main" id="{38D94655-5056-4C1E-B23E-74647A47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7" name="mask-5-4">
            <a:extLst xmlns:a="http://schemas.openxmlformats.org/drawingml/2006/main">
              <a:ext uri="{FF2B5EF4-FFF2-40B4-BE49-F238E27FC236}">
                <a16:creationId xmlns:a16="http://schemas.microsoft.com/office/drawing/2014/main" id="{93F89BEC-BA3F-4A08-BCEB-EEA98F8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8" name="mask-5-5">
            <a:extLst xmlns:a="http://schemas.openxmlformats.org/drawingml/2006/main">
              <a:ext uri="{FF2B5EF4-FFF2-40B4-BE49-F238E27FC236}">
                <a16:creationId xmlns:a16="http://schemas.microsoft.com/office/drawing/2014/main" id="{8E9A8C3D-3717-4BF8-8785-ED83F64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37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09" name="shape-268">
            <a:extLst xmlns:a="http://schemas.openxmlformats.org/drawingml/2006/main">
              <a:ext uri="{FF2B5EF4-FFF2-40B4-BE49-F238E27FC236}">
                <a16:creationId xmlns:a16="http://schemas.microsoft.com/office/drawing/2014/main" id="{DD9470E1-E220-4EB7-9C13-D12048F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8489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510" name="Graph G">
            <a:extLst xmlns:a="http://schemas.openxmlformats.org/drawingml/2006/main">
              <a:ext uri="{FF2B5EF4-FFF2-40B4-BE49-F238E27FC236}">
                <a16:creationId xmlns:a16="http://schemas.microsoft.com/office/drawing/2014/main" id="{53452C65-5B03-4A94-A18A-490C9A98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1544300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1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1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Graph G</a:t>
            </a:r>
          </a:p>
        </p:txBody>
      </p:sp>
      <p:sp>
        <p:nvSpPr>
          <p:cNvPr id="511" name="Mᴳ, E_lap">
            <a:extLst xmlns:a="http://schemas.openxmlformats.org/drawingml/2006/main">
              <a:ext uri="{FF2B5EF4-FFF2-40B4-BE49-F238E27FC236}">
                <a16:creationId xmlns:a16="http://schemas.microsoft.com/office/drawing/2014/main" id="{9E0C985B-7ED1-4C13-997D-852455E7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8395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Mᴳ, E_lap</a:t>
            </a:r>
          </a:p>
        </p:txBody>
      </p:sp>
      <p:sp>
        <p:nvSpPr>
          <p:cNvPr id="512" name="Node-aligned&#10;history">
            <a:extLst xmlns:a="http://schemas.openxmlformats.org/drawingml/2006/main">
              <a:ext uri="{FF2B5EF4-FFF2-40B4-BE49-F238E27FC236}">
                <a16:creationId xmlns:a16="http://schemas.microsoft.com/office/drawing/2014/main" id="{81828AFF-BAA5-4148-A4D8-EAA179FE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98232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Node-aligned</a:t>
            </a:r>
          </a:p>
          <a:p xmlns:a="http://schemas.openxmlformats.org/drawingml/2006/main">
            <a: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history</a:t>
            </a:r>
          </a:p>
        </p:txBody>
      </p:sp>
      <p:sp>
        <p:nvSpPr>
          <p:cNvPr id="513" name="History tensor layer">
            <a:extLst xmlns:a="http://schemas.openxmlformats.org/drawingml/2006/main">
              <a:ext uri="{FF2B5EF4-FFF2-40B4-BE49-F238E27FC236}">
                <a16:creationId xmlns:a16="http://schemas.microsoft.com/office/drawing/2014/main" id="{767E1EA6-A688-42F4-B543-B8616F0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08489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6668">
            <a:solidFill>
              <a:srgbClr val="B5C3CF"/>
            </a:solidFill>
            <a:prstDash val="solid"/>
          </a:ln>
        </p:spPr>
      </p:sp>
      <p:sp>
        <p:nvSpPr>
          <p:cNvPr id="514" name="History tensor layer">
            <a:extLst xmlns:a="http://schemas.openxmlformats.org/drawingml/2006/main">
              <a:ext uri="{FF2B5EF4-FFF2-40B4-BE49-F238E27FC236}">
                <a16:creationId xmlns:a16="http://schemas.microsoft.com/office/drawing/2014/main" id="{DAFFC7F5-7B3E-40E1-A000-1E2CD92D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09156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6668">
            <a:solidFill>
              <a:srgbClr val="B5C3CF"/>
            </a:solidFill>
            <a:prstDash val="solid"/>
          </a:ln>
        </p:spPr>
      </p:sp>
      <p:sp>
        <p:nvSpPr>
          <p:cNvPr id="515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1D9FFB66-1DB0-48FD-946C-CE0420F9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16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D611C2D1-C7C8-4867-9F09-F254259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17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4AB3D4D1-C4FD-4D09-9831-2D28C92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18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B9519669-96B9-4844-BA35-2822A13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19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D13499AD-2A71-4410-AB87-0E96E2A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0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41BEAC77-E544-4B5E-937C-4CB684E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1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D2C26F12-2662-468D-8960-D1CE355F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2" name="features-0-7">
            <a:extLst xmlns:a="http://schemas.openxmlformats.org/drawingml/2006/main">
              <a:ext uri="{FF2B5EF4-FFF2-40B4-BE49-F238E27FC236}">
                <a16:creationId xmlns:a16="http://schemas.microsoft.com/office/drawing/2014/main" id="{473479C0-F0C1-48B1-A9E6-533708B2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3" name="features-0-8">
            <a:extLst xmlns:a="http://schemas.openxmlformats.org/drawingml/2006/main">
              <a:ext uri="{FF2B5EF4-FFF2-40B4-BE49-F238E27FC236}">
                <a16:creationId xmlns:a16="http://schemas.microsoft.com/office/drawing/2014/main" id="{79597340-A9C1-4834-8859-1206A5B5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4" name="features-0-9">
            <a:extLst xmlns:a="http://schemas.openxmlformats.org/drawingml/2006/main">
              <a:ext uri="{FF2B5EF4-FFF2-40B4-BE49-F238E27FC236}">
                <a16:creationId xmlns:a16="http://schemas.microsoft.com/office/drawing/2014/main" id="{E54C2686-A86F-4EC3-B4E1-A541C3C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5" name="features-0-10">
            <a:extLst xmlns:a="http://schemas.openxmlformats.org/drawingml/2006/main">
              <a:ext uri="{FF2B5EF4-FFF2-40B4-BE49-F238E27FC236}">
                <a16:creationId xmlns:a16="http://schemas.microsoft.com/office/drawing/2014/main" id="{5B82FF28-3979-43CC-8480-218C63B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6" name="features-0-11">
            <a:extLst xmlns:a="http://schemas.openxmlformats.org/drawingml/2006/main">
              <a:ext uri="{FF2B5EF4-FFF2-40B4-BE49-F238E27FC236}">
                <a16:creationId xmlns:a16="http://schemas.microsoft.com/office/drawing/2014/main" id="{351F2D63-8839-41C5-8AFD-4C308639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7" name="features-0-12">
            <a:extLst xmlns:a="http://schemas.openxmlformats.org/drawingml/2006/main">
              <a:ext uri="{FF2B5EF4-FFF2-40B4-BE49-F238E27FC236}">
                <a16:creationId xmlns:a16="http://schemas.microsoft.com/office/drawing/2014/main" id="{AEF1E1C7-7BF7-44C1-82CC-422D0BE0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8" name="features-0-13">
            <a:extLst xmlns:a="http://schemas.openxmlformats.org/drawingml/2006/main">
              <a:ext uri="{FF2B5EF4-FFF2-40B4-BE49-F238E27FC236}">
                <a16:creationId xmlns:a16="http://schemas.microsoft.com/office/drawing/2014/main" id="{C5EEFB45-389B-4EBE-A7F9-6918B17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29" name="features-0-14">
            <a:extLst xmlns:a="http://schemas.openxmlformats.org/drawingml/2006/main">
              <a:ext uri="{FF2B5EF4-FFF2-40B4-BE49-F238E27FC236}">
                <a16:creationId xmlns:a16="http://schemas.microsoft.com/office/drawing/2014/main" id="{6A2DA5A0-139D-43E3-AE76-6DC65C2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0" name="features-0-15">
            <a:extLst xmlns:a="http://schemas.openxmlformats.org/drawingml/2006/main">
              <a:ext uri="{FF2B5EF4-FFF2-40B4-BE49-F238E27FC236}">
                <a16:creationId xmlns:a16="http://schemas.microsoft.com/office/drawing/2014/main" id="{B3699F6A-B2EE-4181-81FB-EFFB209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1" name="features-0-16">
            <a:extLst xmlns:a="http://schemas.openxmlformats.org/drawingml/2006/main">
              <a:ext uri="{FF2B5EF4-FFF2-40B4-BE49-F238E27FC236}">
                <a16:creationId xmlns:a16="http://schemas.microsoft.com/office/drawing/2014/main" id="{853B25C2-D3B6-4C9D-8444-A744C7C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2" name="features-0-17">
            <a:extLst xmlns:a="http://schemas.openxmlformats.org/drawingml/2006/main">
              <a:ext uri="{FF2B5EF4-FFF2-40B4-BE49-F238E27FC236}">
                <a16:creationId xmlns:a16="http://schemas.microsoft.com/office/drawing/2014/main" id="{00F98A3F-D056-45A2-85D6-45CA11C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98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3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11E2C3A9-849A-446C-BF5D-753C8923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4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57DDD93B-655E-438C-8038-93440FD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5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5D1BB9A6-A5FF-4D1A-89AE-3E9B079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6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8901AA86-B2D3-43CD-AA56-105706F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7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8B0C7E39-7856-402D-B9B2-B9488B76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8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048A6F21-5D41-4ABA-B770-D80047B2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39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B1D19563-ED72-47AE-938C-0F40E2A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0" name="features-1-7">
            <a:extLst xmlns:a="http://schemas.openxmlformats.org/drawingml/2006/main">
              <a:ext uri="{FF2B5EF4-FFF2-40B4-BE49-F238E27FC236}">
                <a16:creationId xmlns:a16="http://schemas.microsoft.com/office/drawing/2014/main" id="{4FCFE36C-0FB6-4340-ABCC-3852EC69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1" name="features-1-8">
            <a:extLst xmlns:a="http://schemas.openxmlformats.org/drawingml/2006/main">
              <a:ext uri="{FF2B5EF4-FFF2-40B4-BE49-F238E27FC236}">
                <a16:creationId xmlns:a16="http://schemas.microsoft.com/office/drawing/2014/main" id="{1F58FA49-9E7B-4A4A-BF5E-D3058E5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2" name="features-1-9">
            <a:extLst xmlns:a="http://schemas.openxmlformats.org/drawingml/2006/main">
              <a:ext uri="{FF2B5EF4-FFF2-40B4-BE49-F238E27FC236}">
                <a16:creationId xmlns:a16="http://schemas.microsoft.com/office/drawing/2014/main" id="{FF550EB0-7A4D-4F15-BC00-0BA6DF85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3" name="features-1-10">
            <a:extLst xmlns:a="http://schemas.openxmlformats.org/drawingml/2006/main">
              <a:ext uri="{FF2B5EF4-FFF2-40B4-BE49-F238E27FC236}">
                <a16:creationId xmlns:a16="http://schemas.microsoft.com/office/drawing/2014/main" id="{D1666410-43B1-4767-B45C-15FF110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4" name="features-1-11">
            <a:extLst xmlns:a="http://schemas.openxmlformats.org/drawingml/2006/main">
              <a:ext uri="{FF2B5EF4-FFF2-40B4-BE49-F238E27FC236}">
                <a16:creationId xmlns:a16="http://schemas.microsoft.com/office/drawing/2014/main" id="{FDD4B242-036C-4897-BEF8-87850589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5" name="features-1-12">
            <a:extLst xmlns:a="http://schemas.openxmlformats.org/drawingml/2006/main">
              <a:ext uri="{FF2B5EF4-FFF2-40B4-BE49-F238E27FC236}">
                <a16:creationId xmlns:a16="http://schemas.microsoft.com/office/drawing/2014/main" id="{20B41EBA-74BF-4907-9C16-12F30A9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6" name="features-1-13">
            <a:extLst xmlns:a="http://schemas.openxmlformats.org/drawingml/2006/main">
              <a:ext uri="{FF2B5EF4-FFF2-40B4-BE49-F238E27FC236}">
                <a16:creationId xmlns:a16="http://schemas.microsoft.com/office/drawing/2014/main" id="{97591BE5-11E8-4B88-8538-34D2314D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7" name="features-1-14">
            <a:extLst xmlns:a="http://schemas.openxmlformats.org/drawingml/2006/main">
              <a:ext uri="{FF2B5EF4-FFF2-40B4-BE49-F238E27FC236}">
                <a16:creationId xmlns:a16="http://schemas.microsoft.com/office/drawing/2014/main" id="{3A853C2F-9006-4D33-9F47-3104D417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8" name="features-1-15">
            <a:extLst xmlns:a="http://schemas.openxmlformats.org/drawingml/2006/main">
              <a:ext uri="{FF2B5EF4-FFF2-40B4-BE49-F238E27FC236}">
                <a16:creationId xmlns:a16="http://schemas.microsoft.com/office/drawing/2014/main" id="{E3DCD244-1873-4261-9C13-9E8B7E0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49" name="features-1-16">
            <a:extLst xmlns:a="http://schemas.openxmlformats.org/drawingml/2006/main">
              <a:ext uri="{FF2B5EF4-FFF2-40B4-BE49-F238E27FC236}">
                <a16:creationId xmlns:a16="http://schemas.microsoft.com/office/drawing/2014/main" id="{0869D188-586D-4D6F-8C64-9E397A42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0" name="features-1-17">
            <a:extLst xmlns:a="http://schemas.openxmlformats.org/drawingml/2006/main">
              <a:ext uri="{FF2B5EF4-FFF2-40B4-BE49-F238E27FC236}">
                <a16:creationId xmlns:a16="http://schemas.microsoft.com/office/drawing/2014/main" id="{21FEF646-014D-4D79-9B8F-3A8897D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07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1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E1C15A21-038D-4BF7-A894-C034E30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2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9CA09C6C-E1EA-4673-B144-F196C32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3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9461989C-55E6-4614-B8B7-643D198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4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80547CE0-3A7A-41F2-B8DA-E991FB5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5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0D56D632-A685-498D-B59B-32E7E21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6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03094592-1C08-4237-B836-38AB4C37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7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8085CC9B-FA4F-4BE1-94D3-B69B493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8" name="features-2-7">
            <a:extLst xmlns:a="http://schemas.openxmlformats.org/drawingml/2006/main">
              <a:ext uri="{FF2B5EF4-FFF2-40B4-BE49-F238E27FC236}">
                <a16:creationId xmlns:a16="http://schemas.microsoft.com/office/drawing/2014/main" id="{39373606-C3EC-4371-808D-464AB1C2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59" name="features-2-8">
            <a:extLst xmlns:a="http://schemas.openxmlformats.org/drawingml/2006/main">
              <a:ext uri="{FF2B5EF4-FFF2-40B4-BE49-F238E27FC236}">
                <a16:creationId xmlns:a16="http://schemas.microsoft.com/office/drawing/2014/main" id="{3D8CD1C8-F017-4960-8CC8-C0C3114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0" name="features-2-9">
            <a:extLst xmlns:a="http://schemas.openxmlformats.org/drawingml/2006/main">
              <a:ext uri="{FF2B5EF4-FFF2-40B4-BE49-F238E27FC236}">
                <a16:creationId xmlns:a16="http://schemas.microsoft.com/office/drawing/2014/main" id="{E40AA43F-EE2A-47C6-A48B-0B7B66E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1" name="features-2-10">
            <a:extLst xmlns:a="http://schemas.openxmlformats.org/drawingml/2006/main">
              <a:ext uri="{FF2B5EF4-FFF2-40B4-BE49-F238E27FC236}">
                <a16:creationId xmlns:a16="http://schemas.microsoft.com/office/drawing/2014/main" id="{D78AECCA-9B6F-4127-AA11-3DB3A88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2" name="features-2-11">
            <a:extLst xmlns:a="http://schemas.openxmlformats.org/drawingml/2006/main">
              <a:ext uri="{FF2B5EF4-FFF2-40B4-BE49-F238E27FC236}">
                <a16:creationId xmlns:a16="http://schemas.microsoft.com/office/drawing/2014/main" id="{679E7E54-0FF1-4995-A79C-69F4A7A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3" name="features-2-12">
            <a:extLst xmlns:a="http://schemas.openxmlformats.org/drawingml/2006/main">
              <a:ext uri="{FF2B5EF4-FFF2-40B4-BE49-F238E27FC236}">
                <a16:creationId xmlns:a16="http://schemas.microsoft.com/office/drawing/2014/main" id="{F1C583FB-5E43-4795-BB69-F989C97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4" name="features-2-13">
            <a:extLst xmlns:a="http://schemas.openxmlformats.org/drawingml/2006/main">
              <a:ext uri="{FF2B5EF4-FFF2-40B4-BE49-F238E27FC236}">
                <a16:creationId xmlns:a16="http://schemas.microsoft.com/office/drawing/2014/main" id="{B5B9A676-37A5-4682-89DB-437E1B7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5" name="features-2-14">
            <a:extLst xmlns:a="http://schemas.openxmlformats.org/drawingml/2006/main">
              <a:ext uri="{FF2B5EF4-FFF2-40B4-BE49-F238E27FC236}">
                <a16:creationId xmlns:a16="http://schemas.microsoft.com/office/drawing/2014/main" id="{E617DACA-A81C-4EB1-BB3B-72A1FC0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6" name="features-2-15">
            <a:extLst xmlns:a="http://schemas.openxmlformats.org/drawingml/2006/main">
              <a:ext uri="{FF2B5EF4-FFF2-40B4-BE49-F238E27FC236}">
                <a16:creationId xmlns:a16="http://schemas.microsoft.com/office/drawing/2014/main" id="{A66892A7-F697-4C97-A6BF-9733C33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7" name="features-2-16">
            <a:extLst xmlns:a="http://schemas.openxmlformats.org/drawingml/2006/main">
              <a:ext uri="{FF2B5EF4-FFF2-40B4-BE49-F238E27FC236}">
                <a16:creationId xmlns:a16="http://schemas.microsoft.com/office/drawing/2014/main" id="{F2E85A51-936C-41F8-8689-DADB027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8" name="features-2-17">
            <a:extLst xmlns:a="http://schemas.openxmlformats.org/drawingml/2006/main">
              <a:ext uri="{FF2B5EF4-FFF2-40B4-BE49-F238E27FC236}">
                <a16:creationId xmlns:a16="http://schemas.microsoft.com/office/drawing/2014/main" id="{890D1FEC-E675-449D-8A23-0AA7D60B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17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9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24AD4F63-5C77-467A-B5CA-1C5E2D94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0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ECC142AC-1AC9-41B8-B2F1-6608DE71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1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FB48DFD9-FD6E-4A7F-BE5C-D0B8A42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2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55936D4D-059C-4C10-8461-4F656AD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3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FE94FC60-CEA0-4EFC-AFDB-F8065AF0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4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817C0A65-A00A-4E89-8206-D73EDEE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5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AFD350A3-B0C1-48FC-BC36-D0DCCDA7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6" name="features-3-7">
            <a:extLst xmlns:a="http://schemas.openxmlformats.org/drawingml/2006/main">
              <a:ext uri="{FF2B5EF4-FFF2-40B4-BE49-F238E27FC236}">
                <a16:creationId xmlns:a16="http://schemas.microsoft.com/office/drawing/2014/main" id="{8061540B-DF96-46D6-B6F1-50B56D1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7" name="features-3-8">
            <a:extLst xmlns:a="http://schemas.openxmlformats.org/drawingml/2006/main">
              <a:ext uri="{FF2B5EF4-FFF2-40B4-BE49-F238E27FC236}">
                <a16:creationId xmlns:a16="http://schemas.microsoft.com/office/drawing/2014/main" id="{2BA3A500-CCCD-4F1E-912D-1E32A92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8" name="features-3-9">
            <a:extLst xmlns:a="http://schemas.openxmlformats.org/drawingml/2006/main">
              <a:ext uri="{FF2B5EF4-FFF2-40B4-BE49-F238E27FC236}">
                <a16:creationId xmlns:a16="http://schemas.microsoft.com/office/drawing/2014/main" id="{0A817888-7734-44C1-A3FD-DC831E7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9" name="features-3-10">
            <a:extLst xmlns:a="http://schemas.openxmlformats.org/drawingml/2006/main">
              <a:ext uri="{FF2B5EF4-FFF2-40B4-BE49-F238E27FC236}">
                <a16:creationId xmlns:a16="http://schemas.microsoft.com/office/drawing/2014/main" id="{06866E2C-5C60-4882-BF38-EB6CA02A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0" name="features-3-11">
            <a:extLst xmlns:a="http://schemas.openxmlformats.org/drawingml/2006/main">
              <a:ext uri="{FF2B5EF4-FFF2-40B4-BE49-F238E27FC236}">
                <a16:creationId xmlns:a16="http://schemas.microsoft.com/office/drawing/2014/main" id="{270362C9-9788-4702-B9A9-789C9CF6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1" name="features-3-12">
            <a:extLst xmlns:a="http://schemas.openxmlformats.org/drawingml/2006/main">
              <a:ext uri="{FF2B5EF4-FFF2-40B4-BE49-F238E27FC236}">
                <a16:creationId xmlns:a16="http://schemas.microsoft.com/office/drawing/2014/main" id="{E186DF2B-1030-46D2-AA38-41C4694A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2" name="features-3-13">
            <a:extLst xmlns:a="http://schemas.openxmlformats.org/drawingml/2006/main">
              <a:ext uri="{FF2B5EF4-FFF2-40B4-BE49-F238E27FC236}">
                <a16:creationId xmlns:a16="http://schemas.microsoft.com/office/drawing/2014/main" id="{6013FF84-3292-42C9-B688-74F3F1B1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3" name="features-3-14">
            <a:extLst xmlns:a="http://schemas.openxmlformats.org/drawingml/2006/main">
              <a:ext uri="{FF2B5EF4-FFF2-40B4-BE49-F238E27FC236}">
                <a16:creationId xmlns:a16="http://schemas.microsoft.com/office/drawing/2014/main" id="{346913AB-8C42-4E98-A3F1-57A3FA56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4" name="features-3-15">
            <a:extLst xmlns:a="http://schemas.openxmlformats.org/drawingml/2006/main">
              <a:ext uri="{FF2B5EF4-FFF2-40B4-BE49-F238E27FC236}">
                <a16:creationId xmlns:a16="http://schemas.microsoft.com/office/drawing/2014/main" id="{48E67D2C-47DD-4AAA-A6E1-0E4B15E2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5" name="features-3-16">
            <a:extLst xmlns:a="http://schemas.openxmlformats.org/drawingml/2006/main">
              <a:ext uri="{FF2B5EF4-FFF2-40B4-BE49-F238E27FC236}">
                <a16:creationId xmlns:a16="http://schemas.microsoft.com/office/drawing/2014/main" id="{E969477F-EF6A-4BC5-87B9-7F869545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6" name="features-3-17">
            <a:extLst xmlns:a="http://schemas.openxmlformats.org/drawingml/2006/main">
              <a:ext uri="{FF2B5EF4-FFF2-40B4-BE49-F238E27FC236}">
                <a16:creationId xmlns:a16="http://schemas.microsoft.com/office/drawing/2014/main" id="{3B0B4929-BA6A-4F84-B240-5A171E5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26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7" name="features-4-0">
            <a:extLst xmlns:a="http://schemas.openxmlformats.org/drawingml/2006/main">
              <a:ext uri="{FF2B5EF4-FFF2-40B4-BE49-F238E27FC236}">
                <a16:creationId xmlns:a16="http://schemas.microsoft.com/office/drawing/2014/main" id="{96D834D0-E717-41F8-806E-0BF3CD15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8" name="features-4-1">
            <a:extLst xmlns:a="http://schemas.openxmlformats.org/drawingml/2006/main">
              <a:ext uri="{FF2B5EF4-FFF2-40B4-BE49-F238E27FC236}">
                <a16:creationId xmlns:a16="http://schemas.microsoft.com/office/drawing/2014/main" id="{C7369B34-FA95-4174-934A-383CCB1C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9" name="features-4-2">
            <a:extLst xmlns:a="http://schemas.openxmlformats.org/drawingml/2006/main">
              <a:ext uri="{FF2B5EF4-FFF2-40B4-BE49-F238E27FC236}">
                <a16:creationId xmlns:a16="http://schemas.microsoft.com/office/drawing/2014/main" id="{13CC594E-DDCF-4CAC-ABB8-21745F4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0" name="features-4-3">
            <a:extLst xmlns:a="http://schemas.openxmlformats.org/drawingml/2006/main">
              <a:ext uri="{FF2B5EF4-FFF2-40B4-BE49-F238E27FC236}">
                <a16:creationId xmlns:a16="http://schemas.microsoft.com/office/drawing/2014/main" id="{9D896EB1-C9DE-49FA-9E35-3DD7F991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1" name="features-4-4">
            <a:extLst xmlns:a="http://schemas.openxmlformats.org/drawingml/2006/main">
              <a:ext uri="{FF2B5EF4-FFF2-40B4-BE49-F238E27FC236}">
                <a16:creationId xmlns:a16="http://schemas.microsoft.com/office/drawing/2014/main" id="{6BDA0D1E-4857-4814-80FD-AB1E0B4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2" name="features-4-5">
            <a:extLst xmlns:a="http://schemas.openxmlformats.org/drawingml/2006/main">
              <a:ext uri="{FF2B5EF4-FFF2-40B4-BE49-F238E27FC236}">
                <a16:creationId xmlns:a16="http://schemas.microsoft.com/office/drawing/2014/main" id="{13F06800-902E-4DE3-9D08-1CF02E12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3" name="features-4-6">
            <a:extLst xmlns:a="http://schemas.openxmlformats.org/drawingml/2006/main">
              <a:ext uri="{FF2B5EF4-FFF2-40B4-BE49-F238E27FC236}">
                <a16:creationId xmlns:a16="http://schemas.microsoft.com/office/drawing/2014/main" id="{3FE81FDD-378B-4A37-A344-A7D60858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4" name="features-4-7">
            <a:extLst xmlns:a="http://schemas.openxmlformats.org/drawingml/2006/main">
              <a:ext uri="{FF2B5EF4-FFF2-40B4-BE49-F238E27FC236}">
                <a16:creationId xmlns:a16="http://schemas.microsoft.com/office/drawing/2014/main" id="{7FB36FB1-4A6A-45FD-830D-AE54B3D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5" name="features-4-8">
            <a:extLst xmlns:a="http://schemas.openxmlformats.org/drawingml/2006/main">
              <a:ext uri="{FF2B5EF4-FFF2-40B4-BE49-F238E27FC236}">
                <a16:creationId xmlns:a16="http://schemas.microsoft.com/office/drawing/2014/main" id="{1B7326F5-B2C4-49FB-A138-0FAB3C7B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6" name="features-4-9">
            <a:extLst xmlns:a="http://schemas.openxmlformats.org/drawingml/2006/main">
              <a:ext uri="{FF2B5EF4-FFF2-40B4-BE49-F238E27FC236}">
                <a16:creationId xmlns:a16="http://schemas.microsoft.com/office/drawing/2014/main" id="{1E759238-0B8E-49DA-ADE5-A85EF253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7" name="features-4-10">
            <a:extLst xmlns:a="http://schemas.openxmlformats.org/drawingml/2006/main">
              <a:ext uri="{FF2B5EF4-FFF2-40B4-BE49-F238E27FC236}">
                <a16:creationId xmlns:a16="http://schemas.microsoft.com/office/drawing/2014/main" id="{7999B287-A5E5-4C1A-BAC2-12A985D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8" name="features-4-11">
            <a:extLst xmlns:a="http://schemas.openxmlformats.org/drawingml/2006/main">
              <a:ext uri="{FF2B5EF4-FFF2-40B4-BE49-F238E27FC236}">
                <a16:creationId xmlns:a16="http://schemas.microsoft.com/office/drawing/2014/main" id="{B0703F63-6C00-4FD9-851B-71DE17E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9" name="features-4-12">
            <a:extLst xmlns:a="http://schemas.openxmlformats.org/drawingml/2006/main">
              <a:ext uri="{FF2B5EF4-FFF2-40B4-BE49-F238E27FC236}">
                <a16:creationId xmlns:a16="http://schemas.microsoft.com/office/drawing/2014/main" id="{6F580C28-F0F7-4929-8F02-DB95E92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0" name="features-4-13">
            <a:extLst xmlns:a="http://schemas.openxmlformats.org/drawingml/2006/main">
              <a:ext uri="{FF2B5EF4-FFF2-40B4-BE49-F238E27FC236}">
                <a16:creationId xmlns:a16="http://schemas.microsoft.com/office/drawing/2014/main" id="{46C8811C-38A3-4248-9FCA-220EE50F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1" name="features-4-14">
            <a:extLst xmlns:a="http://schemas.openxmlformats.org/drawingml/2006/main">
              <a:ext uri="{FF2B5EF4-FFF2-40B4-BE49-F238E27FC236}">
                <a16:creationId xmlns:a16="http://schemas.microsoft.com/office/drawing/2014/main" id="{331B6FF1-DFE4-45A9-9360-3E1EB7D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2" name="features-4-15">
            <a:extLst xmlns:a="http://schemas.openxmlformats.org/drawingml/2006/main">
              <a:ext uri="{FF2B5EF4-FFF2-40B4-BE49-F238E27FC236}">
                <a16:creationId xmlns:a16="http://schemas.microsoft.com/office/drawing/2014/main" id="{2336136A-9750-4902-A7F7-58CBCD2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3" name="features-4-16">
            <a:extLst xmlns:a="http://schemas.openxmlformats.org/drawingml/2006/main">
              <a:ext uri="{FF2B5EF4-FFF2-40B4-BE49-F238E27FC236}">
                <a16:creationId xmlns:a16="http://schemas.microsoft.com/office/drawing/2014/main" id="{22DE8DDB-DB82-4B59-82EB-93BAF04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4" name="features-4-17">
            <a:extLst xmlns:a="http://schemas.openxmlformats.org/drawingml/2006/main">
              <a:ext uri="{FF2B5EF4-FFF2-40B4-BE49-F238E27FC236}">
                <a16:creationId xmlns:a16="http://schemas.microsoft.com/office/drawing/2014/main" id="{F1B69020-B318-4B19-9C13-BA947F06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36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5" name="shape-269">
            <a:extLst xmlns:a="http://schemas.openxmlformats.org/drawingml/2006/main">
              <a:ext uri="{FF2B5EF4-FFF2-40B4-BE49-F238E27FC236}">
                <a16:creationId xmlns:a16="http://schemas.microsoft.com/office/drawing/2014/main" id="{C27C9B24-29C7-4EAE-8428-88DAAB1F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982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606" name="X (30 × 38 × 27)">
            <a:extLst xmlns:a="http://schemas.openxmlformats.org/drawingml/2006/main">
              <a:ext uri="{FF2B5EF4-FFF2-40B4-BE49-F238E27FC236}">
                <a16:creationId xmlns:a16="http://schemas.microsoft.com/office/drawing/2014/main" id="{D9956286-21B5-467B-A7E3-D0742C08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7443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X (30 × 38 × 27)</a:t>
            </a:r>
          </a:p>
        </p:txBody>
      </p:sp>
      <p:sp>
        <p:nvSpPr>
          <p:cNvPr id="607" name="line-270">
            <a:extLst xmlns:a="http://schemas.openxmlformats.org/drawingml/2006/main">
              <a:ext uri="{FF2B5EF4-FFF2-40B4-BE49-F238E27FC236}">
                <a16:creationId xmlns:a16="http://schemas.microsoft.com/office/drawing/2014/main" id="{C812ED0F-3153-4CFD-949C-60EA2C32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29775"/>
            <a:ext cx="95" cy="1352550"/>
          </a:xfrm>
          <a:custGeom xmlns:a="http://schemas.openxmlformats.org/drawingml/2006/main">
            <a:pathLst>
              <a:path w="95" h="1352550">
                <a:moveTo>
                  <a:pt x="0" y="1352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F6D8A"/>
            </a:solidFill>
            <a:prstDash val="solid"/>
          </a:ln>
        </p:spPr>
      </p:sp>
      <p:sp>
        <p:nvSpPr>
          <p:cNvPr id="608" name="line-271">
            <a:extLst xmlns:a="http://schemas.openxmlformats.org/drawingml/2006/main">
              <a:ext uri="{FF2B5EF4-FFF2-40B4-BE49-F238E27FC236}">
                <a16:creationId xmlns:a16="http://schemas.microsoft.com/office/drawing/2014/main" id="{9A22C0DC-88E1-487C-8597-7892D18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297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F6D8A"/>
            </a:solidFill>
            <a:prstDash val="solid"/>
          </a:ln>
        </p:spPr>
      </p:sp>
      <p:sp>
        <p:nvSpPr>
          <p:cNvPr id="609" name="line-272">
            <a:extLst xmlns:a="http://schemas.openxmlformats.org/drawingml/2006/main">
              <a:ext uri="{FF2B5EF4-FFF2-40B4-BE49-F238E27FC236}">
                <a16:creationId xmlns:a16="http://schemas.microsoft.com/office/drawing/2014/main" id="{08C290E9-90FF-4C65-9AE8-9277A443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6297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F6D8A"/>
            </a:solidFill>
            <a:prstDash val="solid"/>
          </a:ln>
        </p:spPr>
      </p:sp>
      <p:sp>
        <p:nvSpPr>
          <p:cNvPr id="610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FC92231D-3910-4C17-A4DC-DB41D64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91440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3F6D8A"/>
            </a:solidFill>
            <a:prstDash val="solid"/>
          </a:ln>
        </p:spPr>
      </p:sp>
      <p:sp>
        <p:nvSpPr>
          <p:cNvPr id="611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C629EB11-C0AA-4284-985D-BAEF70CF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9163050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Grouped Linear + GELU</a:t>
            </a:r>
          </a:p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Mean aggregation</a:t>
            </a:r>
          </a:p>
        </p:txBody>
      </p:sp>
      <p:sp>
        <p:nvSpPr>
          <p:cNvPr id="612" name="shape-273">
            <a:extLst xmlns:a="http://schemas.openxmlformats.org/drawingml/2006/main">
              <a:ext uri="{FF2B5EF4-FFF2-40B4-BE49-F238E27FC236}">
                <a16:creationId xmlns:a16="http://schemas.microsoft.com/office/drawing/2014/main" id="{3D14AF51-EF86-4B89-B8BB-60979A0D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3" name="shape-274">
            <a:extLst xmlns:a="http://schemas.openxmlformats.org/drawingml/2006/main">
              <a:ext uri="{FF2B5EF4-FFF2-40B4-BE49-F238E27FC236}">
                <a16:creationId xmlns:a16="http://schemas.microsoft.com/office/drawing/2014/main" id="{2DE4C794-1305-4539-85DB-7A05002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4" name="shape-275">
            <a:extLst xmlns:a="http://schemas.openxmlformats.org/drawingml/2006/main">
              <a:ext uri="{FF2B5EF4-FFF2-40B4-BE49-F238E27FC236}">
                <a16:creationId xmlns:a16="http://schemas.microsoft.com/office/drawing/2014/main" id="{A3FEDB65-8E2B-4C4F-834F-0672BC59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5" name="shape-276">
            <a:extLst xmlns:a="http://schemas.openxmlformats.org/drawingml/2006/main">
              <a:ext uri="{FF2B5EF4-FFF2-40B4-BE49-F238E27FC236}">
                <a16:creationId xmlns:a16="http://schemas.microsoft.com/office/drawing/2014/main" id="{0A27EF24-35EA-4D04-BC93-2E753CF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6" name="shape-277">
            <a:extLst xmlns:a="http://schemas.openxmlformats.org/drawingml/2006/main">
              <a:ext uri="{FF2B5EF4-FFF2-40B4-BE49-F238E27FC236}">
                <a16:creationId xmlns:a16="http://schemas.microsoft.com/office/drawing/2014/main" id="{E93898CB-7B58-47BB-9FB0-1CB457B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7" name="shape-278">
            <a:extLst xmlns:a="http://schemas.openxmlformats.org/drawingml/2006/main">
              <a:ext uri="{FF2B5EF4-FFF2-40B4-BE49-F238E27FC236}">
                <a16:creationId xmlns:a16="http://schemas.microsoft.com/office/drawing/2014/main" id="{28919D6E-2892-4B2B-8A1A-7A3751D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0725150"/>
            <a:ext cx="2190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8" name="6 feature groups">
            <a:extLst xmlns:a="http://schemas.openxmlformats.org/drawingml/2006/main">
              <a:ext uri="{FF2B5EF4-FFF2-40B4-BE49-F238E27FC236}">
                <a16:creationId xmlns:a16="http://schemas.microsoft.com/office/drawing/2014/main" id="{ED677592-E49F-4EB6-B581-F950E90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039475"/>
            <a:ext cx="1704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6 feature groups</a:t>
            </a:r>
          </a:p>
        </p:txBody>
      </p:sp>
      <p:sp>
        <p:nvSpPr>
          <p:cNvPr id="619" name="line-279">
            <a:extLst xmlns:a="http://schemas.openxmlformats.org/drawingml/2006/main">
              <a:ext uri="{FF2B5EF4-FFF2-40B4-BE49-F238E27FC236}">
                <a16:creationId xmlns:a16="http://schemas.microsoft.com/office/drawing/2014/main" id="{8474EDAD-DD89-4669-A83F-656EDCD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0725150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3F6D8A"/>
            </a:solidFill>
            <a:prstDash val="solid"/>
          </a:ln>
        </p:spPr>
      </p:sp>
      <p:sp>
        <p:nvSpPr>
          <p:cNvPr id="620" name="line-280">
            <a:extLst xmlns:a="http://schemas.openxmlformats.org/drawingml/2006/main">
              <a:ext uri="{FF2B5EF4-FFF2-40B4-BE49-F238E27FC236}">
                <a16:creationId xmlns:a16="http://schemas.microsoft.com/office/drawing/2014/main" id="{8FBDE528-1282-4545-A229-E97DC22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9391650"/>
            <a:ext cx="95" cy="1333500"/>
          </a:xfrm>
          <a:custGeom xmlns:a="http://schemas.openxmlformats.org/drawingml/2006/main">
            <a:pathLst>
              <a:path w="95" h="1333500">
                <a:moveTo>
                  <a:pt x="0" y="1333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3F6D8A"/>
            </a:solidFill>
            <a:prstDash val="solid"/>
          </a:ln>
        </p:spPr>
      </p:sp>
      <p:sp>
        <p:nvSpPr>
          <p:cNvPr id="621" name="line-281">
            <a:extLst xmlns:a="http://schemas.openxmlformats.org/drawingml/2006/main">
              <a:ext uri="{FF2B5EF4-FFF2-40B4-BE49-F238E27FC236}">
                <a16:creationId xmlns:a16="http://schemas.microsoft.com/office/drawing/2014/main" id="{714BE9B0-0C99-44D1-BE4F-6C4BB27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391650"/>
            <a:ext cx="495300" cy="95"/>
          </a:xfrm>
          <a:custGeom xmlns:a="http://schemas.openxmlformats.org/drawingml/2006/main">
            <a:pathLst>
              <a:path w="495300" h="95">
                <a:moveTo>
                  <a:pt x="495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3F6D8A"/>
            </a:solidFill>
            <a:prstDash val="solid"/>
          </a:ln>
        </p:spPr>
      </p:sp>
      <p:sp>
        <p:nvSpPr>
          <p:cNvPr id="622" name="line-282">
            <a:extLst xmlns:a="http://schemas.openxmlformats.org/drawingml/2006/main">
              <a:ext uri="{FF2B5EF4-FFF2-40B4-BE49-F238E27FC236}">
                <a16:creationId xmlns:a16="http://schemas.microsoft.com/office/drawing/2014/main" id="{20B93D75-4A26-423C-900D-94A2749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36086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3F6D8A"/>
            </a:solidFill>
            <a:prstDash val="solid"/>
          </a:ln>
        </p:spPr>
      </p:sp>
      <p:sp>
        <p:nvSpPr>
          <p:cNvPr id="623" name="line-283">
            <a:extLst xmlns:a="http://schemas.openxmlformats.org/drawingml/2006/main">
              <a:ext uri="{FF2B5EF4-FFF2-40B4-BE49-F238E27FC236}">
                <a16:creationId xmlns:a16="http://schemas.microsoft.com/office/drawing/2014/main" id="{E54E5E3C-52B6-4036-8B31-8AEB52D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39165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3F6D8A"/>
            </a:solidFill>
            <a:prstDash val="solid"/>
          </a:ln>
        </p:spPr>
      </p:sp>
      <p:sp>
        <p:nvSpPr>
          <p:cNvPr id="624" name="operator-+">
            <a:extLst xmlns:a="http://schemas.openxmlformats.org/drawingml/2006/main">
              <a:ext uri="{FF2B5EF4-FFF2-40B4-BE49-F238E27FC236}">
                <a16:creationId xmlns:a16="http://schemas.microsoft.com/office/drawing/2014/main" id="{2240696B-8ABD-4679-BF80-7AFCEED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810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625" name="+">
            <a:extLst xmlns:a="http://schemas.openxmlformats.org/drawingml/2006/main">
              <a:ext uri="{FF2B5EF4-FFF2-40B4-BE49-F238E27FC236}">
                <a16:creationId xmlns:a16="http://schemas.microsoft.com/office/drawing/2014/main" id="{C77581EB-C21E-4655-9A83-401D58A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8106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26" name="line-284">
            <a:extLst xmlns:a="http://schemas.openxmlformats.org/drawingml/2006/main">
              <a:ext uri="{FF2B5EF4-FFF2-40B4-BE49-F238E27FC236}">
                <a16:creationId xmlns:a16="http://schemas.microsoft.com/office/drawing/2014/main" id="{2875CBC8-2CBD-4B34-A1BB-ACCBB46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48750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7" name="line-285">
            <a:extLst xmlns:a="http://schemas.openxmlformats.org/drawingml/2006/main">
              <a:ext uri="{FF2B5EF4-FFF2-40B4-BE49-F238E27FC236}">
                <a16:creationId xmlns:a16="http://schemas.microsoft.com/office/drawing/2014/main" id="{86CC5ECA-485A-49D5-BA3A-B3D5202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487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8" name="line-286">
            <a:extLst xmlns:a="http://schemas.openxmlformats.org/drawingml/2006/main">
              <a:ext uri="{FF2B5EF4-FFF2-40B4-BE49-F238E27FC236}">
                <a16:creationId xmlns:a16="http://schemas.microsoft.com/office/drawing/2014/main" id="{C20F78AA-74EE-4261-A9F0-881205B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0487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9" name="Time + Laplacian&#10;+ node embeddings (a)">
            <a:extLst xmlns:a="http://schemas.openxmlformats.org/drawingml/2006/main">
              <a:ext uri="{FF2B5EF4-FFF2-40B4-BE49-F238E27FC236}">
                <a16:creationId xmlns:a16="http://schemas.microsoft.com/office/drawing/2014/main" id="{D0728383-EA71-4DE5-A26A-60BF683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869632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Time + Laplacian</a:t>
            </a:r>
          </a:p>
          <a:p xmlns:a="http://schemas.openxmlformats.org/drawingml/2006/main">
            <a:pPr algn="ctr">
              <a:def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F6D8A"/>
                </a:solidFill>
                <a:latin typeface="Times New Roman"/>
                <a:ea typeface="Times New Roman"/>
                <a:cs typeface="Times New Roman"/>
              </a:rPr>
              <a:t>+ node embeddings (a)</a:t>
            </a:r>
          </a:p>
        </p:txBody>
      </p:sp>
      <p:sp>
        <p:nvSpPr>
          <p:cNvPr id="630" name="line-287">
            <a:extLst xmlns:a="http://schemas.openxmlformats.org/drawingml/2006/main">
              <a:ext uri="{FF2B5EF4-FFF2-40B4-BE49-F238E27FC236}">
                <a16:creationId xmlns:a16="http://schemas.microsoft.com/office/drawing/2014/main" id="{AE655F81-CE96-4BD0-B9D6-A4F824A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924925"/>
            <a:ext cx="1095375" cy="95"/>
          </a:xfrm>
          <a:custGeom xmlns:a="http://schemas.openxmlformats.org/drawingml/2006/main">
            <a:pathLst>
              <a:path w="1095375" h="95">
                <a:moveTo>
                  <a:pt x="1095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F6D8A"/>
            </a:solidFill>
            <a:prstDash val="solid"/>
          </a:ln>
        </p:spPr>
      </p:sp>
      <p:sp>
        <p:nvSpPr>
          <p:cNvPr id="631" name="line-288">
            <a:extLst xmlns:a="http://schemas.openxmlformats.org/drawingml/2006/main">
              <a:ext uri="{FF2B5EF4-FFF2-40B4-BE49-F238E27FC236}">
                <a16:creationId xmlns:a16="http://schemas.microsoft.com/office/drawing/2014/main" id="{C9FC3E8C-45B1-4A7D-A1FA-13077CCC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894136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F6D8A"/>
            </a:solidFill>
            <a:prstDash val="solid"/>
          </a:ln>
        </p:spPr>
      </p:sp>
      <p:sp>
        <p:nvSpPr>
          <p:cNvPr id="632" name="line-289">
            <a:extLst xmlns:a="http://schemas.openxmlformats.org/drawingml/2006/main">
              <a:ext uri="{FF2B5EF4-FFF2-40B4-BE49-F238E27FC236}">
                <a16:creationId xmlns:a16="http://schemas.microsoft.com/office/drawing/2014/main" id="{87D89CE9-8437-4CC4-9607-F4F07A1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924925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F6D8A"/>
            </a:solidFill>
            <a:prstDash val="solid"/>
          </a:ln>
        </p:spPr>
      </p:sp>
      <p:sp>
        <p:nvSpPr>
          <p:cNvPr id="633" name="(c) Delay-aware&#10;cross-resource attention">
            <a:extLst xmlns:a="http://schemas.openxmlformats.org/drawingml/2006/main">
              <a:ext uri="{FF2B5EF4-FFF2-40B4-BE49-F238E27FC236}">
                <a16:creationId xmlns:a16="http://schemas.microsoft.com/office/drawing/2014/main" id="{6B7F9310-2931-4BA2-993C-A7F931C3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(c) Delay-aware</a:t>
            </a:r>
          </a:p>
          <a:p xmlns:a="http://schemas.openxmlformats.org/drawingml/2006/main">
            <a:pPr algn="l">
              <a:defRPr sz="1950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cross-resource attention</a:t>
            </a:r>
          </a:p>
        </p:txBody>
      </p:sp>
      <p:sp>
        <p:nvSpPr>
          <p:cNvPr id="634" name="line-290">
            <a:extLst xmlns:a="http://schemas.openxmlformats.org/drawingml/2006/main">
              <a:ext uri="{FF2B5EF4-FFF2-40B4-BE49-F238E27FC236}">
                <a16:creationId xmlns:a16="http://schemas.microsoft.com/office/drawing/2014/main" id="{6127C3C0-5D10-4E78-B70B-ED376B67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4067175"/>
            <a:ext cx="4781550" cy="95"/>
          </a:xfrm>
          <a:custGeom xmlns:a="http://schemas.openxmlformats.org/drawingml/2006/main">
            <a:pathLst>
              <a:path w="4781550" h="95">
                <a:moveTo>
                  <a:pt x="0" y="0"/>
                </a:moveTo>
                <a:lnTo>
                  <a:pt x="478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67760"/>
            </a:solidFill>
            <a:prstDash val="solid"/>
          </a:ln>
        </p:spPr>
      </p:sp>
      <p:sp>
        <p:nvSpPr>
          <p:cNvPr id="635" name="Earlier precursor at i">
            <a:extLst xmlns:a="http://schemas.openxmlformats.org/drawingml/2006/main">
              <a:ext uri="{FF2B5EF4-FFF2-40B4-BE49-F238E27FC236}">
                <a16:creationId xmlns:a16="http://schemas.microsoft.com/office/drawing/2014/main" id="{8FABC642-C37B-4915-865D-AE9F8DC3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257675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Earlier precursor at i</a:t>
            </a:r>
          </a:p>
        </p:txBody>
      </p:sp>
      <p:sp>
        <p:nvSpPr>
          <p:cNvPr id="636" name="Later constraint at j">
            <a:extLst xmlns:a="http://schemas.openxmlformats.org/drawingml/2006/main">
              <a:ext uri="{FF2B5EF4-FFF2-40B4-BE49-F238E27FC236}">
                <a16:creationId xmlns:a16="http://schemas.microsoft.com/office/drawing/2014/main" id="{137EAC93-20F1-4FD4-A53B-44DFD503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943475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Later constraint at j</a:t>
            </a:r>
          </a:p>
        </p:txBody>
      </p:sp>
      <p:sp>
        <p:nvSpPr>
          <p:cNvPr id="637" name="line-291">
            <a:extLst xmlns:a="http://schemas.openxmlformats.org/drawingml/2006/main">
              <a:ext uri="{FF2B5EF4-FFF2-40B4-BE49-F238E27FC236}">
                <a16:creationId xmlns:a16="http://schemas.microsoft.com/office/drawing/2014/main" id="{EAA907E7-67EC-45ED-92E0-C378F2B7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667250"/>
            <a:ext cx="2733675" cy="95"/>
          </a:xfrm>
          <a:custGeom xmlns:a="http://schemas.openxmlformats.org/drawingml/2006/main">
            <a:pathLst>
              <a:path w="2733675" h="95">
                <a:moveTo>
                  <a:pt x="0" y="0"/>
                </a:moveTo>
                <a:lnTo>
                  <a:pt x="2733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ED5D9"/>
            </a:solidFill>
            <a:prstDash val="solid"/>
          </a:ln>
        </p:spPr>
      </p:sp>
      <p:sp>
        <p:nvSpPr>
          <p:cNvPr id="638" name="line-292">
            <a:extLst xmlns:a="http://schemas.openxmlformats.org/drawingml/2006/main">
              <a:ext uri="{FF2B5EF4-FFF2-40B4-BE49-F238E27FC236}">
                <a16:creationId xmlns:a16="http://schemas.microsoft.com/office/drawing/2014/main" id="{EF7419FE-D07C-4467-ACED-D4165488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667250"/>
            <a:ext cx="328041" cy="95"/>
          </a:xfrm>
          <a:custGeom xmlns:a="http://schemas.openxmlformats.org/drawingml/2006/main">
            <a:pathLst>
              <a:path w="328041" h="95">
                <a:moveTo>
                  <a:pt x="0" y="0"/>
                </a:moveTo>
                <a:lnTo>
                  <a:pt x="3280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39" name="line-293">
            <a:extLst xmlns:a="http://schemas.openxmlformats.org/drawingml/2006/main">
              <a:ext uri="{FF2B5EF4-FFF2-40B4-BE49-F238E27FC236}">
                <a16:creationId xmlns:a16="http://schemas.microsoft.com/office/drawing/2014/main" id="{A3FF22E8-B23A-4347-B92D-E9E8F301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341" y="4371975"/>
            <a:ext cx="95" cy="295275"/>
          </a:xfrm>
          <a:custGeom xmlns:a="http://schemas.openxmlformats.org/drawingml/2006/main">
            <a:pathLst>
              <a:path w="95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0" name="line-294">
            <a:extLst xmlns:a="http://schemas.openxmlformats.org/drawingml/2006/main">
              <a:ext uri="{FF2B5EF4-FFF2-40B4-BE49-F238E27FC236}">
                <a16:creationId xmlns:a16="http://schemas.microsoft.com/office/drawing/2014/main" id="{F7BEA6CE-532D-457E-8969-D19D889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341" y="4371975"/>
            <a:ext cx="765429" cy="95"/>
          </a:xfrm>
          <a:custGeom xmlns:a="http://schemas.openxmlformats.org/drawingml/2006/main">
            <a:pathLst>
              <a:path w="765429" h="95">
                <a:moveTo>
                  <a:pt x="0" y="0"/>
                </a:moveTo>
                <a:lnTo>
                  <a:pt x="76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1" name="line-295">
            <a:extLst xmlns:a="http://schemas.openxmlformats.org/drawingml/2006/main">
              <a:ext uri="{FF2B5EF4-FFF2-40B4-BE49-F238E27FC236}">
                <a16:creationId xmlns:a16="http://schemas.microsoft.com/office/drawing/2014/main" id="{7793C230-43F8-483C-8C38-9D8B1E27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770" y="4371975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2" name="line-296">
            <a:extLst xmlns:a="http://schemas.openxmlformats.org/drawingml/2006/main">
              <a:ext uri="{FF2B5EF4-FFF2-40B4-BE49-F238E27FC236}">
                <a16:creationId xmlns:a16="http://schemas.microsoft.com/office/drawing/2014/main" id="{8EE6198D-5BF8-4739-90E0-DED5C0E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770" y="4667250"/>
            <a:ext cx="1640205" cy="95"/>
          </a:xfrm>
          <a:custGeom xmlns:a="http://schemas.openxmlformats.org/drawingml/2006/main">
            <a:pathLst>
              <a:path w="1640205" h="95">
                <a:moveTo>
                  <a:pt x="0" y="0"/>
                </a:moveTo>
                <a:lnTo>
                  <a:pt x="16402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3" name="line-297">
            <a:extLst xmlns:a="http://schemas.openxmlformats.org/drawingml/2006/main">
              <a:ext uri="{FF2B5EF4-FFF2-40B4-BE49-F238E27FC236}">
                <a16:creationId xmlns:a16="http://schemas.microsoft.com/office/drawing/2014/main" id="{3FF4A8E6-79DC-4673-9AC1-8DE59E6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5353050"/>
            <a:ext cx="2733675" cy="95"/>
          </a:xfrm>
          <a:custGeom xmlns:a="http://schemas.openxmlformats.org/drawingml/2006/main">
            <a:pathLst>
              <a:path w="2733675" h="95">
                <a:moveTo>
                  <a:pt x="0" y="0"/>
                </a:moveTo>
                <a:lnTo>
                  <a:pt x="2733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ED5D9"/>
            </a:solidFill>
            <a:prstDash val="solid"/>
          </a:ln>
        </p:spPr>
      </p:sp>
      <p:sp>
        <p:nvSpPr>
          <p:cNvPr id="644" name="line-298">
            <a:extLst xmlns:a="http://schemas.openxmlformats.org/drawingml/2006/main">
              <a:ext uri="{FF2B5EF4-FFF2-40B4-BE49-F238E27FC236}">
                <a16:creationId xmlns:a16="http://schemas.microsoft.com/office/drawing/2014/main" id="{6DAB509C-ED7C-47FA-810E-6F2C2D1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5353050"/>
            <a:ext cx="1421511" cy="95"/>
          </a:xfrm>
          <a:custGeom xmlns:a="http://schemas.openxmlformats.org/drawingml/2006/main">
            <a:pathLst>
              <a:path w="1421511" h="95">
                <a:moveTo>
                  <a:pt x="0" y="0"/>
                </a:moveTo>
                <a:lnTo>
                  <a:pt x="1421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5" name="line-299">
            <a:extLst xmlns:a="http://schemas.openxmlformats.org/drawingml/2006/main">
              <a:ext uri="{FF2B5EF4-FFF2-40B4-BE49-F238E27FC236}">
                <a16:creationId xmlns:a16="http://schemas.microsoft.com/office/drawing/2014/main" id="{10A11BBA-B7AF-4394-90BF-59DC934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811" y="5057775"/>
            <a:ext cx="95" cy="295275"/>
          </a:xfrm>
          <a:custGeom xmlns:a="http://schemas.openxmlformats.org/drawingml/2006/main">
            <a:pathLst>
              <a:path w="95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6" name="line-300">
            <a:extLst xmlns:a="http://schemas.openxmlformats.org/drawingml/2006/main">
              <a:ext uri="{FF2B5EF4-FFF2-40B4-BE49-F238E27FC236}">
                <a16:creationId xmlns:a16="http://schemas.microsoft.com/office/drawing/2014/main" id="{A30027F1-5F7C-460F-8C90-E4470BD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811" y="5057775"/>
            <a:ext cx="847439" cy="95"/>
          </a:xfrm>
          <a:custGeom xmlns:a="http://schemas.openxmlformats.org/drawingml/2006/main">
            <a:pathLst>
              <a:path w="847439" h="95">
                <a:moveTo>
                  <a:pt x="0" y="0"/>
                </a:moveTo>
                <a:lnTo>
                  <a:pt x="8474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7" name="line-301">
            <a:extLst xmlns:a="http://schemas.openxmlformats.org/drawingml/2006/main">
              <a:ext uri="{FF2B5EF4-FFF2-40B4-BE49-F238E27FC236}">
                <a16:creationId xmlns:a16="http://schemas.microsoft.com/office/drawing/2014/main" id="{C1F74F9F-0CFE-4FD0-BB5B-FDF1252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9250" y="5057775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8" name="line-302">
            <a:extLst xmlns:a="http://schemas.openxmlformats.org/drawingml/2006/main">
              <a:ext uri="{FF2B5EF4-FFF2-40B4-BE49-F238E27FC236}">
                <a16:creationId xmlns:a16="http://schemas.microsoft.com/office/drawing/2014/main" id="{34E0E313-D07F-4EA1-953E-87DB54C3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9250" y="5353050"/>
            <a:ext cx="464725" cy="95"/>
          </a:xfrm>
          <a:custGeom xmlns:a="http://schemas.openxmlformats.org/drawingml/2006/main">
            <a:pathLst>
              <a:path w="464725" h="95">
                <a:moveTo>
                  <a:pt x="0" y="0"/>
                </a:moveTo>
                <a:lnTo>
                  <a:pt x="46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467760"/>
            </a:solidFill>
            <a:prstDash val="solid"/>
          </a:ln>
        </p:spPr>
      </p:sp>
      <p:sp>
        <p:nvSpPr>
          <p:cNvPr id="649" name="line-303">
            <a:extLst xmlns:a="http://schemas.openxmlformats.org/drawingml/2006/main">
              <a:ext uri="{FF2B5EF4-FFF2-40B4-BE49-F238E27FC236}">
                <a16:creationId xmlns:a16="http://schemas.microsoft.com/office/drawing/2014/main" id="{BA65918C-C750-4281-BA45-D853E9A2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295775"/>
            <a:ext cx="95" cy="1266825"/>
          </a:xfrm>
          <a:custGeom xmlns:a="http://schemas.openxmlformats.org/drawingml/2006/main">
            <a:pathLst>
              <a:path w="9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3BBAE"/>
            </a:solidFill>
            <a:prstDash val="dash"/>
          </a:ln>
        </p:spPr>
      </p:sp>
      <p:sp>
        <p:nvSpPr>
          <p:cNvPr id="650" name="line-304">
            <a:extLst xmlns:a="http://schemas.openxmlformats.org/drawingml/2006/main">
              <a:ext uri="{FF2B5EF4-FFF2-40B4-BE49-F238E27FC236}">
                <a16:creationId xmlns:a16="http://schemas.microsoft.com/office/drawing/2014/main" id="{4E5AA2D0-43AA-4279-B0C6-5F49953C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525" y="4972050"/>
            <a:ext cx="95" cy="590550"/>
          </a:xfrm>
          <a:custGeom xmlns:a="http://schemas.openxmlformats.org/drawingml/2006/main"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3BBAE"/>
            </a:solidFill>
            <a:prstDash val="dash"/>
          </a:ln>
        </p:spPr>
      </p:sp>
      <p:sp>
        <p:nvSpPr>
          <p:cNvPr id="651" name="line-305">
            <a:extLst xmlns:a="http://schemas.openxmlformats.org/drawingml/2006/main">
              <a:ext uri="{FF2B5EF4-FFF2-40B4-BE49-F238E27FC236}">
                <a16:creationId xmlns:a16="http://schemas.microsoft.com/office/drawing/2014/main" id="{A517B36A-3C52-4E22-A51B-BE7BC44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524500"/>
            <a:ext cx="1095375" cy="95"/>
          </a:xfrm>
          <a:custGeom xmlns:a="http://schemas.openxmlformats.org/drawingml/2006/main">
            <a:pathLst>
              <a:path w="1095375" h="95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solid"/>
          </a:ln>
        </p:spPr>
      </p:sp>
      <p:sp>
        <p:nvSpPr>
          <p:cNvPr id="652" name="line-306">
            <a:extLst xmlns:a="http://schemas.openxmlformats.org/drawingml/2006/main">
              <a:ext uri="{FF2B5EF4-FFF2-40B4-BE49-F238E27FC236}">
                <a16:creationId xmlns:a16="http://schemas.microsoft.com/office/drawing/2014/main" id="{26CFB9B4-3006-45AE-BB60-5032384A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0385" y="55245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solid"/>
          </a:ln>
        </p:spPr>
      </p:sp>
      <p:sp>
        <p:nvSpPr>
          <p:cNvPr id="653" name="line-307">
            <a:extLst xmlns:a="http://schemas.openxmlformats.org/drawingml/2006/main">
              <a:ext uri="{FF2B5EF4-FFF2-40B4-BE49-F238E27FC236}">
                <a16:creationId xmlns:a16="http://schemas.microsoft.com/office/drawing/2014/main" id="{EF7FAF4E-5164-441F-8E30-D4C90535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0385" y="54937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67760"/>
            </a:solidFill>
            <a:prstDash val="solid"/>
          </a:ln>
        </p:spPr>
      </p:sp>
      <p:sp>
        <p:nvSpPr>
          <p:cNvPr id="654" name="lag">
            <a:extLst xmlns:a="http://schemas.openxmlformats.org/drawingml/2006/main">
              <a:ext uri="{FF2B5EF4-FFF2-40B4-BE49-F238E27FC236}">
                <a16:creationId xmlns:a16="http://schemas.microsoft.com/office/drawing/2014/main" id="{61B32AB5-1D91-451F-AB96-C7BB2BC8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5530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lag</a:t>
            </a:r>
          </a:p>
        </p:txBody>
      </p:sp>
      <p:sp>
        <p:nvSpPr>
          <p:cNvPr id="655" name="line-308">
            <a:extLst xmlns:a="http://schemas.openxmlformats.org/drawingml/2006/main">
              <a:ext uri="{FF2B5EF4-FFF2-40B4-BE49-F238E27FC236}">
                <a16:creationId xmlns:a16="http://schemas.microsoft.com/office/drawing/2014/main" id="{CC724D60-918A-4036-B7F0-0F62F8B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5876925"/>
            <a:ext cx="2743200" cy="95"/>
          </a:xfrm>
          <a:custGeom xmlns:a="http://schemas.openxmlformats.org/drawingml/2006/main">
            <a:pathLst>
              <a:path w="2743200" h="95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8C9690"/>
            </a:solidFill>
            <a:prstDash val="solid"/>
          </a:ln>
        </p:spPr>
      </p:sp>
      <p:sp>
        <p:nvSpPr>
          <p:cNvPr id="656" name="line-309">
            <a:extLst xmlns:a="http://schemas.openxmlformats.org/drawingml/2006/main">
              <a:ext uri="{FF2B5EF4-FFF2-40B4-BE49-F238E27FC236}">
                <a16:creationId xmlns:a16="http://schemas.microsoft.com/office/drawing/2014/main" id="{4FD3443F-41CF-494B-89EE-A374C5D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360" y="58769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8C9690"/>
            </a:solidFill>
            <a:prstDash val="solid"/>
          </a:ln>
        </p:spPr>
      </p:sp>
      <p:sp>
        <p:nvSpPr>
          <p:cNvPr id="657" name="line-310">
            <a:extLst xmlns:a="http://schemas.openxmlformats.org/drawingml/2006/main">
              <a:ext uri="{FF2B5EF4-FFF2-40B4-BE49-F238E27FC236}">
                <a16:creationId xmlns:a16="http://schemas.microsoft.com/office/drawing/2014/main" id="{84F3DFEB-96AB-4D10-96C0-C4291C92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360" y="58461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8C9690"/>
            </a:solidFill>
            <a:prstDash val="solid"/>
          </a:ln>
        </p:spPr>
      </p:sp>
      <p:sp>
        <p:nvSpPr>
          <p:cNvPr id="658" name="time">
            <a:extLst xmlns:a="http://schemas.openxmlformats.org/drawingml/2006/main">
              <a:ext uri="{FF2B5EF4-FFF2-40B4-BE49-F238E27FC236}">
                <a16:creationId xmlns:a16="http://schemas.microsoft.com/office/drawing/2014/main" id="{AA817977-A7A5-4D82-B214-6DF4756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59340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659" name="Illustrative cross-resource association">
            <a:extLst xmlns:a="http://schemas.openxmlformats.org/drawingml/2006/main">
              <a:ext uri="{FF2B5EF4-FFF2-40B4-BE49-F238E27FC236}">
                <a16:creationId xmlns:a16="http://schemas.microsoft.com/office/drawing/2014/main" id="{3A4B73C7-4044-4809-A555-6C0EC44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2007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Illustrative cross-resource association</a:t>
            </a:r>
          </a:p>
        </p:txBody>
      </p:sp>
      <p:sp>
        <p:nvSpPr>
          <p:cNvPr id="660" name="Queue query patch">
            <a:extLst xmlns:a="http://schemas.openxmlformats.org/drawingml/2006/main">
              <a:ext uri="{FF2B5EF4-FFF2-40B4-BE49-F238E27FC236}">
                <a16:creationId xmlns:a16="http://schemas.microsoft.com/office/drawing/2014/main" id="{7108DB41-8CBE-4536-A976-28860C9A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6484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Queue query patch</a:t>
            </a:r>
          </a:p>
        </p:txBody>
      </p:sp>
      <p:sp>
        <p:nvSpPr>
          <p:cNvPr id="661" name="Prototype bank P (b)">
            <a:extLst xmlns:a="http://schemas.openxmlformats.org/drawingml/2006/main">
              <a:ext uri="{FF2B5EF4-FFF2-40B4-BE49-F238E27FC236}">
                <a16:creationId xmlns:a16="http://schemas.microsoft.com/office/drawing/2014/main" id="{49809047-C4D4-4EB0-9D61-80379B9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6484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Prototype bank P (b)</a:t>
            </a:r>
          </a:p>
        </p:txBody>
      </p:sp>
      <p:sp>
        <p:nvSpPr>
          <p:cNvPr id="662" name="line-311">
            <a:extLst xmlns:a="http://schemas.openxmlformats.org/drawingml/2006/main">
              <a:ext uri="{FF2B5EF4-FFF2-40B4-BE49-F238E27FC236}">
                <a16:creationId xmlns:a16="http://schemas.microsoft.com/office/drawing/2014/main" id="{A6E4F54E-694B-4837-83C4-D2CF39D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372350"/>
            <a:ext cx="1228725" cy="95"/>
          </a:xfrm>
          <a:custGeom xmlns:a="http://schemas.openxmlformats.org/drawingml/2006/main">
            <a:pathLst>
              <a:path w="1228725" h="95">
                <a:moveTo>
                  <a:pt x="0" y="0"/>
                </a:move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663" name="line-312">
            <a:extLst xmlns:a="http://schemas.openxmlformats.org/drawingml/2006/main">
              <a:ext uri="{FF2B5EF4-FFF2-40B4-BE49-F238E27FC236}">
                <a16:creationId xmlns:a16="http://schemas.microsoft.com/office/drawing/2014/main" id="{65BCFC0E-EB0E-4702-82F0-3680C84C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18985"/>
            <a:ext cx="614363" cy="209931"/>
          </a:xfrm>
          <a:custGeom xmlns:a="http://schemas.openxmlformats.org/drawingml/2006/main">
            <a:pathLst>
              <a:path w="614363" h="209931">
                <a:moveTo>
                  <a:pt x="0" y="209931"/>
                </a:moveTo>
                <a:lnTo>
                  <a:pt x="614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F6D8A"/>
            </a:solidFill>
            <a:prstDash val="solid"/>
          </a:ln>
        </p:spPr>
      </p:sp>
      <p:sp>
        <p:nvSpPr>
          <p:cNvPr id="664" name="line-313">
            <a:extLst xmlns:a="http://schemas.openxmlformats.org/drawingml/2006/main">
              <a:ext uri="{FF2B5EF4-FFF2-40B4-BE49-F238E27FC236}">
                <a16:creationId xmlns:a16="http://schemas.microsoft.com/office/drawing/2014/main" id="{615A4E4D-3A61-4982-8943-7AF80CE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7046595"/>
            <a:ext cx="614363" cy="72390"/>
          </a:xfrm>
          <a:custGeom xmlns:a="http://schemas.openxmlformats.org/drawingml/2006/main">
            <a:pathLst>
              <a:path w="614363" h="72390">
                <a:moveTo>
                  <a:pt x="0" y="72390"/>
                </a:moveTo>
                <a:lnTo>
                  <a:pt x="6143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F6D8A"/>
            </a:solidFill>
            <a:prstDash val="solid"/>
          </a:ln>
        </p:spPr>
      </p:sp>
      <p:sp>
        <p:nvSpPr>
          <p:cNvPr id="66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4A2B533-6A3E-41F0-8417-3E55F96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9143" y="7307009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D8A"/>
          </a:solidFill>
          <a:ln xmlns:a="http://schemas.openxmlformats.org/drawingml/2006/main" w="13335">
            <a:solidFill>
              <a:srgbClr val="3F6D8A"/>
            </a:solidFill>
          </a:ln>
        </p:spPr>
      </p:sp>
      <p:sp>
        <p:nvSpPr>
          <p:cNvPr id="66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E52F806-9B33-4B9B-BE17-ED038178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505" y="709707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D8A"/>
          </a:solidFill>
          <a:ln xmlns:a="http://schemas.openxmlformats.org/drawingml/2006/main" w="13335">
            <a:solidFill>
              <a:srgbClr val="3F6D8A"/>
            </a:solidFill>
          </a:ln>
        </p:spPr>
      </p:sp>
      <p:sp>
        <p:nvSpPr>
          <p:cNvPr id="66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C25782F5-57CB-482B-BE11-53F26F6D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868" y="702468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D8A"/>
          </a:solidFill>
          <a:ln xmlns:a="http://schemas.openxmlformats.org/drawingml/2006/main" w="13335">
            <a:solidFill>
              <a:srgbClr val="3F6D8A"/>
            </a:solidFill>
          </a:ln>
        </p:spPr>
      </p:sp>
      <p:sp>
        <p:nvSpPr>
          <p:cNvPr id="668" name="line-314">
            <a:extLst xmlns:a="http://schemas.openxmlformats.org/drawingml/2006/main">
              <a:ext uri="{FF2B5EF4-FFF2-40B4-BE49-F238E27FC236}">
                <a16:creationId xmlns:a16="http://schemas.microsoft.com/office/drawing/2014/main" id="{AF8C849F-E685-4C12-8716-53E31CF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73056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669" name="line-315">
            <a:extLst xmlns:a="http://schemas.openxmlformats.org/drawingml/2006/main">
              <a:ext uri="{FF2B5EF4-FFF2-40B4-BE49-F238E27FC236}">
                <a16:creationId xmlns:a16="http://schemas.microsoft.com/office/drawing/2014/main" id="{DD5D9510-D649-4AB3-8A50-102FBE4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7122795"/>
            <a:ext cx="228600" cy="148590"/>
          </a:xfrm>
          <a:custGeom xmlns:a="http://schemas.openxmlformats.org/drawingml/2006/main">
            <a:pathLst>
              <a:path w="228600" h="148590">
                <a:moveTo>
                  <a:pt x="0" y="14859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70" name="line-316">
            <a:extLst xmlns:a="http://schemas.openxmlformats.org/drawingml/2006/main">
              <a:ext uri="{FF2B5EF4-FFF2-40B4-BE49-F238E27FC236}">
                <a16:creationId xmlns:a16="http://schemas.microsoft.com/office/drawing/2014/main" id="{8500650A-1187-4C44-A759-A7591AA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7122795"/>
            <a:ext cx="228600" cy="91440"/>
          </a:xfrm>
          <a:custGeom xmlns:a="http://schemas.openxmlformats.org/drawingml/2006/main">
            <a:pathLst>
              <a:path w="228600" h="91440">
                <a:moveTo>
                  <a:pt x="0" y="0"/>
                </a:moveTo>
                <a:lnTo>
                  <a:pt x="228600" y="914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7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EBE27DE-E5D6-4FA4-B41D-8474FB4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993" y="724947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7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36C56D4-1FA1-48BC-9C58-0381A33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593" y="710088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7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FD54105-4AF7-4BC5-83E7-315A75A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193" y="719232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74" name="line-317">
            <a:extLst xmlns:a="http://schemas.openxmlformats.org/drawingml/2006/main">
              <a:ext uri="{FF2B5EF4-FFF2-40B4-BE49-F238E27FC236}">
                <a16:creationId xmlns:a16="http://schemas.microsoft.com/office/drawing/2014/main" id="{8CEC0A1F-80E2-4F96-BCDC-B79B812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3056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675" name="line-318">
            <a:extLst xmlns:a="http://schemas.openxmlformats.org/drawingml/2006/main">
              <a:ext uri="{FF2B5EF4-FFF2-40B4-BE49-F238E27FC236}">
                <a16:creationId xmlns:a16="http://schemas.microsoft.com/office/drawing/2014/main" id="{1A21379F-9140-4F42-81CD-03DB471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122795"/>
            <a:ext cx="228600" cy="80010"/>
          </a:xfrm>
          <a:custGeom xmlns:a="http://schemas.openxmlformats.org/drawingml/2006/main">
            <a:pathLst>
              <a:path w="228600" h="80010">
                <a:moveTo>
                  <a:pt x="0" y="0"/>
                </a:moveTo>
                <a:lnTo>
                  <a:pt x="22860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76" name="line-319">
            <a:extLst xmlns:a="http://schemas.openxmlformats.org/drawingml/2006/main">
              <a:ext uri="{FF2B5EF4-FFF2-40B4-BE49-F238E27FC236}">
                <a16:creationId xmlns:a16="http://schemas.microsoft.com/office/drawing/2014/main" id="{0092EBA3-A7FE-4E0B-A4E0-4CE0B77A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02805"/>
            <a:ext cx="228600" cy="80010"/>
          </a:xfrm>
          <a:custGeom xmlns:a="http://schemas.openxmlformats.org/drawingml/2006/main">
            <a:pathLst>
              <a:path w="228600" h="80010">
                <a:moveTo>
                  <a:pt x="0" y="0"/>
                </a:moveTo>
                <a:lnTo>
                  <a:pt x="22860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7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63F3DCA-E4C7-4089-8A9A-D4051E1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743" y="710088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7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D10357C-D503-4474-82FF-CB9A1C9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3343" y="718089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7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C4E1503-5AAC-4A29-BBBB-51127ED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1943" y="726090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80" name="line-320">
            <a:extLst xmlns:a="http://schemas.openxmlformats.org/drawingml/2006/main">
              <a:ext uri="{FF2B5EF4-FFF2-40B4-BE49-F238E27FC236}">
                <a16:creationId xmlns:a16="http://schemas.microsoft.com/office/drawing/2014/main" id="{4311FCE7-D0AF-458A-960D-828C97F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73056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681" name="line-321">
            <a:extLst xmlns:a="http://schemas.openxmlformats.org/drawingml/2006/main">
              <a:ext uri="{FF2B5EF4-FFF2-40B4-BE49-F238E27FC236}">
                <a16:creationId xmlns:a16="http://schemas.microsoft.com/office/drawing/2014/main" id="{55C7D631-CC9B-4C62-9B44-B7186D60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7259955"/>
            <a:ext cx="228600" cy="22860"/>
          </a:xfrm>
          <a:custGeom xmlns:a="http://schemas.openxmlformats.org/drawingml/2006/main">
            <a:pathLst>
              <a:path w="228600" h="22860">
                <a:moveTo>
                  <a:pt x="0" y="2286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82" name="line-322">
            <a:extLst xmlns:a="http://schemas.openxmlformats.org/drawingml/2006/main">
              <a:ext uri="{FF2B5EF4-FFF2-40B4-BE49-F238E27FC236}">
                <a16:creationId xmlns:a16="http://schemas.microsoft.com/office/drawing/2014/main" id="{3AFDDDF1-9077-48FF-B306-24CC0156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7099935"/>
            <a:ext cx="228600" cy="160020"/>
          </a:xfrm>
          <a:custGeom xmlns:a="http://schemas.openxmlformats.org/drawingml/2006/main">
            <a:pathLst>
              <a:path w="228600" h="160020">
                <a:moveTo>
                  <a:pt x="0" y="16002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68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CE89C3C4-D36D-4B5B-85BE-E6465B2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1493" y="726090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8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02A5C9B-6D3F-4522-927F-7EDED92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0093" y="723804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8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809A58E-A542-42CE-A523-DCF4D0BA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8693" y="707802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760"/>
          </a:solidFill>
          <a:ln xmlns:a="http://schemas.openxmlformats.org/drawingml/2006/main" w="13335">
            <a:solidFill>
              <a:srgbClr val="467760"/>
            </a:solidFill>
          </a:ln>
        </p:spPr>
      </p:sp>
      <p:sp>
        <p:nvSpPr>
          <p:cNvPr id="686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5494B9A7-6303-46F9-BF0F-88A6B9A7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7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9876DE28-460B-4FF4-9968-49AD9BBE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8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9FFE5878-CB72-4988-9F0A-01AFC14A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9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61D64008-B3FC-41D4-A651-7E0845E1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0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F89335AC-C29A-4DF3-9F94-02AA72A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1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69B22C0A-487A-4CB2-A558-20301A72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2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E2FEF53B-43ED-4811-ABDE-03FC3FA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3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69A5CD0F-E252-4F86-B1E4-B4C605A7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4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4C2ED1FA-19CB-4D74-A12F-EB884CC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5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A5E1304B-C990-48FF-929D-3F91ABB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6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DE95DBE0-EB7A-45B2-AE86-C0BEE25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7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5FEEA3CB-90EC-4B4E-879E-BBC82646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8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705C050B-5D86-4F72-8D8F-B127372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9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CDC4B663-8BC3-4668-9AF2-BBB38D5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0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8759C506-13DA-4559-A6BF-ED023CC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1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73FFD0E5-BA64-4CBC-ACBF-F43FFD6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2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A36D3EE7-5F0A-4B8E-9646-595A402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3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1350A853-3466-4E3B-9201-7AE96DB8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4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D164FA5C-7C81-453D-B4B4-114C722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5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236E27B9-A799-4B23-B208-5518D968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6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0EE3FC33-6A97-43E8-AB34-65D54EC1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7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21A90059-937F-498E-BA97-938A634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8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EBD41A8B-2F97-43C9-8775-3833BAF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09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2CF54123-6995-41A2-9053-32577EE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0" name="shape-323">
            <a:extLst xmlns:a="http://schemas.openxmlformats.org/drawingml/2006/main">
              <a:ext uri="{FF2B5EF4-FFF2-40B4-BE49-F238E27FC236}">
                <a16:creationId xmlns:a16="http://schemas.microsoft.com/office/drawing/2014/main" id="{B3F19BD5-A04C-4BB2-A6FA-25639444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715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11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FA262628-C4FF-43BD-9D77-5A21302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2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C8904D36-4648-4F9E-A0E3-179BA45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3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2BEC9A3B-6948-47B1-BD80-9BC1B6AD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4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BFB25B7F-6E1C-4863-A27E-A33706C7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5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1E31AE0C-B3C9-4653-90A7-E9336FF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6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F1FA121F-1A7F-481D-9EA1-3979239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7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37BDBC9D-E10C-461E-B8F7-7827342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8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ED5C0B83-536C-4852-84C8-2B38C507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9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4B885972-420A-465E-8CAD-CAC08CF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0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E1409CC1-CCA2-496A-B616-7A0B335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1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DCBCA6A8-C9E5-4956-8AEC-954637C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2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979A7339-E2F2-499F-A781-8A49A64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3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EB302892-DC5C-4E1B-BA73-D916745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4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30E32026-BAF4-46D4-9EE7-A9071284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5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1F2A3FF6-1752-41B1-BEE2-6C406E0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6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B777FB3B-330B-4F61-9C94-6E32477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7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07E95307-5DE5-4292-92B9-C82D0811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8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2DCA31BF-DAA6-44BC-BD3E-131FF121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9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135688FA-8322-4B73-A7C2-DF7A6EB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0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200893A9-429A-46D8-8DF1-0A2D47F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1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AEFE35E5-CC30-4B18-BB99-60CEA3D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2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E78529A4-F57E-45AB-811F-D95C973C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3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4043F829-650E-4621-B246-910F52A5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4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BEBFFF56-01E4-4888-97A5-FA8ABF3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5" name="shape-324">
            <a:extLst xmlns:a="http://schemas.openxmlformats.org/drawingml/2006/main">
              <a:ext uri="{FF2B5EF4-FFF2-40B4-BE49-F238E27FC236}">
                <a16:creationId xmlns:a16="http://schemas.microsoft.com/office/drawing/2014/main" id="{9A5380E4-B023-40D6-99EC-F08D699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715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36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2F764464-ED37-47D0-9B7A-B49476F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7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7A2B39B8-091A-476D-83D7-5DD7FAF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8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0122CC1E-1DC9-475C-B193-7EE733A7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9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CAFFEA2F-C8CE-433C-BD1B-722A035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0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FA762771-9FF1-418B-B4D2-FF73B9A6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1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3833B974-E937-48CF-A619-158F6E1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7715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2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4A7F29FE-4074-457B-BB4E-0F1439C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3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CAFC5C6A-EF27-46DE-8593-445CC32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4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A246CCCC-5931-4946-9900-E8F4BAB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5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2F94775E-CB86-4F08-B5EE-31947096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6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D533A398-2A15-433D-AF0D-B08CF8F6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7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BCAB442D-60D2-41EA-97AE-3530293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7800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8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C5B3C1AB-007A-412D-9BCB-1108733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9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6738AD1A-E750-4F4D-972F-B9E5236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0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7183CD12-1ACD-4D1C-A9B9-25413B0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1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8E544A2B-A31E-4656-A2F2-D3CEF26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2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03CF709B-F896-4A3D-ACA9-EAF3D5AF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3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D0BC778C-AB29-48D1-A603-06F6B450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788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4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9ADE8DFF-70E7-4D6A-A9FD-4E6AF92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5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E926C725-EC3C-46D7-8B33-669107A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6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BE6ABB1F-14DD-497B-9DA0-F9E402EE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7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3F41AAE9-5ADA-4208-B613-DE9AF39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8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F904CBD4-6248-4D8A-8701-187861E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9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4D1059A7-D810-43F5-B48E-025AA096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7972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0" name="shape-325">
            <a:extLst xmlns:a="http://schemas.openxmlformats.org/drawingml/2006/main">
              <a:ext uri="{FF2B5EF4-FFF2-40B4-BE49-F238E27FC236}">
                <a16:creationId xmlns:a16="http://schemas.microsoft.com/office/drawing/2014/main" id="{2C4C3EE2-9416-49DE-B0FF-477FF434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715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61" name="Qᴾ">
            <a:extLst xmlns:a="http://schemas.openxmlformats.org/drawingml/2006/main">
              <a:ext uri="{FF2B5EF4-FFF2-40B4-BE49-F238E27FC236}">
                <a16:creationId xmlns:a16="http://schemas.microsoft.com/office/drawing/2014/main" id="{C51DB774-3638-4CDB-9678-F3241848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762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Qᴾ</a:t>
            </a:r>
          </a:p>
        </p:txBody>
      </p:sp>
      <p:sp>
        <p:nvSpPr>
          <p:cNvPr id="762" name="Kᴾ">
            <a:extLst xmlns:a="http://schemas.openxmlformats.org/drawingml/2006/main">
              <a:ext uri="{FF2B5EF4-FFF2-40B4-BE49-F238E27FC236}">
                <a16:creationId xmlns:a16="http://schemas.microsoft.com/office/drawing/2014/main" id="{4053C9FC-4FA7-40AF-8332-37BD9B77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762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Kᴾ</a:t>
            </a:r>
          </a:p>
        </p:txBody>
      </p:sp>
      <p:sp>
        <p:nvSpPr>
          <p:cNvPr id="763" name="Vᴾ">
            <a:extLst xmlns:a="http://schemas.openxmlformats.org/drawingml/2006/main">
              <a:ext uri="{FF2B5EF4-FFF2-40B4-BE49-F238E27FC236}">
                <a16:creationId xmlns:a16="http://schemas.microsoft.com/office/drawing/2014/main" id="{C95719C5-D537-40AC-9750-C8FEBE3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6825" y="7762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Vᴾ</a:t>
            </a:r>
          </a:p>
        </p:txBody>
      </p:sp>
      <p:sp>
        <p:nvSpPr>
          <p:cNvPr id="764" name="line-326">
            <a:extLst xmlns:a="http://schemas.openxmlformats.org/drawingml/2006/main">
              <a:ext uri="{FF2B5EF4-FFF2-40B4-BE49-F238E27FC236}">
                <a16:creationId xmlns:a16="http://schemas.microsoft.com/office/drawing/2014/main" id="{0056D8C9-99AF-4963-A347-64AE7DC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381875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5" name="line-327">
            <a:extLst xmlns:a="http://schemas.openxmlformats.org/drawingml/2006/main">
              <a:ext uri="{FF2B5EF4-FFF2-40B4-BE49-F238E27FC236}">
                <a16:creationId xmlns:a16="http://schemas.microsoft.com/office/drawing/2014/main" id="{EDE99BB7-0803-4531-8F6A-D546F439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562850"/>
            <a:ext cx="180975" cy="95"/>
          </a:xfrm>
          <a:custGeom xmlns:a="http://schemas.openxmlformats.org/drawingml/2006/main">
            <a:pathLst>
              <a:path w="180975" h="95">
                <a:moveTo>
                  <a:pt x="1809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6" name="line-328">
            <a:extLst xmlns:a="http://schemas.openxmlformats.org/drawingml/2006/main">
              <a:ext uri="{FF2B5EF4-FFF2-40B4-BE49-F238E27FC236}">
                <a16:creationId xmlns:a16="http://schemas.microsoft.com/office/drawing/2014/main" id="{57E14EA6-3899-4717-BBC4-A9C8473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56285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7" name="line-329">
            <a:extLst xmlns:a="http://schemas.openxmlformats.org/drawingml/2006/main">
              <a:ext uri="{FF2B5EF4-FFF2-40B4-BE49-F238E27FC236}">
                <a16:creationId xmlns:a16="http://schemas.microsoft.com/office/drawing/2014/main" id="{B2EAC7AA-A693-49D8-8F32-788622B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411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8" name="line-330">
            <a:extLst xmlns:a="http://schemas.openxmlformats.org/drawingml/2006/main">
              <a:ext uri="{FF2B5EF4-FFF2-40B4-BE49-F238E27FC236}">
                <a16:creationId xmlns:a16="http://schemas.microsoft.com/office/drawing/2014/main" id="{72B06871-96B5-4212-870B-29EB07E2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9" name="line-331">
            <a:extLst xmlns:a="http://schemas.openxmlformats.org/drawingml/2006/main">
              <a:ext uri="{FF2B5EF4-FFF2-40B4-BE49-F238E27FC236}">
                <a16:creationId xmlns:a16="http://schemas.microsoft.com/office/drawing/2014/main" id="{EFA6CAAC-CDC8-4C43-B1EC-6AC13880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353300"/>
            <a:ext cx="95" cy="228600"/>
          </a:xfrm>
          <a:custGeom xmlns:a="http://schemas.openxmlformats.org/drawingml/2006/main"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0" name="line-332">
            <a:extLst xmlns:a="http://schemas.openxmlformats.org/drawingml/2006/main">
              <a:ext uri="{FF2B5EF4-FFF2-40B4-BE49-F238E27FC236}">
                <a16:creationId xmlns:a16="http://schemas.microsoft.com/office/drawing/2014/main" id="{D4E21F3D-91B6-4D59-A6FA-B237AD73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581900"/>
            <a:ext cx="771525" cy="95"/>
          </a:xfrm>
          <a:custGeom xmlns:a="http://schemas.openxmlformats.org/drawingml/2006/main">
            <a:pathLst>
              <a:path w="771525" h="95">
                <a:moveTo>
                  <a:pt x="771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1" name="line-333">
            <a:extLst xmlns:a="http://schemas.openxmlformats.org/drawingml/2006/main">
              <a:ext uri="{FF2B5EF4-FFF2-40B4-BE49-F238E27FC236}">
                <a16:creationId xmlns:a16="http://schemas.microsoft.com/office/drawing/2014/main" id="{A1B59A5E-2656-4A4D-A1FE-22C8A13F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581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2" name="line-334">
            <a:extLst xmlns:a="http://schemas.openxmlformats.org/drawingml/2006/main">
              <a:ext uri="{FF2B5EF4-FFF2-40B4-BE49-F238E27FC236}">
                <a16:creationId xmlns:a16="http://schemas.microsoft.com/office/drawing/2014/main" id="{200DD991-F7B5-4357-BF23-5F1B7209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2936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3" name="line-335">
            <a:extLst xmlns:a="http://schemas.openxmlformats.org/drawingml/2006/main">
              <a:ext uri="{FF2B5EF4-FFF2-40B4-BE49-F238E27FC236}">
                <a16:creationId xmlns:a16="http://schemas.microsoft.com/office/drawing/2014/main" id="{71A04AE4-883C-477C-B9EE-329A0F6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4" name="line-336">
            <a:extLst xmlns:a="http://schemas.openxmlformats.org/drawingml/2006/main">
              <a:ext uri="{FF2B5EF4-FFF2-40B4-BE49-F238E27FC236}">
                <a16:creationId xmlns:a16="http://schemas.microsoft.com/office/drawing/2014/main" id="{F4559EAD-0613-4E21-9586-C99DF0EE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581900"/>
            <a:ext cx="676275" cy="95"/>
          </a:xfrm>
          <a:custGeom xmlns:a="http://schemas.openxmlformats.org/drawingml/2006/main">
            <a:pathLst>
              <a:path w="676275" h="9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5" name="line-337">
            <a:extLst xmlns:a="http://schemas.openxmlformats.org/drawingml/2006/main">
              <a:ext uri="{FF2B5EF4-FFF2-40B4-BE49-F238E27FC236}">
                <a16:creationId xmlns:a16="http://schemas.microsoft.com/office/drawing/2014/main" id="{379F54C8-3E0D-4FA2-BDE0-F3528656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5819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6" name="line-338">
            <a:extLst xmlns:a="http://schemas.openxmlformats.org/drawingml/2006/main">
              <a:ext uri="{FF2B5EF4-FFF2-40B4-BE49-F238E27FC236}">
                <a16:creationId xmlns:a16="http://schemas.microsoft.com/office/drawing/2014/main" id="{A89BD2B4-4F47-4B68-939F-ED0DC94A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0736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7" name="line-339">
            <a:extLst xmlns:a="http://schemas.openxmlformats.org/drawingml/2006/main">
              <a:ext uri="{FF2B5EF4-FFF2-40B4-BE49-F238E27FC236}">
                <a16:creationId xmlns:a16="http://schemas.microsoft.com/office/drawing/2014/main" id="{6E376D02-ECFB-4D11-8938-D875F610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76561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8" name="softmax(Qᴾ Kᴾᵀ / √d)">
            <a:extLst xmlns:a="http://schemas.openxmlformats.org/drawingml/2006/main">
              <a:ext uri="{FF2B5EF4-FFF2-40B4-BE49-F238E27FC236}">
                <a16:creationId xmlns:a16="http://schemas.microsoft.com/office/drawing/2014/main" id="{3A7DFB7C-695A-41D4-A3A6-010E054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8353425"/>
            <a:ext cx="2676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2383">
            <a:solidFill>
              <a:srgbClr val="467760"/>
            </a:solidFill>
            <a:prstDash val="solid"/>
          </a:ln>
        </p:spPr>
      </p:sp>
      <p:sp>
        <p:nvSpPr>
          <p:cNvPr id="779" name="softmax(Qᴾ Kᴾᵀ / √d)">
            <a:extLst xmlns:a="http://schemas.openxmlformats.org/drawingml/2006/main">
              <a:ext uri="{FF2B5EF4-FFF2-40B4-BE49-F238E27FC236}">
                <a16:creationId xmlns:a16="http://schemas.microsoft.com/office/drawing/2014/main" id="{670670F8-828E-4850-BEC4-FCCA56FE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8372475"/>
            <a:ext cx="2600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softmax(Qᴾ Kᴾᵀ / √d)</a:t>
            </a:r>
          </a:p>
        </p:txBody>
      </p:sp>
      <p:sp>
        <p:nvSpPr>
          <p:cNvPr id="780" name="line-340">
            <a:extLst xmlns:a="http://schemas.openxmlformats.org/drawingml/2006/main">
              <a:ext uri="{FF2B5EF4-FFF2-40B4-BE49-F238E27FC236}">
                <a16:creationId xmlns:a16="http://schemas.microsoft.com/office/drawing/2014/main" id="{62F70486-F86A-49A2-923D-6E2F915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8058150"/>
            <a:ext cx="476250" cy="95"/>
          </a:xfrm>
          <a:custGeom xmlns:a="http://schemas.openxmlformats.org/drawingml/2006/main">
            <a:pathLst>
              <a:path w="476250" h="95">
                <a:moveTo>
                  <a:pt x="476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1" name="line-341">
            <a:extLst xmlns:a="http://schemas.openxmlformats.org/drawingml/2006/main">
              <a:ext uri="{FF2B5EF4-FFF2-40B4-BE49-F238E27FC236}">
                <a16:creationId xmlns:a16="http://schemas.microsoft.com/office/drawing/2014/main" id="{AB3FE489-C01C-485C-BD12-2AC262E1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8058150"/>
            <a:ext cx="95" cy="495300"/>
          </a:xfrm>
          <a:custGeom xmlns:a="http://schemas.openxmlformats.org/drawingml/2006/main">
            <a:pathLst>
              <a:path w="9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2" name="line-342">
            <a:extLst xmlns:a="http://schemas.openxmlformats.org/drawingml/2006/main">
              <a:ext uri="{FF2B5EF4-FFF2-40B4-BE49-F238E27FC236}">
                <a16:creationId xmlns:a16="http://schemas.microsoft.com/office/drawing/2014/main" id="{027AFA0D-1249-4B7B-A968-7171EA62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8553450"/>
            <a:ext cx="333375" cy="95"/>
          </a:xfrm>
          <a:custGeom xmlns:a="http://schemas.openxmlformats.org/drawingml/2006/main"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3" name="line-343">
            <a:extLst xmlns:a="http://schemas.openxmlformats.org/drawingml/2006/main">
              <a:ext uri="{FF2B5EF4-FFF2-40B4-BE49-F238E27FC236}">
                <a16:creationId xmlns:a16="http://schemas.microsoft.com/office/drawing/2014/main" id="{10F1AACC-3CC6-4AEB-87C0-52CCEEBE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185" y="85534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4" name="line-344">
            <a:extLst xmlns:a="http://schemas.openxmlformats.org/drawingml/2006/main">
              <a:ext uri="{FF2B5EF4-FFF2-40B4-BE49-F238E27FC236}">
                <a16:creationId xmlns:a16="http://schemas.microsoft.com/office/drawing/2014/main" id="{977651D2-2FFD-4C97-A645-AEA9EB6D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185" y="85226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5" name="line-345">
            <a:extLst xmlns:a="http://schemas.openxmlformats.org/drawingml/2006/main">
              <a:ext uri="{FF2B5EF4-FFF2-40B4-BE49-F238E27FC236}">
                <a16:creationId xmlns:a16="http://schemas.microsoft.com/office/drawing/2014/main" id="{B30A8A3B-79A7-40ED-A102-81D6A0E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058150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6" name="line-346">
            <a:extLst xmlns:a="http://schemas.openxmlformats.org/drawingml/2006/main">
              <a:ext uri="{FF2B5EF4-FFF2-40B4-BE49-F238E27FC236}">
                <a16:creationId xmlns:a16="http://schemas.microsoft.com/office/drawing/2014/main" id="{D216A3D1-2EAB-4143-8455-16E0B8E4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2936" y="829428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7" name="line-347">
            <a:extLst xmlns:a="http://schemas.openxmlformats.org/drawingml/2006/main">
              <a:ext uri="{FF2B5EF4-FFF2-40B4-BE49-F238E27FC236}">
                <a16:creationId xmlns:a16="http://schemas.microsoft.com/office/drawing/2014/main" id="{4ACDB98B-F66D-4940-98B0-D68AA260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29428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8" name="line-348">
            <a:extLst xmlns:a="http://schemas.openxmlformats.org/drawingml/2006/main">
              <a:ext uri="{FF2B5EF4-FFF2-40B4-BE49-F238E27FC236}">
                <a16:creationId xmlns:a16="http://schemas.microsoft.com/office/drawing/2014/main" id="{28DA968D-43CC-444F-AE03-63C1D20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763000"/>
            <a:ext cx="95" cy="238125"/>
          </a:xfrm>
          <a:custGeom xmlns:a="http://schemas.openxmlformats.org/drawingml/2006/main"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89" name="line-349">
            <a:extLst xmlns:a="http://schemas.openxmlformats.org/drawingml/2006/main">
              <a:ext uri="{FF2B5EF4-FFF2-40B4-BE49-F238E27FC236}">
                <a16:creationId xmlns:a16="http://schemas.microsoft.com/office/drawing/2014/main" id="{08BECEEA-A84E-494E-BF14-6F9CB37F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8561" y="894198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90" name="line-350">
            <a:extLst xmlns:a="http://schemas.openxmlformats.org/drawingml/2006/main">
              <a:ext uri="{FF2B5EF4-FFF2-40B4-BE49-F238E27FC236}">
                <a16:creationId xmlns:a16="http://schemas.microsoft.com/office/drawing/2014/main" id="{6F2FF4DD-A010-4DB6-94FC-2B037328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94198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791" name="vector-0-0">
            <a:extLst xmlns:a="http://schemas.openxmlformats.org/drawingml/2006/main">
              <a:ext uri="{FF2B5EF4-FFF2-40B4-BE49-F238E27FC236}">
                <a16:creationId xmlns:a16="http://schemas.microsoft.com/office/drawing/2014/main" id="{611A125F-4AB9-4FA7-B405-CB0D4593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2" name="vector-0-1">
            <a:extLst xmlns:a="http://schemas.openxmlformats.org/drawingml/2006/main">
              <a:ext uri="{FF2B5EF4-FFF2-40B4-BE49-F238E27FC236}">
                <a16:creationId xmlns:a16="http://schemas.microsoft.com/office/drawing/2014/main" id="{53A2C325-9BC2-42FB-9D40-F1871C1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3" name="vector-0-2">
            <a:extLst xmlns:a="http://schemas.openxmlformats.org/drawingml/2006/main">
              <a:ext uri="{FF2B5EF4-FFF2-40B4-BE49-F238E27FC236}">
                <a16:creationId xmlns:a16="http://schemas.microsoft.com/office/drawing/2014/main" id="{4728ABCE-FFC3-45F9-973C-B238F371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4" name="vector-0-3">
            <a:extLst xmlns:a="http://schemas.openxmlformats.org/drawingml/2006/main">
              <a:ext uri="{FF2B5EF4-FFF2-40B4-BE49-F238E27FC236}">
                <a16:creationId xmlns:a16="http://schemas.microsoft.com/office/drawing/2014/main" id="{C4F661CB-647D-4369-9F45-1A8DAAC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5" name="vector-0-4">
            <a:extLst xmlns:a="http://schemas.openxmlformats.org/drawingml/2006/main">
              <a:ext uri="{FF2B5EF4-FFF2-40B4-BE49-F238E27FC236}">
                <a16:creationId xmlns:a16="http://schemas.microsoft.com/office/drawing/2014/main" id="{5D8995A0-4318-4143-9E4D-FDAE91A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6" name="vector-0-5">
            <a:extLst xmlns:a="http://schemas.openxmlformats.org/drawingml/2006/main">
              <a:ext uri="{FF2B5EF4-FFF2-40B4-BE49-F238E27FC236}">
                <a16:creationId xmlns:a16="http://schemas.microsoft.com/office/drawing/2014/main" id="{95F66708-3D00-4368-A3DB-392A74F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7" name="vector-0-6">
            <a:extLst xmlns:a="http://schemas.openxmlformats.org/drawingml/2006/main">
              <a:ext uri="{FF2B5EF4-FFF2-40B4-BE49-F238E27FC236}">
                <a16:creationId xmlns:a16="http://schemas.microsoft.com/office/drawing/2014/main" id="{FB8FD2F0-3AF5-4A51-AF98-3DAFC6CF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8" name="vector-0-7">
            <a:extLst xmlns:a="http://schemas.openxmlformats.org/drawingml/2006/main">
              <a:ext uri="{FF2B5EF4-FFF2-40B4-BE49-F238E27FC236}">
                <a16:creationId xmlns:a16="http://schemas.microsoft.com/office/drawing/2014/main" id="{9550C5FC-7DAB-4632-99F4-90CCB79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9" name="vector-0-8">
            <a:extLst xmlns:a="http://schemas.openxmlformats.org/drawingml/2006/main">
              <a:ext uri="{FF2B5EF4-FFF2-40B4-BE49-F238E27FC236}">
                <a16:creationId xmlns:a16="http://schemas.microsoft.com/office/drawing/2014/main" id="{45E9A853-1E2B-46FA-8A7E-19B250F1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0" name="vector-0-9">
            <a:extLst xmlns:a="http://schemas.openxmlformats.org/drawingml/2006/main">
              <a:ext uri="{FF2B5EF4-FFF2-40B4-BE49-F238E27FC236}">
                <a16:creationId xmlns:a16="http://schemas.microsoft.com/office/drawing/2014/main" id="{3CB8795E-F524-490F-9E91-110A64F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1" name="vector-0-10">
            <a:extLst xmlns:a="http://schemas.openxmlformats.org/drawingml/2006/main">
              <a:ext uri="{FF2B5EF4-FFF2-40B4-BE49-F238E27FC236}">
                <a16:creationId xmlns:a16="http://schemas.microsoft.com/office/drawing/2014/main" id="{66E78890-57A4-4C14-AABC-CE1CCE6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2" name="vector-0-11">
            <a:extLst xmlns:a="http://schemas.openxmlformats.org/drawingml/2006/main">
              <a:ext uri="{FF2B5EF4-FFF2-40B4-BE49-F238E27FC236}">
                <a16:creationId xmlns:a16="http://schemas.microsoft.com/office/drawing/2014/main" id="{196174E0-7958-4A00-850C-12FC26A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3" name="vector-0-12">
            <a:extLst xmlns:a="http://schemas.openxmlformats.org/drawingml/2006/main">
              <a:ext uri="{FF2B5EF4-FFF2-40B4-BE49-F238E27FC236}">
                <a16:creationId xmlns:a16="http://schemas.microsoft.com/office/drawing/2014/main" id="{FD436EE4-5498-4807-9956-97DE027B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4" name="vector-0-13">
            <a:extLst xmlns:a="http://schemas.openxmlformats.org/drawingml/2006/main">
              <a:ext uri="{FF2B5EF4-FFF2-40B4-BE49-F238E27FC236}">
                <a16:creationId xmlns:a16="http://schemas.microsoft.com/office/drawing/2014/main" id="{F619E0D9-B4CD-4C6D-8DFA-4A2EC4D2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5" name="vector-0-14">
            <a:extLst xmlns:a="http://schemas.openxmlformats.org/drawingml/2006/main">
              <a:ext uri="{FF2B5EF4-FFF2-40B4-BE49-F238E27FC236}">
                <a16:creationId xmlns:a16="http://schemas.microsoft.com/office/drawing/2014/main" id="{EEDBF091-6BF9-43EC-8C8F-34B3726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6" name="vector-0-15">
            <a:extLst xmlns:a="http://schemas.openxmlformats.org/drawingml/2006/main">
              <a:ext uri="{FF2B5EF4-FFF2-40B4-BE49-F238E27FC236}">
                <a16:creationId xmlns:a16="http://schemas.microsoft.com/office/drawing/2014/main" id="{C19C476E-5688-41F7-B2C6-412E012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9001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7" name="shape-351">
            <a:extLst xmlns:a="http://schemas.openxmlformats.org/drawingml/2006/main">
              <a:ext uri="{FF2B5EF4-FFF2-40B4-BE49-F238E27FC236}">
                <a16:creationId xmlns:a16="http://schemas.microsoft.com/office/drawing/2014/main" id="{A4CCEF88-9580-40E1-A365-173C1D7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9001125"/>
            <a:ext cx="1981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08" name="Pattern weights">
            <a:extLst xmlns:a="http://schemas.openxmlformats.org/drawingml/2006/main">
              <a:ext uri="{FF2B5EF4-FFF2-40B4-BE49-F238E27FC236}">
                <a16:creationId xmlns:a16="http://schemas.microsoft.com/office/drawing/2014/main" id="{808ADB5C-DA04-4FBC-ABBE-3EFA804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9210675"/>
            <a:ext cx="2257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Pattern weights</a:t>
            </a:r>
          </a:p>
        </p:txBody>
      </p:sp>
      <p:sp>
        <p:nvSpPr>
          <p:cNvPr id="809" name="operator-×">
            <a:extLst xmlns:a="http://schemas.openxmlformats.org/drawingml/2006/main">
              <a:ext uri="{FF2B5EF4-FFF2-40B4-BE49-F238E27FC236}">
                <a16:creationId xmlns:a16="http://schemas.microsoft.com/office/drawing/2014/main" id="{320C8840-655A-405C-A0EF-B10247DE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895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810" name="×">
            <a:extLst xmlns:a="http://schemas.openxmlformats.org/drawingml/2006/main">
              <a:ext uri="{FF2B5EF4-FFF2-40B4-BE49-F238E27FC236}">
                <a16:creationId xmlns:a16="http://schemas.microsoft.com/office/drawing/2014/main" id="{EA1D550F-2FD1-4D63-B8AD-EA85391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895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811" name="line-352">
            <a:extLst xmlns:a="http://schemas.openxmlformats.org/drawingml/2006/main">
              <a:ext uri="{FF2B5EF4-FFF2-40B4-BE49-F238E27FC236}">
                <a16:creationId xmlns:a16="http://schemas.microsoft.com/office/drawing/2014/main" id="{C1722268-7870-42CB-BCB9-CA277A2B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067800"/>
            <a:ext cx="581025" cy="95"/>
          </a:xfrm>
          <a:custGeom xmlns:a="http://schemas.openxmlformats.org/drawingml/2006/main">
            <a:pathLst>
              <a:path w="581025" h="9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812" name="line-353">
            <a:extLst xmlns:a="http://schemas.openxmlformats.org/drawingml/2006/main">
              <a:ext uri="{FF2B5EF4-FFF2-40B4-BE49-F238E27FC236}">
                <a16:creationId xmlns:a16="http://schemas.microsoft.com/office/drawing/2014/main" id="{5C8EBFBD-A127-4E1E-B9CA-D0A8B7EB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1810" y="90678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813" name="line-354">
            <a:extLst xmlns:a="http://schemas.openxmlformats.org/drawingml/2006/main">
              <a:ext uri="{FF2B5EF4-FFF2-40B4-BE49-F238E27FC236}">
                <a16:creationId xmlns:a16="http://schemas.microsoft.com/office/drawing/2014/main" id="{FEE662AD-70F0-4E80-9C27-CCEE03F0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1810" y="90370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814" name="line-355">
            <a:extLst xmlns:a="http://schemas.openxmlformats.org/drawingml/2006/main">
              <a:ext uri="{FF2B5EF4-FFF2-40B4-BE49-F238E27FC236}">
                <a16:creationId xmlns:a16="http://schemas.microsoft.com/office/drawing/2014/main" id="{800C64F8-C91E-4A82-8878-742454A3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1525" y="8058150"/>
            <a:ext cx="95" cy="1009650"/>
          </a:xfrm>
          <a:custGeom xmlns:a="http://schemas.openxmlformats.org/drawingml/2006/main">
            <a:pathLst>
              <a:path w="9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815" name="line-356">
            <a:extLst xmlns:a="http://schemas.openxmlformats.org/drawingml/2006/main">
              <a:ext uri="{FF2B5EF4-FFF2-40B4-BE49-F238E27FC236}">
                <a16:creationId xmlns:a16="http://schemas.microsoft.com/office/drawing/2014/main" id="{9F4724EE-0F87-4312-9AA9-3C8F166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9067800"/>
            <a:ext cx="542925" cy="95"/>
          </a:xfrm>
          <a:custGeom xmlns:a="http://schemas.openxmlformats.org/drawingml/2006/main">
            <a:pathLst>
              <a:path w="542925" h="95">
                <a:moveTo>
                  <a:pt x="542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816" name="line-357">
            <a:extLst xmlns:a="http://schemas.openxmlformats.org/drawingml/2006/main">
              <a:ext uri="{FF2B5EF4-FFF2-40B4-BE49-F238E27FC236}">
                <a16:creationId xmlns:a16="http://schemas.microsoft.com/office/drawing/2014/main" id="{2AA9BB2F-D5B8-47E1-84EE-699202C0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90370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817" name="line-358">
            <a:extLst xmlns:a="http://schemas.openxmlformats.org/drawingml/2006/main">
              <a:ext uri="{FF2B5EF4-FFF2-40B4-BE49-F238E27FC236}">
                <a16:creationId xmlns:a16="http://schemas.microsoft.com/office/drawing/2014/main" id="{ED0FA1D0-E64B-423B-835E-597F78D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90678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818" name="line-359">
            <a:extLst xmlns:a="http://schemas.openxmlformats.org/drawingml/2006/main">
              <a:ext uri="{FF2B5EF4-FFF2-40B4-BE49-F238E27FC236}">
                <a16:creationId xmlns:a16="http://schemas.microsoft.com/office/drawing/2014/main" id="{7D884439-DCE8-4D8E-A88E-9A7154E7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4775" y="9191625"/>
            <a:ext cx="95" cy="304800"/>
          </a:xfrm>
          <a:custGeom xmlns:a="http://schemas.openxmlformats.org/drawingml/2006/main"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819" name="line-360">
            <a:extLst xmlns:a="http://schemas.openxmlformats.org/drawingml/2006/main">
              <a:ext uri="{FF2B5EF4-FFF2-40B4-BE49-F238E27FC236}">
                <a16:creationId xmlns:a16="http://schemas.microsoft.com/office/drawing/2014/main" id="{047F8FDF-8123-4A89-AFE2-A6CD757F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496425"/>
            <a:ext cx="952500" cy="95"/>
          </a:xfrm>
          <a:custGeom xmlns:a="http://schemas.openxmlformats.org/drawingml/2006/main">
            <a:pathLst>
              <a:path w="952500" h="9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820" name="line-361">
            <a:extLst xmlns:a="http://schemas.openxmlformats.org/drawingml/2006/main">
              <a:ext uri="{FF2B5EF4-FFF2-40B4-BE49-F238E27FC236}">
                <a16:creationId xmlns:a16="http://schemas.microsoft.com/office/drawing/2014/main" id="{CCBFB46C-C781-4931-926F-F4BD6182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496425"/>
            <a:ext cx="95" cy="495300"/>
          </a:xfrm>
          <a:custGeom xmlns:a="http://schemas.openxmlformats.org/drawingml/2006/main">
            <a:pathLst>
              <a:path w="9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821" name="line-362">
            <a:extLst xmlns:a="http://schemas.openxmlformats.org/drawingml/2006/main">
              <a:ext uri="{FF2B5EF4-FFF2-40B4-BE49-F238E27FC236}">
                <a16:creationId xmlns:a16="http://schemas.microsoft.com/office/drawing/2014/main" id="{78AFBF49-97FA-4EB6-87C3-AF225CE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86" y="993258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822" name="line-363">
            <a:extLst xmlns:a="http://schemas.openxmlformats.org/drawingml/2006/main">
              <a:ext uri="{FF2B5EF4-FFF2-40B4-BE49-F238E27FC236}">
                <a16:creationId xmlns:a16="http://schemas.microsoft.com/office/drawing/2014/main" id="{A408A0A3-83B5-4314-9E24-E117612C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93258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823" name="Cᴾ">
            <a:extLst xmlns:a="http://schemas.openxmlformats.org/drawingml/2006/main">
              <a:ext uri="{FF2B5EF4-FFF2-40B4-BE49-F238E27FC236}">
                <a16:creationId xmlns:a16="http://schemas.microsoft.com/office/drawing/2014/main" id="{EEA76D98-EEC4-4003-92DB-123435D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93345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Cᴾ</a:t>
            </a:r>
          </a:p>
        </p:txBody>
      </p:sp>
      <p:sp>
        <p:nvSpPr>
          <p:cNvPr id="824" name="Qᴳ">
            <a:extLst xmlns:a="http://schemas.openxmlformats.org/drawingml/2006/main">
              <a:ext uri="{FF2B5EF4-FFF2-40B4-BE49-F238E27FC236}">
                <a16:creationId xmlns:a16="http://schemas.microsoft.com/office/drawing/2014/main" id="{4F616427-3D9B-44A1-A49D-D902D0C4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9686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Qᴳ</a:t>
            </a:r>
          </a:p>
        </p:txBody>
      </p:sp>
      <p:sp>
        <p:nvSpPr>
          <p:cNvPr id="825" name="Kᴳ">
            <a:extLst xmlns:a="http://schemas.openxmlformats.org/drawingml/2006/main">
              <a:ext uri="{FF2B5EF4-FFF2-40B4-BE49-F238E27FC236}">
                <a16:creationId xmlns:a16="http://schemas.microsoft.com/office/drawing/2014/main" id="{4765A0FC-A9B6-4A76-AB2D-5D9AA33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686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Kᴳ</a:t>
            </a:r>
          </a:p>
        </p:txBody>
      </p:sp>
      <p:sp>
        <p:nvSpPr>
          <p:cNvPr id="826" name="K̃ᴳ">
            <a:extLst xmlns:a="http://schemas.openxmlformats.org/drawingml/2006/main">
              <a:ext uri="{FF2B5EF4-FFF2-40B4-BE49-F238E27FC236}">
                <a16:creationId xmlns:a16="http://schemas.microsoft.com/office/drawing/2014/main" id="{4A62A81C-DD05-4983-9110-7673D6F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25" y="9686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K̃ᴳ</a:t>
            </a:r>
          </a:p>
        </p:txBody>
      </p:sp>
      <p:sp>
        <p:nvSpPr>
          <p:cNvPr id="827" name="Vᴳ">
            <a:extLst xmlns:a="http://schemas.openxmlformats.org/drawingml/2006/main">
              <a:ext uri="{FF2B5EF4-FFF2-40B4-BE49-F238E27FC236}">
                <a16:creationId xmlns:a16="http://schemas.microsoft.com/office/drawing/2014/main" id="{19561A09-728F-478D-AB2B-981F019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9686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Vᴳ</a:t>
            </a:r>
          </a:p>
        </p:txBody>
      </p:sp>
      <p:sp>
        <p:nvSpPr>
          <p:cNvPr id="828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B6DDF2FA-F2EE-4481-BD86-5B84BAF2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29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0B9F1F33-4BB8-47F0-907E-61F4B9C5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0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CA71DD20-75C8-4A6C-84D6-43353DB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1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BF8AA52F-F3F7-4A9C-9750-5DF7C49F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2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D359716D-3D19-44F5-A584-3308BD8B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3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A7F49A60-ACFC-4982-A06F-8551C25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4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672D52A3-769D-4D19-BE07-EE731147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5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38B01A66-3794-49EC-8726-E87C21C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6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A18DCF5F-1AA0-4074-9D45-70EF12A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7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9698B130-11C9-4941-9F77-356715D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8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8C91F187-7EB8-480C-9A0B-822EEAA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9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7F4EF3CD-DFF8-43C4-AD9C-71D02ABD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0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0CCFBE22-3707-45F1-8CDF-020D727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1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57772AFA-2CE4-4360-9507-D7DA7798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2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086E4D7E-F88E-43F9-9B88-C2D2BC3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3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93558AA7-E578-4476-9979-F370D62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4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B2816845-7FE7-4E21-BA35-52EDA75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5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2C68BAEF-1CFB-4B98-AB8C-0C0592A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6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772E7BA9-BB2E-4C37-B154-683F6E40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7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A46F29DA-6FAE-4B29-823E-D1068BB1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8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2EAD1C2F-67CE-494F-88BF-9421788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9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D35DBA91-9BEC-47E5-842A-82CC0AC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0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93B17363-04F4-4E98-8B87-6BF1A7DD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1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997FCEEA-E022-4339-A816-9F767BD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2" name="shape-364">
            <a:extLst xmlns:a="http://schemas.openxmlformats.org/drawingml/2006/main">
              <a:ext uri="{FF2B5EF4-FFF2-40B4-BE49-F238E27FC236}">
                <a16:creationId xmlns:a16="http://schemas.microsoft.com/office/drawing/2014/main" id="{1A2EDEE5-EA75-418E-92AD-7A68CFE2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0058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53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3F95FEA4-2C04-4CFA-A38C-F963473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4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B8900DF7-1BBF-4246-9A9A-F2BAA7DC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5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08454C28-7031-4788-8A4A-023C739E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6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A07A5052-9282-4E33-86C1-6233A5C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7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460CE20F-DE46-476C-807E-8787B98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8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66478E9E-8134-479A-BF70-B0890CAD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9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61E824BA-6E12-48C8-BD6A-D80F484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0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9DC3ECE9-720D-42FD-BF92-FFE4228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1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E8814D34-4910-4B9F-84C4-23F52A1C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2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1367275A-ECFF-4BA8-90D3-97E6FC53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3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6656BB1E-F717-45C4-AC64-30F6A1F4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4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523038D6-4780-471D-A768-88FC2F7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5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8F934359-0C89-44BF-951A-651C2F3A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6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2BE7D170-F04A-4670-9095-89A519A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7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10B2D6F3-82B6-4238-968F-DDB38874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8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9FB75BAE-210B-47C5-AB1C-318A0C00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9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DDC509AD-9FAB-4DD2-A648-E34D1C0A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0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8A83A695-5E90-405E-9B92-75D2219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1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50E49C10-0604-4CDE-8516-4409BEF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2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5290FAE8-48B5-4770-902C-8B20624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3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0D1934BD-431D-4E44-94A3-B5E86CE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4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042F6BE6-3265-4340-8AA0-0D09D39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5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7BEDF96F-B2B9-4DCA-AC42-73C989AF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6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17330447-7182-4FC1-A09D-904D8C8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7" name="shape-365">
            <a:extLst xmlns:a="http://schemas.openxmlformats.org/drawingml/2006/main">
              <a:ext uri="{FF2B5EF4-FFF2-40B4-BE49-F238E27FC236}">
                <a16:creationId xmlns:a16="http://schemas.microsoft.com/office/drawing/2014/main" id="{2DF7CC22-56C9-4564-86C9-C296D7D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0058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78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93FC0069-6B9C-4224-B3F1-9C21E5A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9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732186E8-F821-4EAE-85C9-ED5ACFA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0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C24A6A02-B0CC-4464-94E4-80E91CA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1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00F5CF3E-64D5-45AD-AEAB-363E23D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2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82EB1411-B0C7-447D-8DC1-772EA10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3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FBA95FCB-AD64-4A3C-A04B-0670607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4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CAA4033B-62F9-49D0-BD58-89ECF60C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5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A2D1E3BD-BDAC-4BB6-8AA0-6FE2F217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6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756F5DE3-129F-4FB0-8F27-A56FD95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7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D49B40AC-3819-48F0-967A-E8490D9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8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3BA0B90C-0CD1-4371-8729-93E838E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89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7C879E33-3BE3-4948-8D3A-91C7B50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0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2CFF871C-6D48-450A-965F-2F0C616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1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21A839AE-01C1-45B4-B821-08E18391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2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11EED588-F55F-4B76-A68F-06B03F4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3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BD464D6B-ED03-4558-B23F-9A83EF2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4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84A147A8-17A4-451E-A50D-F317966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5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D3C44DDB-9E0E-4DBF-A7AB-F5CDAE3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6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025CDCE3-D727-40D9-8E67-09722DF2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7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61E0679B-427E-4E4D-993F-DDA70CB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8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4C61D64B-CEEF-457C-BD73-B643AB93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99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D204292B-B676-4689-99D8-52BB8C0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0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558F578E-7AE8-406C-AA1B-7646E963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1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7D7B3D96-B0C4-4324-A373-D27C25B1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2" name="shape-366">
            <a:extLst xmlns:a="http://schemas.openxmlformats.org/drawingml/2006/main">
              <a:ext uri="{FF2B5EF4-FFF2-40B4-BE49-F238E27FC236}">
                <a16:creationId xmlns:a16="http://schemas.microsoft.com/office/drawing/2014/main" id="{23FC995A-4485-4AA4-A4D0-1285E8A5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0058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903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DACA7554-18CB-4E78-B8AA-34BE81B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4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99C53367-BA58-4480-B557-34E93AA9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5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4CB02C8C-82BE-49F4-A9FC-673261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6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1AF611A4-317C-431C-A826-3C536FC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7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B20FAFE0-1D32-408D-9A2A-C12AAEB5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8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3D862774-40EA-4BC5-9C80-E2819FC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1005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09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3E91D25F-3503-49A2-A431-C5EEE04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0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22C1BCAB-67C7-4E40-9EE1-57BD55F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1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4CDE06A8-DEA7-4C82-818E-824623BB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2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C4DB976C-D0E4-4995-AD34-9FAD690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3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BC190949-C5DE-4F0D-A42D-CCE0ABB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4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C56F3554-50A4-4168-8AF5-344B647E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1015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5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F5B27411-420B-479A-879A-D4DD6B9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6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1AB47262-1062-46ED-9302-00CB07FE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7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4E2B0875-222A-4460-8FB3-3DAF001B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8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4FDC8CA0-EFA0-4F52-AD13-CB10515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19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27D5CD2D-C987-41FA-A9CE-204B21E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0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EE6548A9-9AFA-444F-A40A-EB948CE1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1024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1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34CF3FAD-82D0-4619-9E20-C99711C7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2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94C92A44-B30F-4631-AB78-098C929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3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0FEA35BC-DDAE-4DA3-85C0-8C6B9E4B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4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73473004-DBBD-437D-85A9-57E1C51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5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C9769663-71EB-49D4-BE84-F2AEF90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6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A8F84C3C-B7F1-49BD-882B-69A8382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1034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27" name="shape-367">
            <a:extLst xmlns:a="http://schemas.openxmlformats.org/drawingml/2006/main">
              <a:ext uri="{FF2B5EF4-FFF2-40B4-BE49-F238E27FC236}">
                <a16:creationId xmlns:a16="http://schemas.microsoft.com/office/drawing/2014/main" id="{D081007B-3CEC-4007-B88D-41105B58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10058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928" name="operator-+">
            <a:extLst xmlns:a="http://schemas.openxmlformats.org/drawingml/2006/main">
              <a:ext uri="{FF2B5EF4-FFF2-40B4-BE49-F238E27FC236}">
                <a16:creationId xmlns:a16="http://schemas.microsoft.com/office/drawing/2014/main" id="{526705A3-B0B3-4701-8F05-F3069DE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1013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929" name="+">
            <a:extLst xmlns:a="http://schemas.openxmlformats.org/drawingml/2006/main">
              <a:ext uri="{FF2B5EF4-FFF2-40B4-BE49-F238E27FC236}">
                <a16:creationId xmlns:a16="http://schemas.microsoft.com/office/drawing/2014/main" id="{6C103F65-88D8-4067-AF9B-46C503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1013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30" name="line-368">
            <a:extLst xmlns:a="http://schemas.openxmlformats.org/drawingml/2006/main">
              <a:ext uri="{FF2B5EF4-FFF2-40B4-BE49-F238E27FC236}">
                <a16:creationId xmlns:a16="http://schemas.microsoft.com/office/drawing/2014/main" id="{D53CB5BD-9BF9-4EE0-B542-FCE2CBF8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9917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1" name="line-369">
            <a:extLst xmlns:a="http://schemas.openxmlformats.org/drawingml/2006/main">
              <a:ext uri="{FF2B5EF4-FFF2-40B4-BE49-F238E27FC236}">
                <a16:creationId xmlns:a16="http://schemas.microsoft.com/office/drawing/2014/main" id="{056B2A0E-CE52-4DEC-ABDA-3D30370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86" y="100659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2" name="line-370">
            <a:extLst xmlns:a="http://schemas.openxmlformats.org/drawingml/2006/main">
              <a:ext uri="{FF2B5EF4-FFF2-40B4-BE49-F238E27FC236}">
                <a16:creationId xmlns:a16="http://schemas.microsoft.com/office/drawing/2014/main" id="{D9EDCDA9-A119-4CB8-A2FA-205908E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100659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3" name="line-371">
            <a:extLst xmlns:a="http://schemas.openxmlformats.org/drawingml/2006/main">
              <a:ext uri="{FF2B5EF4-FFF2-40B4-BE49-F238E27FC236}">
                <a16:creationId xmlns:a16="http://schemas.microsoft.com/office/drawing/2014/main" id="{E9FB1107-900B-44CE-90D0-EE7E7FAE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0248900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934" name="line-372">
            <a:extLst xmlns:a="http://schemas.openxmlformats.org/drawingml/2006/main">
              <a:ext uri="{FF2B5EF4-FFF2-40B4-BE49-F238E27FC236}">
                <a16:creationId xmlns:a16="http://schemas.microsoft.com/office/drawing/2014/main" id="{E958F494-22E2-4265-99F6-B3B6AB51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10" y="102489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935" name="line-373">
            <a:extLst xmlns:a="http://schemas.openxmlformats.org/drawingml/2006/main">
              <a:ext uri="{FF2B5EF4-FFF2-40B4-BE49-F238E27FC236}">
                <a16:creationId xmlns:a16="http://schemas.microsoft.com/office/drawing/2014/main" id="{0C84209E-26AC-4C65-BFD6-D707022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310" y="102181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67760"/>
            </a:solidFill>
            <a:prstDash val="solid"/>
          </a:ln>
        </p:spPr>
      </p:sp>
      <p:sp>
        <p:nvSpPr>
          <p:cNvPr id="936" name="line-374">
            <a:extLst xmlns:a="http://schemas.openxmlformats.org/drawingml/2006/main">
              <a:ext uri="{FF2B5EF4-FFF2-40B4-BE49-F238E27FC236}">
                <a16:creationId xmlns:a16="http://schemas.microsoft.com/office/drawing/2014/main" id="{29B98456-2581-4F03-B0D3-2A1F5A9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10248900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7" name="line-375">
            <a:extLst xmlns:a="http://schemas.openxmlformats.org/drawingml/2006/main">
              <a:ext uri="{FF2B5EF4-FFF2-40B4-BE49-F238E27FC236}">
                <a16:creationId xmlns:a16="http://schemas.microsoft.com/office/drawing/2014/main" id="{9AF90332-3F56-4965-814B-660FE60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2235" y="1024890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8" name="line-376">
            <a:extLst xmlns:a="http://schemas.openxmlformats.org/drawingml/2006/main">
              <a:ext uri="{FF2B5EF4-FFF2-40B4-BE49-F238E27FC236}">
                <a16:creationId xmlns:a16="http://schemas.microsoft.com/office/drawing/2014/main" id="{B4977C47-8A15-4E4F-BED7-4529B38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2235" y="1021811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67760"/>
            </a:solidFill>
            <a:prstDash val="solid"/>
          </a:ln>
        </p:spPr>
      </p:sp>
      <p:sp>
        <p:nvSpPr>
          <p:cNvPr id="939" name="softmax(Qᴳ K̃ᴳᵀ / √d + Mᴳ) Vᴳ">
            <a:extLst xmlns:a="http://schemas.openxmlformats.org/drawingml/2006/main">
              <a:ext uri="{FF2B5EF4-FFF2-40B4-BE49-F238E27FC236}">
                <a16:creationId xmlns:a16="http://schemas.microsoft.com/office/drawing/2014/main" id="{F55E1B02-EDAC-4D9D-A7FD-AA45E77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0953750"/>
            <a:ext cx="4257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2383">
            <a:solidFill>
              <a:srgbClr val="467760"/>
            </a:solidFill>
            <a:prstDash val="solid"/>
          </a:ln>
        </p:spPr>
      </p:sp>
      <p:sp>
        <p:nvSpPr>
          <p:cNvPr id="940" name="softmax(Qᴳ K̃ᴳᵀ / √d + Mᴳ) Vᴳ">
            <a:extLst xmlns:a="http://schemas.openxmlformats.org/drawingml/2006/main">
              <a:ext uri="{FF2B5EF4-FFF2-40B4-BE49-F238E27FC236}">
                <a16:creationId xmlns:a16="http://schemas.microsoft.com/office/drawing/2014/main" id="{2800C649-9D14-472A-8C88-6F4E89E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0972800"/>
            <a:ext cx="4181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softmax(Qᴳ K̃ᴳᵀ / √d + Mᴳ) Vᴳ</a:t>
            </a:r>
          </a:p>
        </p:txBody>
      </p:sp>
      <p:sp>
        <p:nvSpPr>
          <p:cNvPr id="941" name="line-377">
            <a:extLst xmlns:a="http://schemas.openxmlformats.org/drawingml/2006/main">
              <a:ext uri="{FF2B5EF4-FFF2-40B4-BE49-F238E27FC236}">
                <a16:creationId xmlns:a16="http://schemas.microsoft.com/office/drawing/2014/main" id="{3FB167E7-EC9B-46FA-8FF8-CDB6ADA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439400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2" name="line-378">
            <a:extLst xmlns:a="http://schemas.openxmlformats.org/drawingml/2006/main">
              <a:ext uri="{FF2B5EF4-FFF2-40B4-BE49-F238E27FC236}">
                <a16:creationId xmlns:a16="http://schemas.microsoft.com/office/drawing/2014/main" id="{23DB9DE0-9FB4-4BEE-9E51-42B39BF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611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3" name="line-379">
            <a:extLst xmlns:a="http://schemas.openxmlformats.org/drawingml/2006/main">
              <a:ext uri="{FF2B5EF4-FFF2-40B4-BE49-F238E27FC236}">
                <a16:creationId xmlns:a16="http://schemas.microsoft.com/office/drawing/2014/main" id="{1A165A56-471A-4737-94AB-1832130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4" name="line-380">
            <a:extLst xmlns:a="http://schemas.openxmlformats.org/drawingml/2006/main">
              <a:ext uri="{FF2B5EF4-FFF2-40B4-BE49-F238E27FC236}">
                <a16:creationId xmlns:a16="http://schemas.microsoft.com/office/drawing/2014/main" id="{72DDE815-2EE6-42DE-9FF6-034A9200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439400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5" name="line-381">
            <a:extLst xmlns:a="http://schemas.openxmlformats.org/drawingml/2006/main">
              <a:ext uri="{FF2B5EF4-FFF2-40B4-BE49-F238E27FC236}">
                <a16:creationId xmlns:a16="http://schemas.microsoft.com/office/drawing/2014/main" id="{99A39E74-F0A4-463E-90E6-A5601B7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336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6" name="line-382">
            <a:extLst xmlns:a="http://schemas.openxmlformats.org/drawingml/2006/main">
              <a:ext uri="{FF2B5EF4-FFF2-40B4-BE49-F238E27FC236}">
                <a16:creationId xmlns:a16="http://schemas.microsoft.com/office/drawing/2014/main" id="{4B5EC5B8-BCFA-40DF-9458-D0BBC9C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7" name="line-383">
            <a:extLst xmlns:a="http://schemas.openxmlformats.org/drawingml/2006/main">
              <a:ext uri="{FF2B5EF4-FFF2-40B4-BE49-F238E27FC236}">
                <a16:creationId xmlns:a16="http://schemas.microsoft.com/office/drawing/2014/main" id="{C5D537FB-2650-44A4-9ABB-FF851D6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439400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8" name="line-384">
            <a:extLst xmlns:a="http://schemas.openxmlformats.org/drawingml/2006/main">
              <a:ext uri="{FF2B5EF4-FFF2-40B4-BE49-F238E27FC236}">
                <a16:creationId xmlns:a16="http://schemas.microsoft.com/office/drawing/2014/main" id="{7ADF3414-911C-4C44-928B-3DE7A20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0761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49" name="line-385">
            <a:extLst xmlns:a="http://schemas.openxmlformats.org/drawingml/2006/main">
              <a:ext uri="{FF2B5EF4-FFF2-40B4-BE49-F238E27FC236}">
                <a16:creationId xmlns:a16="http://schemas.microsoft.com/office/drawing/2014/main" id="{7B73E2DC-9764-4E16-A8DA-6F01D2A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08946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50" name="line-386">
            <a:extLst xmlns:a="http://schemas.openxmlformats.org/drawingml/2006/main">
              <a:ext uri="{FF2B5EF4-FFF2-40B4-BE49-F238E27FC236}">
                <a16:creationId xmlns:a16="http://schemas.microsoft.com/office/drawing/2014/main" id="{EB503F04-11F9-4398-8937-B0273E7C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11410950"/>
            <a:ext cx="95" cy="228600"/>
          </a:xfrm>
          <a:custGeom xmlns:a="http://schemas.openxmlformats.org/drawingml/2006/main"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51" name="line-387">
            <a:extLst xmlns:a="http://schemas.openxmlformats.org/drawingml/2006/main">
              <a:ext uri="{FF2B5EF4-FFF2-40B4-BE49-F238E27FC236}">
                <a16:creationId xmlns:a16="http://schemas.microsoft.com/office/drawing/2014/main" id="{59204607-3ECF-4ED2-AB7B-4CAB324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011" y="115804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52" name="line-388">
            <a:extLst xmlns:a="http://schemas.openxmlformats.org/drawingml/2006/main">
              <a:ext uri="{FF2B5EF4-FFF2-40B4-BE49-F238E27FC236}">
                <a16:creationId xmlns:a16="http://schemas.microsoft.com/office/drawing/2014/main" id="{C067A4B4-B325-4E55-B056-B1F75047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115804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67760"/>
            </a:solidFill>
            <a:prstDash val="solid"/>
          </a:ln>
        </p:spPr>
      </p:sp>
      <p:sp>
        <p:nvSpPr>
          <p:cNvPr id="953" name="vector-0-0">
            <a:extLst xmlns:a="http://schemas.openxmlformats.org/drawingml/2006/main">
              <a:ext uri="{FF2B5EF4-FFF2-40B4-BE49-F238E27FC236}">
                <a16:creationId xmlns:a16="http://schemas.microsoft.com/office/drawing/2014/main" id="{AD0AC871-660C-45C1-B328-38799B96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4" name="vector-0-1">
            <a:extLst xmlns:a="http://schemas.openxmlformats.org/drawingml/2006/main">
              <a:ext uri="{FF2B5EF4-FFF2-40B4-BE49-F238E27FC236}">
                <a16:creationId xmlns:a16="http://schemas.microsoft.com/office/drawing/2014/main" id="{9D3E7AED-B6DF-4689-BB29-CEF53EE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5" name="vector-0-2">
            <a:extLst xmlns:a="http://schemas.openxmlformats.org/drawingml/2006/main">
              <a:ext uri="{FF2B5EF4-FFF2-40B4-BE49-F238E27FC236}">
                <a16:creationId xmlns:a16="http://schemas.microsoft.com/office/drawing/2014/main" id="{D764613E-F296-4499-8E15-2E0FA66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6" name="vector-0-3">
            <a:extLst xmlns:a="http://schemas.openxmlformats.org/drawingml/2006/main">
              <a:ext uri="{FF2B5EF4-FFF2-40B4-BE49-F238E27FC236}">
                <a16:creationId xmlns:a16="http://schemas.microsoft.com/office/drawing/2014/main" id="{805E9C04-EC73-4096-9F90-C50633E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7" name="vector-0-4">
            <a:extLst xmlns:a="http://schemas.openxmlformats.org/drawingml/2006/main">
              <a:ext uri="{FF2B5EF4-FFF2-40B4-BE49-F238E27FC236}">
                <a16:creationId xmlns:a16="http://schemas.microsoft.com/office/drawing/2014/main" id="{5BB28D56-37FD-4E9B-8B2C-4CB4E94B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8" name="vector-0-5">
            <a:extLst xmlns:a="http://schemas.openxmlformats.org/drawingml/2006/main">
              <a:ext uri="{FF2B5EF4-FFF2-40B4-BE49-F238E27FC236}">
                <a16:creationId xmlns:a16="http://schemas.microsoft.com/office/drawing/2014/main" id="{0D79B8AC-CBAB-4717-88E4-54101F65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59" name="vector-0-6">
            <a:extLst xmlns:a="http://schemas.openxmlformats.org/drawingml/2006/main">
              <a:ext uri="{FF2B5EF4-FFF2-40B4-BE49-F238E27FC236}">
                <a16:creationId xmlns:a16="http://schemas.microsoft.com/office/drawing/2014/main" id="{DD50D5C9-59BC-4CAD-BF21-0624FA28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60" name="vector-0-7">
            <a:extLst xmlns:a="http://schemas.openxmlformats.org/drawingml/2006/main">
              <a:ext uri="{FF2B5EF4-FFF2-40B4-BE49-F238E27FC236}">
                <a16:creationId xmlns:a16="http://schemas.microsoft.com/office/drawing/2014/main" id="{AAF4A19A-6B2C-40E2-BB0F-183D372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61" name="vector-0-8">
            <a:extLst xmlns:a="http://schemas.openxmlformats.org/drawingml/2006/main">
              <a:ext uri="{FF2B5EF4-FFF2-40B4-BE49-F238E27FC236}">
                <a16:creationId xmlns:a16="http://schemas.microsoft.com/office/drawing/2014/main" id="{3287BCBC-8989-4BB5-A296-AD0928C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62" name="vector-0-9">
            <a:extLst xmlns:a="http://schemas.openxmlformats.org/drawingml/2006/main">
              <a:ext uri="{FF2B5EF4-FFF2-40B4-BE49-F238E27FC236}">
                <a16:creationId xmlns:a16="http://schemas.microsoft.com/office/drawing/2014/main" id="{3895FC35-2919-4664-9FEF-213741B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163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963" name="shape-389">
            <a:extLst xmlns:a="http://schemas.openxmlformats.org/drawingml/2006/main">
              <a:ext uri="{FF2B5EF4-FFF2-40B4-BE49-F238E27FC236}">
                <a16:creationId xmlns:a16="http://schemas.microsoft.com/office/drawing/2014/main" id="{A1612A1D-C581-4F10-91E1-45BADE5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1163955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964" name="Geographic attention output">
            <a:extLst xmlns:a="http://schemas.openxmlformats.org/drawingml/2006/main">
              <a:ext uri="{FF2B5EF4-FFF2-40B4-BE49-F238E27FC236}">
                <a16:creationId xmlns:a16="http://schemas.microsoft.com/office/drawing/2014/main" id="{2C274412-2350-4C82-A261-D65AA496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1906250"/>
            <a:ext cx="437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467760"/>
                </a:solidFill>
                <a:latin typeface="Times New Roman"/>
                <a:ea typeface="Times New Roman"/>
                <a:cs typeface="Times New Roman"/>
              </a:rPr>
              <a:t>Geographic attention output</a:t>
            </a:r>
          </a:p>
        </p:txBody>
      </p:sp>
    </p:spTree>
    <p:extLst>
      <p:ext uri="{BB962C8B-B14F-4D97-AF65-F5344CB8AC3E}">
        <p14:creationId xmlns:p14="http://schemas.microsoft.com/office/powerpoint/2010/main" val="1494954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2026-10-11T16:22:12.8860000Z</dcterms:created>
  <dcterms:modified xsi:type="dcterms:W3CDTF">2026-10-11T16:22:12.8860000Z</dcterms:modified>
</coreProperties>
</file>