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674b4bcc2684dd4" /><Relationship Type="http://schemas.openxmlformats.org/officeDocument/2006/relationships/extended-properties" Target="/docProps/app.xml" Id="Rae35edc236884d82" /><Relationship Type="http://schemas.openxmlformats.org/officeDocument/2006/relationships/officeDocument" Target="/ppt/presentation.xml" Id="R7d7f338be58448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f04c0e63a624814"/>
  </p:sldMasterIdLst>
  <p:notesMasterIdLst>
    <p:notesMasterId xmlns:r="http://schemas.openxmlformats.org/officeDocument/2006/relationships" r:id="Rb83ed25577354a48"/>
  </p:notesMasterIdLst>
  <p:sldIdLst>
    <p:sldId xmlns:r="http://schemas.openxmlformats.org/officeDocument/2006/relationships" id="256" r:id="R9454f5924d454359"/>
  </p:sldIdLst>
  <p:sldSz cx="17145000" cy="10477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1ab30645904338" /><Relationship Type="http://schemas.openxmlformats.org/officeDocument/2006/relationships/slideMaster" Target="/ppt/slideMasters/slideMaster1.xml" Id="R6f04c0e63a624814" /><Relationship Type="http://schemas.openxmlformats.org/officeDocument/2006/relationships/notesMaster" Target="/ppt/notesMasters/notesMaster1.xml" Id="Rb83ed25577354a48" /><Relationship Type="http://schemas.openxmlformats.org/officeDocument/2006/relationships/presProps" Target="/ppt/presProps.xml" Id="Refc9b5b2839c467a" /><Relationship Type="http://schemas.openxmlformats.org/officeDocument/2006/relationships/tableStyles" Target="/ppt/tableStyles.xml" Id="R8dfc805cc149476f" /><Relationship Type="http://schemas.openxmlformats.org/officeDocument/2006/relationships/slide" Target="/ppt/slides/slide1.xml" Id="R9454f5924d4543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c7ce8c6ab64d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11fc07ea1549fb" /><Relationship Type="http://schemas.openxmlformats.org/officeDocument/2006/relationships/notesMaster" Target="/ppt/notesMasters/notesMaster1.xml" Id="R7cb859387f3349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模型架构图修订 v2。中央从下到上完整展示输入、分组嵌入、位置/节点编码、五层pre-norm时空编码器、三条预测分支及报告输出。左侧(a)展开事件头：H_last依次加上历史regime embedding、包含邻域统计的precursor MLP，然后预测continue/onset、start、duration、prefix；history-end hot/cold选择发生概率。右侧(b)展开延迟条件地理注意力：历史patch与训练pattern bank分别投影为Qp/Kp/Vp，模式注意力生成C_pattern，仅加到地理K。当前图省略dropout和训练专用辅助损失。</a:t>
            </a:r>
          </a:p>
          <a:p xmlns:a="http://schemas.openxmlformats.org/drawingml/2006/main">
            <a:r>
              <a:t>图中的主模型为PHAST-DP；代码类名仍BNPDFormer。依据论文dev_xwt ffcfbb7及isaac_factory origin/dev_tyx 29655baee57b9095119589a211ae1e2113b84078。主要代码factory_bn/backbone.py与model.py；_cluster_fused、_fuse_precursor、_combine_will_logit、_remain_decode、STSelfAttention.forward。</a:t>
            </a:r>
          </a:p>
          <a:p xmlns:a="http://schemas.openxmlformats.org/drawingml/2006/main">
            <a:r>
              <a:t>颜色区分运算模块；虚线边界标识重复编码器或局部展开，虚线引出线表示对应关系。Times New Roman为用户指定。参考用户提供论文Fig.3的中央主干和局部展开层级，内容依据当前PHAST-DP实现。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a1f6b5273b41c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5f08c80b1c40a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0820bfcb9243a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bfe836af36450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98639e3a2e4f5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6c49f8a7f94f5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37B9046-9D61-4E24-A6B3-A60BA606BD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14500" y="3958167"/>
            <a:ext cx="13716000" cy="15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A53A9F4-E448-4AB3-9A01-F38E0D0ABE1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571750" y="5762625"/>
            <a:ext cx="12001500" cy="1164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C0BA5D2-30A9-4FD3-B67D-906D4B0C2F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14500" y="4365625"/>
            <a:ext cx="13716000" cy="174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90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773CCFD-FE39-475B-AA45-CB13695CB4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4406" y="814917"/>
            <a:ext cx="15216188" cy="1280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DA33652-E979-4042-8756-1356FD409EB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4406" y="2910417"/>
            <a:ext cx="15216188" cy="6519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2146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1pPr>
            <a:lvl2pPr marL="75009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2pPr>
            <a:lvl3pPr marL="117871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3pPr>
            <a:lvl4pPr marL="160734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4pPr>
            <a:lvl5pPr marL="203596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5pPr>
            <a:lvl6pPr marL="246459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6pPr>
            <a:lvl7pPr marL="289321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7pPr>
            <a:lvl8pPr marL="332184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8pPr>
            <a:lvl9pPr marL="375046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028921D-DB86-4831-97A7-E1701300EE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4406" y="814917"/>
            <a:ext cx="15216188" cy="1280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C113B07-D05C-402D-8E18-0357487A32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4406" y="2910417"/>
            <a:ext cx="7072313" cy="6519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2146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1pPr>
            <a:lvl2pPr marL="75009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2pPr>
            <a:lvl3pPr marL="117871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3pPr>
            <a:lvl4pPr marL="160734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4pPr>
            <a:lvl5pPr marL="203596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5pPr>
            <a:lvl6pPr marL="246459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6pPr>
            <a:lvl7pPr marL="289321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7pPr>
            <a:lvl8pPr marL="332184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8pPr>
            <a:lvl9pPr marL="375046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013D59A-B8F2-48FE-950E-DC5673A4D4F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108281" y="2910417"/>
            <a:ext cx="7072313" cy="6519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2146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1pPr>
            <a:lvl2pPr marL="75009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2pPr>
            <a:lvl3pPr marL="117871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3pPr>
            <a:lvl4pPr marL="160734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4pPr>
            <a:lvl5pPr marL="203596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5pPr>
            <a:lvl6pPr marL="246459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6pPr>
            <a:lvl7pPr marL="289321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7pPr>
            <a:lvl8pPr marL="332184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8pPr>
            <a:lvl9pPr marL="375046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2226F30-D761-466C-B35B-B77BE2C05C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4406" y="814917"/>
            <a:ext cx="15216188" cy="1280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8E49B58-1D0B-4AD3-8EC8-6BA13029306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4406" y="2910417"/>
            <a:ext cx="7072313" cy="6519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2146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1pPr>
            <a:lvl2pPr marL="75009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2pPr>
            <a:lvl3pPr marL="117871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3pPr>
            <a:lvl4pPr marL="160734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4pPr>
            <a:lvl5pPr marL="203596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5pPr>
            <a:lvl6pPr marL="246459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6pPr>
            <a:lvl7pPr marL="289321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7pPr>
            <a:lvl8pPr marL="332184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8pPr>
            <a:lvl9pPr marL="375046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0d5141bbe294421" /><Relationship Type="http://schemas.openxmlformats.org/officeDocument/2006/relationships/slideLayout" Target="/ppt/slideLayouts/slideLayout1.xml" Id="R94beb02e5f7a4f35" /><Relationship Type="http://schemas.openxmlformats.org/officeDocument/2006/relationships/slideLayout" Target="/ppt/slideLayouts/slideLayout2.xml" Id="Rd9bfccd0a2974022" /><Relationship Type="http://schemas.openxmlformats.org/officeDocument/2006/relationships/slideLayout" Target="/ppt/slideLayouts/slideLayout3.xml" Id="Rbd4e86de3e6c4c15" /><Relationship Type="http://schemas.openxmlformats.org/officeDocument/2006/relationships/slideLayout" Target="/ppt/slideLayouts/slideLayout4.xml" Id="R7220b7539df64c23" /><Relationship Type="http://schemas.openxmlformats.org/officeDocument/2006/relationships/slideLayout" Target="/ppt/slideLayouts/slideLayout5.xml" Id="Rc1207047c5734bec" /><Relationship Type="http://schemas.openxmlformats.org/officeDocument/2006/relationships/slideLayout" Target="/ppt/slideLayouts/slideLayout6.xml" Id="Rbb094955aac440e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beb02e5f7a4f35"/>
    <p:sldLayoutId xmlns:r="http://schemas.openxmlformats.org/officeDocument/2006/relationships" id="2147483650" r:id="Rd9bfccd0a2974022"/>
    <p:sldLayoutId xmlns:r="http://schemas.openxmlformats.org/officeDocument/2006/relationships" id="2147483651" r:id="Rbd4e86de3e6c4c15"/>
    <p:sldLayoutId xmlns:r="http://schemas.openxmlformats.org/officeDocument/2006/relationships" id="2147483652" r:id="R7220b7539df64c23"/>
    <p:sldLayoutId xmlns:r="http://schemas.openxmlformats.org/officeDocument/2006/relationships" id="2147483653" r:id="Rc1207047c5734bec"/>
    <p:sldLayoutId xmlns:r="http://schemas.openxmlformats.org/officeDocument/2006/relationships" id="2147483654" r:id="Rbb094955aac440e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9dc1ba3f0546a6" /><Relationship Type="http://schemas.openxmlformats.org/officeDocument/2006/relationships/notesSlide" Target="/ppt/notesSlides/notesSlide1.xml" Id="Rf1531b210998492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3" name="PHAST-DP">
            <a:extLst xmlns:a="http://schemas.openxmlformats.org/drawingml/2006/main">
              <a:ext uri="{FF2B5EF4-FFF2-40B4-BE49-F238E27FC236}">
                <a16:creationId xmlns:a16="http://schemas.microsoft.com/office/drawing/2014/main" id="{487B0E10-4013-4B52-B46A-ABCBDCC4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95250"/>
            <a:ext cx="3295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25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25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PHAST-DP</a:t>
            </a:r>
          </a:p>
        </p:txBody>
      </p:sp>
      <p:sp>
        <p:nvSpPr>
          <p:cNvPr id="2" name="Resource, onset, duration, cause and remaining order time">
            <a:extLst xmlns:a="http://schemas.openxmlformats.org/drawingml/2006/main">
              <a:ext uri="{FF2B5EF4-FFF2-40B4-BE49-F238E27FC236}">
                <a16:creationId xmlns:a16="http://schemas.microsoft.com/office/drawing/2014/main" id="{DB9255DC-DB98-40A6-880A-9C5AED24B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95300"/>
            <a:ext cx="59721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Resource, onset, duration, cause and remaining order time</a:t>
            </a:r>
          </a:p>
        </p:txBody>
      </p:sp>
      <p:sp>
        <p:nvSpPr>
          <p:cNvPr id="3" name="Event decoding and report assembly">
            <a:extLst xmlns:a="http://schemas.openxmlformats.org/drawingml/2006/main">
              <a:ext uri="{FF2B5EF4-FFF2-40B4-BE49-F238E27FC236}">
                <a16:creationId xmlns:a16="http://schemas.microsoft.com/office/drawing/2014/main" id="{FF31E18E-ED23-462C-AF58-DB335DC98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028700"/>
            <a:ext cx="3562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3E6"/>
          </a:solidFill>
          <a:ln xmlns:a="http://schemas.openxmlformats.org/drawingml/2006/main" w="12383">
            <a:solidFill>
              <a:srgbClr val="202A39"/>
            </a:solidFill>
            <a:prstDash val="solid"/>
          </a:ln>
        </p:spPr>
      </p:sp>
      <p:sp>
        <p:nvSpPr>
          <p:cNvPr id="4" name="Event decoding and report assembly">
            <a:extLst xmlns:a="http://schemas.openxmlformats.org/drawingml/2006/main">
              <a:ext uri="{FF2B5EF4-FFF2-40B4-BE49-F238E27FC236}">
                <a16:creationId xmlns:a16="http://schemas.microsoft.com/office/drawing/2014/main" id="{B3A3C3C3-CEAC-4B9C-BA10-6186EC30A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1047750"/>
            <a:ext cx="3486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72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Event decoding and report assembly</a:t>
            </a:r>
          </a:p>
        </p:txBody>
      </p:sp>
      <p:sp>
        <p:nvSpPr>
          <p:cNvPr id="5" name="line-1">
            <a:extLst xmlns:a="http://schemas.openxmlformats.org/drawingml/2006/main">
              <a:ext uri="{FF2B5EF4-FFF2-40B4-BE49-F238E27FC236}">
                <a16:creationId xmlns:a16="http://schemas.microsoft.com/office/drawing/2014/main" id="{4B335FA6-83FF-47B2-A5E0-7044AE14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838200"/>
            <a:ext cx="95" cy="190500"/>
          </a:xfrm>
          <a:custGeom xmlns:a="http://schemas.openxmlformats.org/drawingml/2006/main">
            <a:pathLst>
              <a:path w="95" h="190500">
                <a:moveTo>
                  <a:pt x="0" y="1905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6" name="line-2">
            <a:extLst xmlns:a="http://schemas.openxmlformats.org/drawingml/2006/main">
              <a:ext uri="{FF2B5EF4-FFF2-40B4-BE49-F238E27FC236}">
                <a16:creationId xmlns:a16="http://schemas.microsoft.com/office/drawing/2014/main" id="{EE58908D-6ED2-4AE7-B4CC-81FE81F6A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838200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7" name="line-3">
            <a:extLst xmlns:a="http://schemas.openxmlformats.org/drawingml/2006/main">
              <a:ext uri="{FF2B5EF4-FFF2-40B4-BE49-F238E27FC236}">
                <a16:creationId xmlns:a16="http://schemas.microsoft.com/office/drawing/2014/main" id="{989E8A8A-429D-447A-A2C3-F225A2AA2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711" y="838200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8" name="line-4">
            <a:extLst xmlns:a="http://schemas.openxmlformats.org/drawingml/2006/main">
              <a:ext uri="{FF2B5EF4-FFF2-40B4-BE49-F238E27FC236}">
                <a16:creationId xmlns:a16="http://schemas.microsoft.com/office/drawing/2014/main" id="{BCB6A2CB-7837-4024-83A0-A72CF3EDF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724025"/>
            <a:ext cx="3924300" cy="95"/>
          </a:xfrm>
          <a:custGeom xmlns:a="http://schemas.openxmlformats.org/drawingml/2006/main">
            <a:pathLst>
              <a:path w="3924300" h="95">
                <a:moveTo>
                  <a:pt x="0" y="0"/>
                </a:moveTo>
                <a:lnTo>
                  <a:pt x="392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9" name="line-5">
            <a:extLst xmlns:a="http://schemas.openxmlformats.org/drawingml/2006/main">
              <a:ext uri="{FF2B5EF4-FFF2-40B4-BE49-F238E27FC236}">
                <a16:creationId xmlns:a16="http://schemas.microsoft.com/office/drawing/2014/main" id="{DF4EA4A1-F9CA-4A15-B10C-9927EB778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66850"/>
            <a:ext cx="95" cy="257175"/>
          </a:xfrm>
          <a:custGeom xmlns:a="http://schemas.openxmlformats.org/drawingml/2006/main">
            <a:pathLst>
              <a:path w="95" h="257175">
                <a:moveTo>
                  <a:pt x="0" y="2571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0" name="line-6">
            <a:extLst xmlns:a="http://schemas.openxmlformats.org/drawingml/2006/main">
              <a:ext uri="{FF2B5EF4-FFF2-40B4-BE49-F238E27FC236}">
                <a16:creationId xmlns:a16="http://schemas.microsoft.com/office/drawing/2014/main" id="{1C53E2F6-CB90-4E98-8A62-4BE86C99D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66850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1" name="line-7">
            <a:extLst xmlns:a="http://schemas.openxmlformats.org/drawingml/2006/main">
              <a:ext uri="{FF2B5EF4-FFF2-40B4-BE49-F238E27FC236}">
                <a16:creationId xmlns:a16="http://schemas.microsoft.com/office/drawing/2014/main" id="{007878CD-7E6D-4642-975A-319E57314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711" y="1466850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2" name="line-8">
            <a:extLst xmlns:a="http://schemas.openxmlformats.org/drawingml/2006/main">
              <a:ext uri="{FF2B5EF4-FFF2-40B4-BE49-F238E27FC236}">
                <a16:creationId xmlns:a16="http://schemas.microsoft.com/office/drawing/2014/main" id="{8BC32FA7-6FCB-42DB-916D-EDDCD1812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724025"/>
            <a:ext cx="95" cy="409575"/>
          </a:xfrm>
          <a:custGeom xmlns:a="http://schemas.openxmlformats.org/drawingml/2006/main">
            <a:pathLst>
              <a:path w="95" h="409575">
                <a:moveTo>
                  <a:pt x="0" y="409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3" name="line-9">
            <a:extLst xmlns:a="http://schemas.openxmlformats.org/drawingml/2006/main">
              <a:ext uri="{FF2B5EF4-FFF2-40B4-BE49-F238E27FC236}">
                <a16:creationId xmlns:a16="http://schemas.microsoft.com/office/drawing/2014/main" id="{552B08DC-39B1-4086-933A-7B8EA9657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724025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4" name="line-10">
            <a:extLst xmlns:a="http://schemas.openxmlformats.org/drawingml/2006/main">
              <a:ext uri="{FF2B5EF4-FFF2-40B4-BE49-F238E27FC236}">
                <a16:creationId xmlns:a16="http://schemas.microsoft.com/office/drawing/2014/main" id="{CF729EE6-DDF0-4A77-AFFF-3966B0B5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2911" y="1724025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5" name="line-11">
            <a:extLst xmlns:a="http://schemas.openxmlformats.org/drawingml/2006/main">
              <a:ext uri="{FF2B5EF4-FFF2-40B4-BE49-F238E27FC236}">
                <a16:creationId xmlns:a16="http://schemas.microsoft.com/office/drawing/2014/main" id="{6E5EA4AF-2912-4FC7-AD82-9DD0F7957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1724025"/>
            <a:ext cx="95" cy="409575"/>
          </a:xfrm>
          <a:custGeom xmlns:a="http://schemas.openxmlformats.org/drawingml/2006/main">
            <a:pathLst>
              <a:path w="95" h="409575">
                <a:moveTo>
                  <a:pt x="0" y="409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6" name="line-12">
            <a:extLst xmlns:a="http://schemas.openxmlformats.org/drawingml/2006/main">
              <a:ext uri="{FF2B5EF4-FFF2-40B4-BE49-F238E27FC236}">
                <a16:creationId xmlns:a16="http://schemas.microsoft.com/office/drawing/2014/main" id="{49D400E9-5EB8-44B6-B6D2-165BD312A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1724025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7" name="line-13">
            <a:extLst xmlns:a="http://schemas.openxmlformats.org/drawingml/2006/main">
              <a:ext uri="{FF2B5EF4-FFF2-40B4-BE49-F238E27FC236}">
                <a16:creationId xmlns:a16="http://schemas.microsoft.com/office/drawing/2014/main" id="{1D366FC7-E1A7-4103-A674-7161AE64C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736" y="1724025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8" name="line-14">
            <a:extLst xmlns:a="http://schemas.openxmlformats.org/drawingml/2006/main">
              <a:ext uri="{FF2B5EF4-FFF2-40B4-BE49-F238E27FC236}">
                <a16:creationId xmlns:a16="http://schemas.microsoft.com/office/drawing/2014/main" id="{D591A077-CEE0-45B6-ABFC-3A0EB6208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724025"/>
            <a:ext cx="95" cy="409575"/>
          </a:xfrm>
          <a:custGeom xmlns:a="http://schemas.openxmlformats.org/drawingml/2006/main">
            <a:pathLst>
              <a:path w="95" h="409575">
                <a:moveTo>
                  <a:pt x="0" y="409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9" name="line-15">
            <a:extLst xmlns:a="http://schemas.openxmlformats.org/drawingml/2006/main">
              <a:ext uri="{FF2B5EF4-FFF2-40B4-BE49-F238E27FC236}">
                <a16:creationId xmlns:a16="http://schemas.microsoft.com/office/drawing/2014/main" id="{489C8F72-74FF-4EBE-AB77-056345DB2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724025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20" name="line-16">
            <a:extLst xmlns:a="http://schemas.openxmlformats.org/drawingml/2006/main">
              <a:ext uri="{FF2B5EF4-FFF2-40B4-BE49-F238E27FC236}">
                <a16:creationId xmlns:a16="http://schemas.microsoft.com/office/drawing/2014/main" id="{A73CFD64-3681-474A-AF57-FC479F36E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7211" y="1724025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21" name="Event heads (a)">
            <a:extLst xmlns:a="http://schemas.openxmlformats.org/drawingml/2006/main">
              <a:ext uri="{FF2B5EF4-FFF2-40B4-BE49-F238E27FC236}">
                <a16:creationId xmlns:a16="http://schemas.microsoft.com/office/drawing/2014/main" id="{020D6439-20EF-4A4B-946C-819F01DB1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33600"/>
            <a:ext cx="16764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BDD"/>
          </a:solidFill>
          <a:ln xmlns:a="http://schemas.openxmlformats.org/drawingml/2006/main" w="12383">
            <a:solidFill>
              <a:srgbClr val="202A39"/>
            </a:solidFill>
            <a:prstDash val="solid"/>
          </a:ln>
        </p:spPr>
      </p:sp>
      <p:sp>
        <p:nvSpPr>
          <p:cNvPr id="22" name="Event heads (a)">
            <a:extLst xmlns:a="http://schemas.openxmlformats.org/drawingml/2006/main">
              <a:ext uri="{FF2B5EF4-FFF2-40B4-BE49-F238E27FC236}">
                <a16:creationId xmlns:a16="http://schemas.microsoft.com/office/drawing/2014/main" id="{8DB835D0-03CD-4DEF-BCC4-04FD372F4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52650"/>
            <a:ext cx="1600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6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Event heads (a)</a:t>
            </a:r>
          </a:p>
        </p:txBody>
      </p:sp>
      <p:sp>
        <p:nvSpPr>
          <p:cNvPr id="23" name="State and remaining&#10;time decoders">
            <a:extLst xmlns:a="http://schemas.openxmlformats.org/drawingml/2006/main">
              <a:ext uri="{FF2B5EF4-FFF2-40B4-BE49-F238E27FC236}">
                <a16:creationId xmlns:a16="http://schemas.microsoft.com/office/drawing/2014/main" id="{575D6114-597A-46CA-BFED-668058BE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133600"/>
            <a:ext cx="18859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D8"/>
          </a:solidFill>
          <a:ln xmlns:a="http://schemas.openxmlformats.org/drawingml/2006/main" w="12383">
            <a:solidFill>
              <a:srgbClr val="202A39"/>
            </a:solidFill>
            <a:prstDash val="solid"/>
          </a:ln>
        </p:spPr>
      </p:sp>
      <p:sp>
        <p:nvSpPr>
          <p:cNvPr id="24" name="State and remaining&#10;time decoders">
            <a:extLst xmlns:a="http://schemas.openxmlformats.org/drawingml/2006/main">
              <a:ext uri="{FF2B5EF4-FFF2-40B4-BE49-F238E27FC236}">
                <a16:creationId xmlns:a16="http://schemas.microsoft.com/office/drawing/2014/main" id="{C01673D7-7ED5-478E-995B-FA591A99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52650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State and remaining</a:t>
            </a:r>
          </a:p>
          <a:p xmlns:a="http://schemas.openxmlformats.org/drawingml/2006/main">
            <a:pPr algn="ctr">
              <a:defRPr sz="15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time decoders</a:t>
            </a:r>
          </a:p>
        </p:txBody>
      </p:sp>
      <p:sp>
        <p:nvSpPr>
          <p:cNvPr id="25" name="Cause&#10;classifier">
            <a:extLst xmlns:a="http://schemas.openxmlformats.org/drawingml/2006/main">
              <a:ext uri="{FF2B5EF4-FFF2-40B4-BE49-F238E27FC236}">
                <a16:creationId xmlns:a16="http://schemas.microsoft.com/office/drawing/2014/main" id="{9A31C77F-B959-4CB2-8124-60D735CAF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133600"/>
            <a:ext cx="143827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AF5"/>
          </a:solidFill>
          <a:ln xmlns:a="http://schemas.openxmlformats.org/drawingml/2006/main" w="12383">
            <a:solidFill>
              <a:srgbClr val="202A39"/>
            </a:solidFill>
            <a:prstDash val="solid"/>
          </a:ln>
        </p:spPr>
      </p:sp>
      <p:sp>
        <p:nvSpPr>
          <p:cNvPr id="26" name="Cause&#10;classifier">
            <a:extLst xmlns:a="http://schemas.openxmlformats.org/drawingml/2006/main">
              <a:ext uri="{FF2B5EF4-FFF2-40B4-BE49-F238E27FC236}">
                <a16:creationId xmlns:a16="http://schemas.microsoft.com/office/drawing/2014/main" id="{A03C2320-2370-4CAA-932A-78DC2D428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2152650"/>
            <a:ext cx="13620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Cause</a:t>
            </a:r>
          </a:p>
          <a:p xmlns:a="http://schemas.openxmlformats.org/drawingml/2006/main">
            <a:pPr algn="ctr">
              <a:defRPr sz="15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classifier</a:t>
            </a:r>
          </a:p>
        </p:txBody>
      </p:sp>
      <p:sp>
        <p:nvSpPr>
          <p:cNvPr id="27" name="Regime + precursor&#10;fusion">
            <a:extLst xmlns:a="http://schemas.openxmlformats.org/drawingml/2006/main">
              <a:ext uri="{FF2B5EF4-FFF2-40B4-BE49-F238E27FC236}">
                <a16:creationId xmlns:a16="http://schemas.microsoft.com/office/drawing/2014/main" id="{D87FB188-4093-4641-B068-DBB7A2001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38450"/>
            <a:ext cx="1676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BDD"/>
          </a:solidFill>
          <a:ln xmlns:a="http://schemas.openxmlformats.org/drawingml/2006/main" w="12383">
            <a:solidFill>
              <a:srgbClr val="202A39"/>
            </a:solidFill>
            <a:prstDash val="solid"/>
          </a:ln>
        </p:spPr>
      </p:sp>
      <p:sp>
        <p:nvSpPr>
          <p:cNvPr id="28" name="Regime + precursor&#10;fusion">
            <a:extLst xmlns:a="http://schemas.openxmlformats.org/drawingml/2006/main">
              <a:ext uri="{FF2B5EF4-FFF2-40B4-BE49-F238E27FC236}">
                <a16:creationId xmlns:a16="http://schemas.microsoft.com/office/drawing/2014/main" id="{7E8733AF-D75F-42EE-AD0C-33D0B7E8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857500"/>
            <a:ext cx="1600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Regime + precursor</a:t>
            </a:r>
          </a:p>
          <a:p xmlns:a="http://schemas.openxmlformats.org/drawingml/2006/main">
            <a:pPr algn="ctr"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fusion</a:t>
            </a:r>
          </a:p>
        </p:txBody>
      </p:sp>
      <p:sp>
        <p:nvSpPr>
          <p:cNvPr id="29" name="Skip + order-progress&#10;fusion">
            <a:extLst xmlns:a="http://schemas.openxmlformats.org/drawingml/2006/main">
              <a:ext uri="{FF2B5EF4-FFF2-40B4-BE49-F238E27FC236}">
                <a16:creationId xmlns:a16="http://schemas.microsoft.com/office/drawing/2014/main" id="{642C9DC7-D8E4-415F-B06A-2EE4B6935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838450"/>
            <a:ext cx="1885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D8"/>
          </a:solidFill>
          <a:ln xmlns:a="http://schemas.openxmlformats.org/drawingml/2006/main" w="12383">
            <a:solidFill>
              <a:srgbClr val="202A39"/>
            </a:solidFill>
            <a:prstDash val="solid"/>
          </a:ln>
        </p:spPr>
      </p:sp>
      <p:sp>
        <p:nvSpPr>
          <p:cNvPr id="30" name="Skip + order-progress&#10;fusion">
            <a:extLst xmlns:a="http://schemas.openxmlformats.org/drawingml/2006/main">
              <a:ext uri="{FF2B5EF4-FFF2-40B4-BE49-F238E27FC236}">
                <a16:creationId xmlns:a16="http://schemas.microsoft.com/office/drawing/2014/main" id="{B39CA925-776B-4A82-A1B0-DD4BB093D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8575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Skip + order-progress</a:t>
            </a:r>
          </a:p>
          <a:p xmlns:a="http://schemas.openxmlformats.org/drawingml/2006/main">
            <a:pPr algn="ctr"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fusion</a:t>
            </a:r>
          </a:p>
        </p:txBody>
      </p:sp>
      <p:sp>
        <p:nvSpPr>
          <p:cNvPr id="31" name="Graph pooling&#10;+ node evidence">
            <a:extLst xmlns:a="http://schemas.openxmlformats.org/drawingml/2006/main">
              <a:ext uri="{FF2B5EF4-FFF2-40B4-BE49-F238E27FC236}">
                <a16:creationId xmlns:a16="http://schemas.microsoft.com/office/drawing/2014/main" id="{C51BBA7A-49BA-49BE-A3A0-E3C32EB6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838450"/>
            <a:ext cx="14382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AF5"/>
          </a:solidFill>
          <a:ln xmlns:a="http://schemas.openxmlformats.org/drawingml/2006/main" w="12383">
            <a:solidFill>
              <a:srgbClr val="202A39"/>
            </a:solidFill>
            <a:prstDash val="solid"/>
          </a:ln>
        </p:spPr>
      </p:sp>
      <p:sp>
        <p:nvSpPr>
          <p:cNvPr id="32" name="Graph pooling&#10;+ node evidence">
            <a:extLst xmlns:a="http://schemas.openxmlformats.org/drawingml/2006/main">
              <a:ext uri="{FF2B5EF4-FFF2-40B4-BE49-F238E27FC236}">
                <a16:creationId xmlns:a16="http://schemas.microsoft.com/office/drawing/2014/main" id="{B715AFF1-0B8F-495F-8D9B-AA85237E5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2857500"/>
            <a:ext cx="1362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Graph pooling</a:t>
            </a:r>
          </a:p>
          <a:p xmlns:a="http://schemas.openxmlformats.org/drawingml/2006/main">
            <a:pPr algn="ctr"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+ node evidence</a:t>
            </a:r>
          </a:p>
        </p:txBody>
      </p:sp>
      <p:sp>
        <p:nvSpPr>
          <p:cNvPr id="33" name="line-17">
            <a:extLst xmlns:a="http://schemas.openxmlformats.org/drawingml/2006/main">
              <a:ext uri="{FF2B5EF4-FFF2-40B4-BE49-F238E27FC236}">
                <a16:creationId xmlns:a16="http://schemas.microsoft.com/office/drawing/2014/main" id="{C6493272-7D2D-4CF7-884C-F316A6B2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95575"/>
            <a:ext cx="95" cy="142875"/>
          </a:xfrm>
          <a:custGeom xmlns:a="http://schemas.openxmlformats.org/drawingml/2006/main">
            <a:pathLst>
              <a:path w="95" h="142875">
                <a:moveTo>
                  <a:pt x="0" y="1428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34" name="line-18">
            <a:extLst xmlns:a="http://schemas.openxmlformats.org/drawingml/2006/main">
              <a:ext uri="{FF2B5EF4-FFF2-40B4-BE49-F238E27FC236}">
                <a16:creationId xmlns:a16="http://schemas.microsoft.com/office/drawing/2014/main" id="{AB5DCA5F-F7CC-42EB-B153-B210F06D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95575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35" name="line-19">
            <a:extLst xmlns:a="http://schemas.openxmlformats.org/drawingml/2006/main">
              <a:ext uri="{FF2B5EF4-FFF2-40B4-BE49-F238E27FC236}">
                <a16:creationId xmlns:a16="http://schemas.microsoft.com/office/drawing/2014/main" id="{6173F243-A182-4615-B707-AC335A4CD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2911" y="2695575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36" name="line-20">
            <a:extLst xmlns:a="http://schemas.openxmlformats.org/drawingml/2006/main">
              <a:ext uri="{FF2B5EF4-FFF2-40B4-BE49-F238E27FC236}">
                <a16:creationId xmlns:a16="http://schemas.microsoft.com/office/drawing/2014/main" id="{D40AEB2F-78D0-49BD-941C-4FED31CA6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695575"/>
            <a:ext cx="95" cy="142875"/>
          </a:xfrm>
          <a:custGeom xmlns:a="http://schemas.openxmlformats.org/drawingml/2006/main">
            <a:pathLst>
              <a:path w="95" h="142875">
                <a:moveTo>
                  <a:pt x="0" y="1428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37" name="line-21">
            <a:extLst xmlns:a="http://schemas.openxmlformats.org/drawingml/2006/main">
              <a:ext uri="{FF2B5EF4-FFF2-40B4-BE49-F238E27FC236}">
                <a16:creationId xmlns:a16="http://schemas.microsoft.com/office/drawing/2014/main" id="{F06431BB-7CE2-4B7C-A9B5-E0C272B38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695575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38" name="line-22">
            <a:extLst xmlns:a="http://schemas.openxmlformats.org/drawingml/2006/main">
              <a:ext uri="{FF2B5EF4-FFF2-40B4-BE49-F238E27FC236}">
                <a16:creationId xmlns:a16="http://schemas.microsoft.com/office/drawing/2014/main" id="{96A1E3D5-E8AB-4895-A4F6-23C7958DE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736" y="2695575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39" name="line-23">
            <a:extLst xmlns:a="http://schemas.openxmlformats.org/drawingml/2006/main">
              <a:ext uri="{FF2B5EF4-FFF2-40B4-BE49-F238E27FC236}">
                <a16:creationId xmlns:a16="http://schemas.microsoft.com/office/drawing/2014/main" id="{0D8E2A78-62A5-4B54-A562-127A850DA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95575"/>
            <a:ext cx="95" cy="142875"/>
          </a:xfrm>
          <a:custGeom xmlns:a="http://schemas.openxmlformats.org/drawingml/2006/main">
            <a:pathLst>
              <a:path w="95" h="142875">
                <a:moveTo>
                  <a:pt x="0" y="1428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40" name="line-24">
            <a:extLst xmlns:a="http://schemas.openxmlformats.org/drawingml/2006/main">
              <a:ext uri="{FF2B5EF4-FFF2-40B4-BE49-F238E27FC236}">
                <a16:creationId xmlns:a16="http://schemas.microsoft.com/office/drawing/2014/main" id="{6FB94945-A3F1-4418-BFA1-AEBEA946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95575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41" name="line-25">
            <a:extLst xmlns:a="http://schemas.openxmlformats.org/drawingml/2006/main">
              <a:ext uri="{FF2B5EF4-FFF2-40B4-BE49-F238E27FC236}">
                <a16:creationId xmlns:a16="http://schemas.microsoft.com/office/drawing/2014/main" id="{548A05EB-1A54-4427-99EB-9E4CDAA95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7211" y="2695575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42" name="line-26">
            <a:extLst xmlns:a="http://schemas.openxmlformats.org/drawingml/2006/main">
              <a:ext uri="{FF2B5EF4-FFF2-40B4-BE49-F238E27FC236}">
                <a16:creationId xmlns:a16="http://schemas.microsoft.com/office/drawing/2014/main" id="{9638766D-FE05-4DDC-83C6-B8685301F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29000"/>
            <a:ext cx="3924300" cy="95"/>
          </a:xfrm>
          <a:custGeom xmlns:a="http://schemas.openxmlformats.org/drawingml/2006/main">
            <a:pathLst>
              <a:path w="3924300" h="95">
                <a:moveTo>
                  <a:pt x="0" y="0"/>
                </a:moveTo>
                <a:lnTo>
                  <a:pt x="392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43" name="line-27">
            <a:extLst xmlns:a="http://schemas.openxmlformats.org/drawingml/2006/main">
              <a:ext uri="{FF2B5EF4-FFF2-40B4-BE49-F238E27FC236}">
                <a16:creationId xmlns:a16="http://schemas.microsoft.com/office/drawing/2014/main" id="{3667B7B5-1139-452D-9A42-48C86F1D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57550"/>
            <a:ext cx="95" cy="171450"/>
          </a:xfrm>
          <a:custGeom xmlns:a="http://schemas.openxmlformats.org/drawingml/2006/main">
            <a:pathLst>
              <a:path w="95" h="171450">
                <a:moveTo>
                  <a:pt x="0" y="1714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44" name="line-28">
            <a:extLst xmlns:a="http://schemas.openxmlformats.org/drawingml/2006/main">
              <a:ext uri="{FF2B5EF4-FFF2-40B4-BE49-F238E27FC236}">
                <a16:creationId xmlns:a16="http://schemas.microsoft.com/office/drawing/2014/main" id="{46E0EF6F-7C5B-475F-A087-4F223C82D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57550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45" name="line-29">
            <a:extLst xmlns:a="http://schemas.openxmlformats.org/drawingml/2006/main">
              <a:ext uri="{FF2B5EF4-FFF2-40B4-BE49-F238E27FC236}">
                <a16:creationId xmlns:a16="http://schemas.microsoft.com/office/drawing/2014/main" id="{ED0FA7ED-275A-4739-A1CD-EA49EFDB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2911" y="3257550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46" name="line-30">
            <a:extLst xmlns:a="http://schemas.openxmlformats.org/drawingml/2006/main">
              <a:ext uri="{FF2B5EF4-FFF2-40B4-BE49-F238E27FC236}">
                <a16:creationId xmlns:a16="http://schemas.microsoft.com/office/drawing/2014/main" id="{646D664E-AA38-4EB3-8A7C-1A1B73E5F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3257550"/>
            <a:ext cx="95" cy="171450"/>
          </a:xfrm>
          <a:custGeom xmlns:a="http://schemas.openxmlformats.org/drawingml/2006/main">
            <a:pathLst>
              <a:path w="95" h="171450">
                <a:moveTo>
                  <a:pt x="0" y="1714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47" name="line-31">
            <a:extLst xmlns:a="http://schemas.openxmlformats.org/drawingml/2006/main">
              <a:ext uri="{FF2B5EF4-FFF2-40B4-BE49-F238E27FC236}">
                <a16:creationId xmlns:a16="http://schemas.microsoft.com/office/drawing/2014/main" id="{758E6ADF-DAFC-4594-B64F-4D96C68A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3257550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48" name="line-32">
            <a:extLst xmlns:a="http://schemas.openxmlformats.org/drawingml/2006/main">
              <a:ext uri="{FF2B5EF4-FFF2-40B4-BE49-F238E27FC236}">
                <a16:creationId xmlns:a16="http://schemas.microsoft.com/office/drawing/2014/main" id="{426F2005-5508-43E3-A31E-1B9F32C5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736" y="3257550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49" name="line-33">
            <a:extLst xmlns:a="http://schemas.openxmlformats.org/drawingml/2006/main">
              <a:ext uri="{FF2B5EF4-FFF2-40B4-BE49-F238E27FC236}">
                <a16:creationId xmlns:a16="http://schemas.microsoft.com/office/drawing/2014/main" id="{82C34CC5-2EA8-4E39-9C85-164A63B5C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57550"/>
            <a:ext cx="95" cy="171450"/>
          </a:xfrm>
          <a:custGeom xmlns:a="http://schemas.openxmlformats.org/drawingml/2006/main">
            <a:pathLst>
              <a:path w="95" h="171450">
                <a:moveTo>
                  <a:pt x="0" y="1714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50" name="line-34">
            <a:extLst xmlns:a="http://schemas.openxmlformats.org/drawingml/2006/main">
              <a:ext uri="{FF2B5EF4-FFF2-40B4-BE49-F238E27FC236}">
                <a16:creationId xmlns:a16="http://schemas.microsoft.com/office/drawing/2014/main" id="{11A91D22-A003-4D5A-98E1-3597CA0D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57550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51" name="line-35">
            <a:extLst xmlns:a="http://schemas.openxmlformats.org/drawingml/2006/main">
              <a:ext uri="{FF2B5EF4-FFF2-40B4-BE49-F238E27FC236}">
                <a16:creationId xmlns:a16="http://schemas.microsoft.com/office/drawing/2014/main" id="{41923DEF-2064-443E-8A91-E3DB0A4AC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7211" y="3257550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52" name="line-36">
            <a:extLst xmlns:a="http://schemas.openxmlformats.org/drawingml/2006/main">
              <a:ext uri="{FF2B5EF4-FFF2-40B4-BE49-F238E27FC236}">
                <a16:creationId xmlns:a16="http://schemas.microsoft.com/office/drawing/2014/main" id="{B61B6FC8-2C8E-408D-8AAB-9AE46B85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29000"/>
            <a:ext cx="95" cy="533400"/>
          </a:xfrm>
          <a:custGeom xmlns:a="http://schemas.openxmlformats.org/drawingml/2006/main">
            <a:pathLst>
              <a:path w="95" h="533400">
                <a:moveTo>
                  <a:pt x="0" y="5334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53" name="line-37">
            <a:extLst xmlns:a="http://schemas.openxmlformats.org/drawingml/2006/main">
              <a:ext uri="{FF2B5EF4-FFF2-40B4-BE49-F238E27FC236}">
                <a16:creationId xmlns:a16="http://schemas.microsoft.com/office/drawing/2014/main" id="{FCA63B6C-F347-4AF6-9B04-FC3E6B1E4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29000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54" name="line-38">
            <a:extLst xmlns:a="http://schemas.openxmlformats.org/drawingml/2006/main">
              <a:ext uri="{FF2B5EF4-FFF2-40B4-BE49-F238E27FC236}">
                <a16:creationId xmlns:a16="http://schemas.microsoft.com/office/drawing/2014/main" id="{39F445DD-1C97-491D-B5C6-A56F7C880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711" y="3429000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55" name="H(t)">
            <a:extLst xmlns:a="http://schemas.openxmlformats.org/drawingml/2006/main">
              <a:ext uri="{FF2B5EF4-FFF2-40B4-BE49-F238E27FC236}">
                <a16:creationId xmlns:a16="http://schemas.microsoft.com/office/drawing/2014/main" id="{FC73EF3B-F250-4F2F-9F02-AFD57E599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514725"/>
            <a:ext cx="7524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 i="1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650" b="0" i="1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1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H(t)</a:t>
            </a:r>
          </a:p>
        </p:txBody>
      </p:sp>
      <p:sp>
        <p:nvSpPr>
          <p:cNvPr id="56" name="Repeated encoder block">
            <a:extLst xmlns:a="http://schemas.openxmlformats.org/drawingml/2006/main">
              <a:ext uri="{FF2B5EF4-FFF2-40B4-BE49-F238E27FC236}">
                <a16:creationId xmlns:a16="http://schemas.microsoft.com/office/drawing/2014/main" id="{72B40800-71D0-4DC3-A20B-ED2ECBEFC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829050"/>
            <a:ext cx="5829300" cy="479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02A39"/>
            </a:solidFill>
            <a:prstDash val="dash"/>
          </a:ln>
        </p:spPr>
      </p:sp>
      <p:sp>
        <p:nvSpPr>
          <p:cNvPr id="57" name="Spatiotemporal block × 5">
            <a:extLst xmlns:a="http://schemas.openxmlformats.org/drawingml/2006/main">
              <a:ext uri="{FF2B5EF4-FFF2-40B4-BE49-F238E27FC236}">
                <a16:creationId xmlns:a16="http://schemas.microsoft.com/office/drawing/2014/main" id="{F9911667-394B-4FA4-B6AD-373F1BDEC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533775"/>
            <a:ext cx="27527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725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Spatiotemporal block × 5</a:t>
            </a:r>
          </a:p>
        </p:txBody>
      </p:sp>
      <p:sp>
        <p:nvSpPr>
          <p:cNvPr id="58" name="operator-+">
            <a:extLst xmlns:a="http://schemas.openxmlformats.org/drawingml/2006/main">
              <a:ext uri="{FF2B5EF4-FFF2-40B4-BE49-F238E27FC236}">
                <a16:creationId xmlns:a16="http://schemas.microsoft.com/office/drawing/2014/main" id="{685BAACA-48D6-476C-A5BF-5AF2C9F0F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81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02A39"/>
            </a:solidFill>
          </a:ln>
        </p:spPr>
      </p:sp>
      <p:sp>
        <p:nvSpPr>
          <p:cNvPr id="59" name="+">
            <a:extLst xmlns:a="http://schemas.openxmlformats.org/drawingml/2006/main">
              <a:ext uri="{FF2B5EF4-FFF2-40B4-BE49-F238E27FC236}">
                <a16:creationId xmlns:a16="http://schemas.microsoft.com/office/drawing/2014/main" id="{50809F84-C3F2-4C8C-A998-FC7D84CD3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814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6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60" name="line-39">
            <a:extLst xmlns:a="http://schemas.openxmlformats.org/drawingml/2006/main">
              <a:ext uri="{FF2B5EF4-FFF2-40B4-BE49-F238E27FC236}">
                <a16:creationId xmlns:a16="http://schemas.microsoft.com/office/drawing/2014/main" id="{1574176D-22F8-4268-B3D3-4AAEBAAAE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19575"/>
            <a:ext cx="95" cy="257175"/>
          </a:xfrm>
          <a:custGeom xmlns:a="http://schemas.openxmlformats.org/drawingml/2006/main">
            <a:pathLst>
              <a:path w="95" h="257175">
                <a:moveTo>
                  <a:pt x="0" y="2571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61" name="line-40">
            <a:extLst xmlns:a="http://schemas.openxmlformats.org/drawingml/2006/main">
              <a:ext uri="{FF2B5EF4-FFF2-40B4-BE49-F238E27FC236}">
                <a16:creationId xmlns:a16="http://schemas.microsoft.com/office/drawing/2014/main" id="{EF530B56-CD98-4815-8EE3-943CC562B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19575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62" name="line-41">
            <a:extLst xmlns:a="http://schemas.openxmlformats.org/drawingml/2006/main">
              <a:ext uri="{FF2B5EF4-FFF2-40B4-BE49-F238E27FC236}">
                <a16:creationId xmlns:a16="http://schemas.microsoft.com/office/drawing/2014/main" id="{4D86983B-EA49-4462-9E18-23972FB6F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711" y="4219575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63" name="Feed-forward network">
            <a:extLst xmlns:a="http://schemas.openxmlformats.org/drawingml/2006/main">
              <a:ext uri="{FF2B5EF4-FFF2-40B4-BE49-F238E27FC236}">
                <a16:creationId xmlns:a16="http://schemas.microsoft.com/office/drawing/2014/main" id="{88CC9FB0-3328-437D-8587-113F8D9DC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4476750"/>
            <a:ext cx="2152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12383">
            <a:solidFill>
              <a:srgbClr val="202A39"/>
            </a:solidFill>
            <a:prstDash val="solid"/>
          </a:ln>
        </p:spPr>
      </p:sp>
      <p:sp>
        <p:nvSpPr>
          <p:cNvPr id="64" name="Feed-forward network">
            <a:extLst xmlns:a="http://schemas.openxmlformats.org/drawingml/2006/main">
              <a:ext uri="{FF2B5EF4-FFF2-40B4-BE49-F238E27FC236}">
                <a16:creationId xmlns:a16="http://schemas.microsoft.com/office/drawing/2014/main" id="{FD6C980F-76E1-4175-9D5B-36B7CB4B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4495800"/>
            <a:ext cx="207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Feed-forward network</a:t>
            </a:r>
          </a:p>
        </p:txBody>
      </p:sp>
      <p:sp>
        <p:nvSpPr>
          <p:cNvPr id="65" name="line-42">
            <a:extLst xmlns:a="http://schemas.openxmlformats.org/drawingml/2006/main">
              <a:ext uri="{FF2B5EF4-FFF2-40B4-BE49-F238E27FC236}">
                <a16:creationId xmlns:a16="http://schemas.microsoft.com/office/drawing/2014/main" id="{AEAD1AA5-9FE5-407B-A85E-676770BCC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76800"/>
            <a:ext cx="95" cy="200025"/>
          </a:xfrm>
          <a:custGeom xmlns:a="http://schemas.openxmlformats.org/drawingml/2006/main">
            <a:pathLst>
              <a:path w="95" h="200025">
                <a:moveTo>
                  <a:pt x="0" y="2000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66" name="line-43">
            <a:extLst xmlns:a="http://schemas.openxmlformats.org/drawingml/2006/main">
              <a:ext uri="{FF2B5EF4-FFF2-40B4-BE49-F238E27FC236}">
                <a16:creationId xmlns:a16="http://schemas.microsoft.com/office/drawing/2014/main" id="{DE857E8B-D25A-4E78-868E-FDB60EE0A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76800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67" name="line-44">
            <a:extLst xmlns:a="http://schemas.openxmlformats.org/drawingml/2006/main">
              <a:ext uri="{FF2B5EF4-FFF2-40B4-BE49-F238E27FC236}">
                <a16:creationId xmlns:a16="http://schemas.microsoft.com/office/drawing/2014/main" id="{A7EF3C31-CB70-4802-924C-020693DFA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711" y="4876800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68" name="LayerNorm">
            <a:extLst xmlns:a="http://schemas.openxmlformats.org/drawingml/2006/main">
              <a:ext uri="{FF2B5EF4-FFF2-40B4-BE49-F238E27FC236}">
                <a16:creationId xmlns:a16="http://schemas.microsoft.com/office/drawing/2014/main" id="{FB817B98-4EEB-4D4F-B3F9-EC9ED928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076825"/>
            <a:ext cx="18669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12383">
            <a:solidFill>
              <a:srgbClr val="202A39"/>
            </a:solidFill>
            <a:prstDash val="solid"/>
          </a:ln>
        </p:spPr>
      </p:sp>
      <p:sp>
        <p:nvSpPr>
          <p:cNvPr id="69" name="LayerNorm">
            <a:extLst xmlns:a="http://schemas.openxmlformats.org/drawingml/2006/main">
              <a:ext uri="{FF2B5EF4-FFF2-40B4-BE49-F238E27FC236}">
                <a16:creationId xmlns:a16="http://schemas.microsoft.com/office/drawing/2014/main" id="{0FE28829-CEB3-417A-841E-E4DB42D43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095875"/>
            <a:ext cx="1790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LayerNorm</a:t>
            </a:r>
          </a:p>
        </p:txBody>
      </p:sp>
      <p:sp>
        <p:nvSpPr>
          <p:cNvPr id="70" name="line-45">
            <a:extLst xmlns:a="http://schemas.openxmlformats.org/drawingml/2006/main">
              <a:ext uri="{FF2B5EF4-FFF2-40B4-BE49-F238E27FC236}">
                <a16:creationId xmlns:a16="http://schemas.microsoft.com/office/drawing/2014/main" id="{A15F3945-D6A5-45A3-A242-A2BEC0C9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410200"/>
            <a:ext cx="95" cy="171450"/>
          </a:xfrm>
          <a:custGeom xmlns:a="http://schemas.openxmlformats.org/drawingml/2006/main">
            <a:pathLst>
              <a:path w="95" h="171450">
                <a:moveTo>
                  <a:pt x="0" y="1714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71" name="line-46">
            <a:extLst xmlns:a="http://schemas.openxmlformats.org/drawingml/2006/main">
              <a:ext uri="{FF2B5EF4-FFF2-40B4-BE49-F238E27FC236}">
                <a16:creationId xmlns:a16="http://schemas.microsoft.com/office/drawing/2014/main" id="{F1EDEFC3-8ADD-4B67-9D67-C1C944AC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410200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72" name="line-47">
            <a:extLst xmlns:a="http://schemas.openxmlformats.org/drawingml/2006/main">
              <a:ext uri="{FF2B5EF4-FFF2-40B4-BE49-F238E27FC236}">
                <a16:creationId xmlns:a16="http://schemas.microsoft.com/office/drawing/2014/main" id="{C5449AFB-1A86-4C8D-8EF2-04D2EF450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711" y="5410200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73" name="operator-+">
            <a:extLst xmlns:a="http://schemas.openxmlformats.org/drawingml/2006/main">
              <a:ext uri="{FF2B5EF4-FFF2-40B4-BE49-F238E27FC236}">
                <a16:creationId xmlns:a16="http://schemas.microsoft.com/office/drawing/2014/main" id="{266E51C4-A8F6-4386-9A03-DDEA226D5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600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02A39"/>
            </a:solidFill>
          </a:ln>
        </p:spPr>
      </p:sp>
      <p:sp>
        <p:nvSpPr>
          <p:cNvPr id="74" name="+">
            <a:extLst xmlns:a="http://schemas.openxmlformats.org/drawingml/2006/main">
              <a:ext uri="{FF2B5EF4-FFF2-40B4-BE49-F238E27FC236}">
                <a16:creationId xmlns:a16="http://schemas.microsoft.com/office/drawing/2014/main" id="{FF11528C-2962-4878-B0D8-BDF05CFC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6007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6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75" name="line-48">
            <a:extLst xmlns:a="http://schemas.openxmlformats.org/drawingml/2006/main">
              <a:ext uri="{FF2B5EF4-FFF2-40B4-BE49-F238E27FC236}">
                <a16:creationId xmlns:a16="http://schemas.microsoft.com/office/drawing/2014/main" id="{DAB461B8-8511-460A-9963-172EC25BC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838825"/>
            <a:ext cx="95" cy="171450"/>
          </a:xfrm>
          <a:custGeom xmlns:a="http://schemas.openxmlformats.org/drawingml/2006/main">
            <a:pathLst>
              <a:path w="95" h="171450">
                <a:moveTo>
                  <a:pt x="0" y="1714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76" name="line-49">
            <a:extLst xmlns:a="http://schemas.openxmlformats.org/drawingml/2006/main">
              <a:ext uri="{FF2B5EF4-FFF2-40B4-BE49-F238E27FC236}">
                <a16:creationId xmlns:a16="http://schemas.microsoft.com/office/drawing/2014/main" id="{13FB34EE-1754-4446-B354-A89551A14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838825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77" name="line-50">
            <a:extLst xmlns:a="http://schemas.openxmlformats.org/drawingml/2006/main">
              <a:ext uri="{FF2B5EF4-FFF2-40B4-BE49-F238E27FC236}">
                <a16:creationId xmlns:a16="http://schemas.microsoft.com/office/drawing/2014/main" id="{38542304-BDAD-42F0-AEE7-6363683D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711" y="5838825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78" name="Concat + Linear">
            <a:extLst xmlns:a="http://schemas.openxmlformats.org/drawingml/2006/main">
              <a:ext uri="{FF2B5EF4-FFF2-40B4-BE49-F238E27FC236}">
                <a16:creationId xmlns:a16="http://schemas.microsoft.com/office/drawing/2014/main" id="{07F15184-6C46-4369-995A-40640ED92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6010275"/>
            <a:ext cx="1866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AF5"/>
          </a:solidFill>
          <a:ln xmlns:a="http://schemas.openxmlformats.org/drawingml/2006/main" w="12383">
            <a:solidFill>
              <a:srgbClr val="202A39"/>
            </a:solidFill>
            <a:prstDash val="solid"/>
          </a:ln>
        </p:spPr>
      </p:sp>
      <p:sp>
        <p:nvSpPr>
          <p:cNvPr id="79" name="Concat + Linear">
            <a:extLst xmlns:a="http://schemas.openxmlformats.org/drawingml/2006/main">
              <a:ext uri="{FF2B5EF4-FFF2-40B4-BE49-F238E27FC236}">
                <a16:creationId xmlns:a16="http://schemas.microsoft.com/office/drawing/2014/main" id="{29D76AEF-C018-415C-AF34-EA1F8C80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6029325"/>
            <a:ext cx="1790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6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Concat + Linear</a:t>
            </a:r>
          </a:p>
        </p:txBody>
      </p:sp>
      <p:sp>
        <p:nvSpPr>
          <p:cNvPr id="80" name="line-51">
            <a:extLst xmlns:a="http://schemas.openxmlformats.org/drawingml/2006/main">
              <a:ext uri="{FF2B5EF4-FFF2-40B4-BE49-F238E27FC236}">
                <a16:creationId xmlns:a16="http://schemas.microsoft.com/office/drawing/2014/main" id="{FBC3D4B8-2103-42AE-882B-414C87FA1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419850"/>
            <a:ext cx="95" cy="200025"/>
          </a:xfrm>
          <a:custGeom xmlns:a="http://schemas.openxmlformats.org/drawingml/2006/main">
            <a:pathLst>
              <a:path w="95" h="200025">
                <a:moveTo>
                  <a:pt x="0" y="2000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81" name="line-52">
            <a:extLst xmlns:a="http://schemas.openxmlformats.org/drawingml/2006/main">
              <a:ext uri="{FF2B5EF4-FFF2-40B4-BE49-F238E27FC236}">
                <a16:creationId xmlns:a16="http://schemas.microsoft.com/office/drawing/2014/main" id="{6CAE1E8A-DA2D-4F79-A186-A1B07492B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419850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82" name="line-53">
            <a:extLst xmlns:a="http://schemas.openxmlformats.org/drawingml/2006/main">
              <a:ext uri="{FF2B5EF4-FFF2-40B4-BE49-F238E27FC236}">
                <a16:creationId xmlns:a16="http://schemas.microsoft.com/office/drawing/2014/main" id="{88A84926-3383-4896-ADFA-C18D3BE97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711" y="6419850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83" name="line-54">
            <a:extLst xmlns:a="http://schemas.openxmlformats.org/drawingml/2006/main">
              <a:ext uri="{FF2B5EF4-FFF2-40B4-BE49-F238E27FC236}">
                <a16:creationId xmlns:a16="http://schemas.microsoft.com/office/drawing/2014/main" id="{747ECA7B-ABB7-442E-BA0A-EA05C4BE4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6619875"/>
            <a:ext cx="3562350" cy="95"/>
          </a:xfrm>
          <a:custGeom xmlns:a="http://schemas.openxmlformats.org/drawingml/2006/main">
            <a:pathLst>
              <a:path w="3562350" h="95">
                <a:moveTo>
                  <a:pt x="0" y="0"/>
                </a:moveTo>
                <a:lnTo>
                  <a:pt x="3562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84" name="Temporal attention&#10;4 heads">
            <a:extLst xmlns:a="http://schemas.openxmlformats.org/drawingml/2006/main">
              <a:ext uri="{FF2B5EF4-FFF2-40B4-BE49-F238E27FC236}">
                <a16:creationId xmlns:a16="http://schemas.microsoft.com/office/drawing/2014/main" id="{F866FCDE-432E-4403-8D2B-BB403A736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6896100"/>
            <a:ext cx="16764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12383">
            <a:solidFill>
              <a:srgbClr val="202A39"/>
            </a:solidFill>
            <a:prstDash val="solid"/>
          </a:ln>
        </p:spPr>
      </p:sp>
      <p:sp>
        <p:nvSpPr>
          <p:cNvPr id="85" name="Temporal attention&#10;4 heads">
            <a:extLst xmlns:a="http://schemas.openxmlformats.org/drawingml/2006/main">
              <a:ext uri="{FF2B5EF4-FFF2-40B4-BE49-F238E27FC236}">
                <a16:creationId xmlns:a16="http://schemas.microsoft.com/office/drawing/2014/main" id="{016620F4-2A53-47FF-8798-1FACF1885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6915150"/>
            <a:ext cx="1600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Temporal attention</a:t>
            </a:r>
          </a:p>
          <a:p xmlns:a="http://schemas.openxmlformats.org/drawingml/2006/main">
            <a:pPr algn="ctr"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4 heads</a:t>
            </a:r>
          </a:p>
        </p:txBody>
      </p:sp>
      <p:sp>
        <p:nvSpPr>
          <p:cNvPr id="86" name="line-55">
            <a:extLst xmlns:a="http://schemas.openxmlformats.org/drawingml/2006/main">
              <a:ext uri="{FF2B5EF4-FFF2-40B4-BE49-F238E27FC236}">
                <a16:creationId xmlns:a16="http://schemas.microsoft.com/office/drawing/2014/main" id="{96C7C609-9364-453A-8F01-A7D35944E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6619875"/>
            <a:ext cx="95" cy="276225"/>
          </a:xfrm>
          <a:custGeom xmlns:a="http://schemas.openxmlformats.org/drawingml/2006/main">
            <a:pathLst>
              <a:path w="95" h="276225">
                <a:moveTo>
                  <a:pt x="0" y="2762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87" name="line-56">
            <a:extLst xmlns:a="http://schemas.openxmlformats.org/drawingml/2006/main">
              <a:ext uri="{FF2B5EF4-FFF2-40B4-BE49-F238E27FC236}">
                <a16:creationId xmlns:a16="http://schemas.microsoft.com/office/drawing/2014/main" id="{A5BC6120-E1F1-484D-8B89-71D228F3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6619875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88" name="line-57">
            <a:extLst xmlns:a="http://schemas.openxmlformats.org/drawingml/2006/main">
              <a:ext uri="{FF2B5EF4-FFF2-40B4-BE49-F238E27FC236}">
                <a16:creationId xmlns:a16="http://schemas.microsoft.com/office/drawing/2014/main" id="{23A2ECBF-367A-4CFB-8359-10E24E1F6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0536" y="6619875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89" name="line-58">
            <a:extLst xmlns:a="http://schemas.openxmlformats.org/drawingml/2006/main">
              <a:ext uri="{FF2B5EF4-FFF2-40B4-BE49-F238E27FC236}">
                <a16:creationId xmlns:a16="http://schemas.microsoft.com/office/drawing/2014/main" id="{CC6B3CC8-A90B-43C8-AEE8-6BC83021C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7515225"/>
            <a:ext cx="95" cy="238125"/>
          </a:xfrm>
          <a:custGeom xmlns:a="http://schemas.openxmlformats.org/drawingml/2006/main">
            <a:pathLst>
              <a:path w="95" h="238125">
                <a:moveTo>
                  <a:pt x="0" y="2381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90" name="line-59">
            <a:extLst xmlns:a="http://schemas.openxmlformats.org/drawingml/2006/main">
              <a:ext uri="{FF2B5EF4-FFF2-40B4-BE49-F238E27FC236}">
                <a16:creationId xmlns:a16="http://schemas.microsoft.com/office/drawing/2014/main" id="{24146FF7-8BE5-480E-8E8C-1E16AF9BD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7515225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91" name="line-60">
            <a:extLst xmlns:a="http://schemas.openxmlformats.org/drawingml/2006/main">
              <a:ext uri="{FF2B5EF4-FFF2-40B4-BE49-F238E27FC236}">
                <a16:creationId xmlns:a16="http://schemas.microsoft.com/office/drawing/2014/main" id="{6731FE06-56AB-4DE8-BCBF-E8CBF2A99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0536" y="7515225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92" name="Geographic (b)&#10;2 heads, hop mask">
            <a:extLst xmlns:a="http://schemas.openxmlformats.org/drawingml/2006/main">
              <a:ext uri="{FF2B5EF4-FFF2-40B4-BE49-F238E27FC236}">
                <a16:creationId xmlns:a16="http://schemas.microsoft.com/office/drawing/2014/main" id="{1EFD87F2-1A0F-4DCB-BB88-6D92EF736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6896100"/>
            <a:ext cx="16764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3E6"/>
          </a:solidFill>
          <a:ln xmlns:a="http://schemas.openxmlformats.org/drawingml/2006/main" w="12383">
            <a:solidFill>
              <a:srgbClr val="202A39"/>
            </a:solidFill>
            <a:prstDash val="solid"/>
          </a:ln>
        </p:spPr>
      </p:sp>
      <p:sp>
        <p:nvSpPr>
          <p:cNvPr id="93" name="Geographic (b)&#10;2 heads, hop mask">
            <a:extLst xmlns:a="http://schemas.openxmlformats.org/drawingml/2006/main">
              <a:ext uri="{FF2B5EF4-FFF2-40B4-BE49-F238E27FC236}">
                <a16:creationId xmlns:a16="http://schemas.microsoft.com/office/drawing/2014/main" id="{68313E62-F117-46FD-8A6D-1431FD696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6915150"/>
            <a:ext cx="1600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Geographic (b)</a:t>
            </a:r>
          </a:p>
          <a:p xmlns:a="http://schemas.openxmlformats.org/drawingml/2006/main">
            <a:pPr algn="ctr"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2 heads, hop mask</a:t>
            </a:r>
          </a:p>
        </p:txBody>
      </p:sp>
      <p:sp>
        <p:nvSpPr>
          <p:cNvPr id="94" name="line-61">
            <a:extLst xmlns:a="http://schemas.openxmlformats.org/drawingml/2006/main">
              <a:ext uri="{FF2B5EF4-FFF2-40B4-BE49-F238E27FC236}">
                <a16:creationId xmlns:a16="http://schemas.microsoft.com/office/drawing/2014/main" id="{4ABCD8C5-C677-47F1-A3D4-99BC2BC14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619875"/>
            <a:ext cx="95" cy="276225"/>
          </a:xfrm>
          <a:custGeom xmlns:a="http://schemas.openxmlformats.org/drawingml/2006/main">
            <a:pathLst>
              <a:path w="95" h="276225">
                <a:moveTo>
                  <a:pt x="0" y="2762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95" name="line-62">
            <a:extLst xmlns:a="http://schemas.openxmlformats.org/drawingml/2006/main">
              <a:ext uri="{FF2B5EF4-FFF2-40B4-BE49-F238E27FC236}">
                <a16:creationId xmlns:a16="http://schemas.microsoft.com/office/drawing/2014/main" id="{F28B947A-DE9B-4230-B294-0C111D9AA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619875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96" name="line-63">
            <a:extLst xmlns:a="http://schemas.openxmlformats.org/drawingml/2006/main">
              <a:ext uri="{FF2B5EF4-FFF2-40B4-BE49-F238E27FC236}">
                <a16:creationId xmlns:a16="http://schemas.microsoft.com/office/drawing/2014/main" id="{A78B07E7-718F-4732-AA90-3FC6C9CC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711" y="6619875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97" name="line-64">
            <a:extLst xmlns:a="http://schemas.openxmlformats.org/drawingml/2006/main">
              <a:ext uri="{FF2B5EF4-FFF2-40B4-BE49-F238E27FC236}">
                <a16:creationId xmlns:a16="http://schemas.microsoft.com/office/drawing/2014/main" id="{0815E14B-3BAB-4D05-9029-DFB575F0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7515225"/>
            <a:ext cx="95" cy="238125"/>
          </a:xfrm>
          <a:custGeom xmlns:a="http://schemas.openxmlformats.org/drawingml/2006/main">
            <a:pathLst>
              <a:path w="95" h="238125">
                <a:moveTo>
                  <a:pt x="0" y="2381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98" name="line-65">
            <a:extLst xmlns:a="http://schemas.openxmlformats.org/drawingml/2006/main">
              <a:ext uri="{FF2B5EF4-FFF2-40B4-BE49-F238E27FC236}">
                <a16:creationId xmlns:a16="http://schemas.microsoft.com/office/drawing/2014/main" id="{2E709F9E-71E7-46F0-BC04-03E7C6CE9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7515225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99" name="line-66">
            <a:extLst xmlns:a="http://schemas.openxmlformats.org/drawingml/2006/main">
              <a:ext uri="{FF2B5EF4-FFF2-40B4-BE49-F238E27FC236}">
                <a16:creationId xmlns:a16="http://schemas.microsoft.com/office/drawing/2014/main" id="{9BE820F4-7D2C-422F-8787-206ECF4A5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711" y="7515225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00" name="Semantic attention&#10;2 heads, corr. mask">
            <a:extLst xmlns:a="http://schemas.openxmlformats.org/drawingml/2006/main">
              <a:ext uri="{FF2B5EF4-FFF2-40B4-BE49-F238E27FC236}">
                <a16:creationId xmlns:a16="http://schemas.microsoft.com/office/drawing/2014/main" id="{94CA61F8-877F-4165-8387-0E8AC4753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6896100"/>
            <a:ext cx="16764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D8"/>
          </a:solidFill>
          <a:ln xmlns:a="http://schemas.openxmlformats.org/drawingml/2006/main" w="12383">
            <a:solidFill>
              <a:srgbClr val="202A39"/>
            </a:solidFill>
            <a:prstDash val="solid"/>
          </a:ln>
        </p:spPr>
      </p:sp>
      <p:sp>
        <p:nvSpPr>
          <p:cNvPr id="101" name="Semantic attention&#10;2 heads, corr. mask">
            <a:extLst xmlns:a="http://schemas.openxmlformats.org/drawingml/2006/main">
              <a:ext uri="{FF2B5EF4-FFF2-40B4-BE49-F238E27FC236}">
                <a16:creationId xmlns:a16="http://schemas.microsoft.com/office/drawing/2014/main" id="{86B23458-6B25-4A67-9A9C-B2A2BB142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6915150"/>
            <a:ext cx="1600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Semantic attention</a:t>
            </a:r>
          </a:p>
          <a:p xmlns:a="http://schemas.openxmlformats.org/drawingml/2006/main">
            <a:pPr algn="ctr"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2 heads, corr. mask</a:t>
            </a:r>
          </a:p>
        </p:txBody>
      </p:sp>
      <p:sp>
        <p:nvSpPr>
          <p:cNvPr id="102" name="line-67">
            <a:extLst xmlns:a="http://schemas.openxmlformats.org/drawingml/2006/main">
              <a:ext uri="{FF2B5EF4-FFF2-40B4-BE49-F238E27FC236}">
                <a16:creationId xmlns:a16="http://schemas.microsoft.com/office/drawing/2014/main" id="{FE51A681-A0F0-4D6E-95FB-F42D2F65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6619875"/>
            <a:ext cx="95" cy="276225"/>
          </a:xfrm>
          <a:custGeom xmlns:a="http://schemas.openxmlformats.org/drawingml/2006/main">
            <a:pathLst>
              <a:path w="95" h="276225">
                <a:moveTo>
                  <a:pt x="0" y="2762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03" name="line-68">
            <a:extLst xmlns:a="http://schemas.openxmlformats.org/drawingml/2006/main">
              <a:ext uri="{FF2B5EF4-FFF2-40B4-BE49-F238E27FC236}">
                <a16:creationId xmlns:a16="http://schemas.microsoft.com/office/drawing/2014/main" id="{D4F5DA40-0067-4947-BACC-2AEA665A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6619875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04" name="line-69">
            <a:extLst xmlns:a="http://schemas.openxmlformats.org/drawingml/2006/main">
              <a:ext uri="{FF2B5EF4-FFF2-40B4-BE49-F238E27FC236}">
                <a16:creationId xmlns:a16="http://schemas.microsoft.com/office/drawing/2014/main" id="{DD47EEB0-FE50-4CCA-880F-4CB804E4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2886" y="6619875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05" name="line-70">
            <a:extLst xmlns:a="http://schemas.openxmlformats.org/drawingml/2006/main">
              <a:ext uri="{FF2B5EF4-FFF2-40B4-BE49-F238E27FC236}">
                <a16:creationId xmlns:a16="http://schemas.microsoft.com/office/drawing/2014/main" id="{F8C9DE45-C8BF-4423-AFEF-EDACA3FC2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7515225"/>
            <a:ext cx="95" cy="238125"/>
          </a:xfrm>
          <a:custGeom xmlns:a="http://schemas.openxmlformats.org/drawingml/2006/main">
            <a:pathLst>
              <a:path w="95" h="238125">
                <a:moveTo>
                  <a:pt x="0" y="2381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06" name="line-71">
            <a:extLst xmlns:a="http://schemas.openxmlformats.org/drawingml/2006/main">
              <a:ext uri="{FF2B5EF4-FFF2-40B4-BE49-F238E27FC236}">
                <a16:creationId xmlns:a16="http://schemas.microsoft.com/office/drawing/2014/main" id="{3EB96755-561D-4B36-879C-0F2D7F304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7515225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07" name="line-72">
            <a:extLst xmlns:a="http://schemas.openxmlformats.org/drawingml/2006/main">
              <a:ext uri="{FF2B5EF4-FFF2-40B4-BE49-F238E27FC236}">
                <a16:creationId xmlns:a16="http://schemas.microsoft.com/office/drawing/2014/main" id="{D2745875-5DE3-4C85-9ACD-68771C78D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2886" y="7515225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08" name="line-73">
            <a:extLst xmlns:a="http://schemas.openxmlformats.org/drawingml/2006/main">
              <a:ext uri="{FF2B5EF4-FFF2-40B4-BE49-F238E27FC236}">
                <a16:creationId xmlns:a16="http://schemas.microsoft.com/office/drawing/2014/main" id="{281C264F-F9AA-4037-815A-AAF3AE3A8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7753350"/>
            <a:ext cx="3562350" cy="95"/>
          </a:xfrm>
          <a:custGeom xmlns:a="http://schemas.openxmlformats.org/drawingml/2006/main">
            <a:pathLst>
              <a:path w="3562350" h="95">
                <a:moveTo>
                  <a:pt x="0" y="0"/>
                </a:moveTo>
                <a:lnTo>
                  <a:pt x="3562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09" name="line-74">
            <a:extLst xmlns:a="http://schemas.openxmlformats.org/drawingml/2006/main">
              <a:ext uri="{FF2B5EF4-FFF2-40B4-BE49-F238E27FC236}">
                <a16:creationId xmlns:a16="http://schemas.microsoft.com/office/drawing/2014/main" id="{623F3771-369A-477A-AE54-D94BD4145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7753350"/>
            <a:ext cx="95" cy="200025"/>
          </a:xfrm>
          <a:custGeom xmlns:a="http://schemas.openxmlformats.org/drawingml/2006/main">
            <a:pathLst>
              <a:path w="95" h="200025">
                <a:moveTo>
                  <a:pt x="0" y="2000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10" name="line-75">
            <a:extLst xmlns:a="http://schemas.openxmlformats.org/drawingml/2006/main">
              <a:ext uri="{FF2B5EF4-FFF2-40B4-BE49-F238E27FC236}">
                <a16:creationId xmlns:a16="http://schemas.microsoft.com/office/drawing/2014/main" id="{B9764E6A-31D3-458F-8809-3A9197C27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7753350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11" name="line-76">
            <a:extLst xmlns:a="http://schemas.openxmlformats.org/drawingml/2006/main">
              <a:ext uri="{FF2B5EF4-FFF2-40B4-BE49-F238E27FC236}">
                <a16:creationId xmlns:a16="http://schemas.microsoft.com/office/drawing/2014/main" id="{B0FB8ABB-8811-43D8-9190-E0E51504B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711" y="7753350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12" name="LayerNorm">
            <a:extLst xmlns:a="http://schemas.openxmlformats.org/drawingml/2006/main">
              <a:ext uri="{FF2B5EF4-FFF2-40B4-BE49-F238E27FC236}">
                <a16:creationId xmlns:a16="http://schemas.microsoft.com/office/drawing/2014/main" id="{03E9AD63-9FB2-4387-B45E-30D8553FF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7953375"/>
            <a:ext cx="1866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12383">
            <a:solidFill>
              <a:srgbClr val="202A39"/>
            </a:solidFill>
            <a:prstDash val="solid"/>
          </a:ln>
        </p:spPr>
      </p:sp>
      <p:sp>
        <p:nvSpPr>
          <p:cNvPr id="113" name="LayerNorm">
            <a:extLst xmlns:a="http://schemas.openxmlformats.org/drawingml/2006/main">
              <a:ext uri="{FF2B5EF4-FFF2-40B4-BE49-F238E27FC236}">
                <a16:creationId xmlns:a16="http://schemas.microsoft.com/office/drawing/2014/main" id="{2B1F7DD9-A591-4095-B474-89D38AE0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7972425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LayerNorm</a:t>
            </a:r>
          </a:p>
        </p:txBody>
      </p:sp>
      <p:sp>
        <p:nvSpPr>
          <p:cNvPr id="114" name="line-77">
            <a:extLst xmlns:a="http://schemas.openxmlformats.org/drawingml/2006/main">
              <a:ext uri="{FF2B5EF4-FFF2-40B4-BE49-F238E27FC236}">
                <a16:creationId xmlns:a16="http://schemas.microsoft.com/office/drawing/2014/main" id="{A71F8CEB-5BEF-43B5-9CDB-613B8CBE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8296275"/>
            <a:ext cx="95" cy="190500"/>
          </a:xfrm>
          <a:custGeom xmlns:a="http://schemas.openxmlformats.org/drawingml/2006/main">
            <a:pathLst>
              <a:path w="95" h="190500">
                <a:moveTo>
                  <a:pt x="0" y="1905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15" name="line-78">
            <a:extLst xmlns:a="http://schemas.openxmlformats.org/drawingml/2006/main">
              <a:ext uri="{FF2B5EF4-FFF2-40B4-BE49-F238E27FC236}">
                <a16:creationId xmlns:a16="http://schemas.microsoft.com/office/drawing/2014/main" id="{5DCB59A9-893D-451D-95EF-5EA4159AE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8296275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16" name="line-79">
            <a:extLst xmlns:a="http://schemas.openxmlformats.org/drawingml/2006/main">
              <a:ext uri="{FF2B5EF4-FFF2-40B4-BE49-F238E27FC236}">
                <a16:creationId xmlns:a16="http://schemas.microsoft.com/office/drawing/2014/main" id="{7A81F025-5271-40F9-A7A4-005B84276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711" y="8296275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17" name="line-80">
            <a:extLst xmlns:a="http://schemas.openxmlformats.org/drawingml/2006/main">
              <a:ext uri="{FF2B5EF4-FFF2-40B4-BE49-F238E27FC236}">
                <a16:creationId xmlns:a16="http://schemas.microsoft.com/office/drawing/2014/main" id="{99B1D29C-261D-4CCD-8FB4-7580AAC31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8439150"/>
            <a:ext cx="2752725" cy="95"/>
          </a:xfrm>
          <a:custGeom xmlns:a="http://schemas.openxmlformats.org/drawingml/2006/main">
            <a:pathLst>
              <a:path w="2752725" h="95">
                <a:moveTo>
                  <a:pt x="0" y="0"/>
                </a:moveTo>
                <a:lnTo>
                  <a:pt x="2752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18" name="line-81">
            <a:extLst xmlns:a="http://schemas.openxmlformats.org/drawingml/2006/main">
              <a:ext uri="{FF2B5EF4-FFF2-40B4-BE49-F238E27FC236}">
                <a16:creationId xmlns:a16="http://schemas.microsoft.com/office/drawing/2014/main" id="{BD14B028-8C20-4614-87A1-1E73C80E8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225" y="5715000"/>
            <a:ext cx="95" cy="2724150"/>
          </a:xfrm>
          <a:custGeom xmlns:a="http://schemas.openxmlformats.org/drawingml/2006/main">
            <a:pathLst>
              <a:path w="95" h="2724150">
                <a:moveTo>
                  <a:pt x="0" y="27241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19" name="line-82">
            <a:extLst xmlns:a="http://schemas.openxmlformats.org/drawingml/2006/main">
              <a:ext uri="{FF2B5EF4-FFF2-40B4-BE49-F238E27FC236}">
                <a16:creationId xmlns:a16="http://schemas.microsoft.com/office/drawing/2014/main" id="{50B08EF0-49E7-4B4C-9FF8-BE0C24109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5715000"/>
            <a:ext cx="2628900" cy="95"/>
          </a:xfrm>
          <a:custGeom xmlns:a="http://schemas.openxmlformats.org/drawingml/2006/main">
            <a:pathLst>
              <a:path w="2628900" h="95">
                <a:moveTo>
                  <a:pt x="26289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20" name="line-83">
            <a:extLst xmlns:a="http://schemas.openxmlformats.org/drawingml/2006/main">
              <a:ext uri="{FF2B5EF4-FFF2-40B4-BE49-F238E27FC236}">
                <a16:creationId xmlns:a16="http://schemas.microsoft.com/office/drawing/2014/main" id="{0DF5C9AA-EB04-4E0F-9B59-BD054F57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5684211"/>
            <a:ext cx="59140" cy="30789"/>
          </a:xfrm>
          <a:custGeom xmlns:a="http://schemas.openxmlformats.org/drawingml/2006/main">
            <a:pathLst>
              <a:path w="59140" h="30789">
                <a:moveTo>
                  <a:pt x="0" y="30789"/>
                </a:moveTo>
                <a:lnTo>
                  <a:pt x="59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21" name="line-84">
            <a:extLst xmlns:a="http://schemas.openxmlformats.org/drawingml/2006/main">
              <a:ext uri="{FF2B5EF4-FFF2-40B4-BE49-F238E27FC236}">
                <a16:creationId xmlns:a16="http://schemas.microsoft.com/office/drawing/2014/main" id="{33314229-73BB-4466-B462-EB15DA07D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5715000"/>
            <a:ext cx="59140" cy="30789"/>
          </a:xfrm>
          <a:custGeom xmlns:a="http://schemas.openxmlformats.org/drawingml/2006/main">
            <a:pathLst>
              <a:path w="59140" h="30789">
                <a:moveTo>
                  <a:pt x="0" y="0"/>
                </a:moveTo>
                <a:lnTo>
                  <a:pt x="59140" y="3078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22" name="line-85">
            <a:extLst xmlns:a="http://schemas.openxmlformats.org/drawingml/2006/main">
              <a:ext uri="{FF2B5EF4-FFF2-40B4-BE49-F238E27FC236}">
                <a16:creationId xmlns:a16="http://schemas.microsoft.com/office/drawing/2014/main" id="{FA9B5CDD-D6F1-47A9-AFAA-3391FD01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495925"/>
            <a:ext cx="2724150" cy="95"/>
          </a:xfrm>
          <a:custGeom xmlns:a="http://schemas.openxmlformats.org/drawingml/2006/main">
            <a:pathLst>
              <a:path w="2724150" h="95">
                <a:moveTo>
                  <a:pt x="27241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23" name="line-86">
            <a:extLst xmlns:a="http://schemas.openxmlformats.org/drawingml/2006/main">
              <a:ext uri="{FF2B5EF4-FFF2-40B4-BE49-F238E27FC236}">
                <a16:creationId xmlns:a16="http://schemas.microsoft.com/office/drawing/2014/main" id="{D185BEEF-C81F-481D-976D-184034D0D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095750"/>
            <a:ext cx="95" cy="1400175"/>
          </a:xfrm>
          <a:custGeom xmlns:a="http://schemas.openxmlformats.org/drawingml/2006/main">
            <a:pathLst>
              <a:path w="95" h="1400175">
                <a:moveTo>
                  <a:pt x="0" y="14001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24" name="line-87">
            <a:extLst xmlns:a="http://schemas.openxmlformats.org/drawingml/2006/main">
              <a:ext uri="{FF2B5EF4-FFF2-40B4-BE49-F238E27FC236}">
                <a16:creationId xmlns:a16="http://schemas.microsoft.com/office/drawing/2014/main" id="{860DA04D-D776-4504-8432-44353E0A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095750"/>
            <a:ext cx="2600325" cy="95"/>
          </a:xfrm>
          <a:custGeom xmlns:a="http://schemas.openxmlformats.org/drawingml/2006/main">
            <a:pathLst>
              <a:path w="2600325" h="95">
                <a:moveTo>
                  <a:pt x="0" y="0"/>
                </a:moveTo>
                <a:lnTo>
                  <a:pt x="2600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25" name="line-88">
            <a:extLst xmlns:a="http://schemas.openxmlformats.org/drawingml/2006/main">
              <a:ext uri="{FF2B5EF4-FFF2-40B4-BE49-F238E27FC236}">
                <a16:creationId xmlns:a16="http://schemas.microsoft.com/office/drawing/2014/main" id="{9DF5D0EB-3365-464B-80B0-EE6E4AFF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9535" y="4095750"/>
            <a:ext cx="59140" cy="30789"/>
          </a:xfrm>
          <a:custGeom xmlns:a="http://schemas.openxmlformats.org/drawingml/2006/main"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26" name="line-89">
            <a:extLst xmlns:a="http://schemas.openxmlformats.org/drawingml/2006/main">
              <a:ext uri="{FF2B5EF4-FFF2-40B4-BE49-F238E27FC236}">
                <a16:creationId xmlns:a16="http://schemas.microsoft.com/office/drawing/2014/main" id="{A5A7D62A-77BC-4AA9-B6B7-1617E811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9535" y="4064961"/>
            <a:ext cx="59140" cy="30789"/>
          </a:xfrm>
          <a:custGeom xmlns:a="http://schemas.openxmlformats.org/drawingml/2006/main"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27" name="residual">
            <a:extLst xmlns:a="http://schemas.openxmlformats.org/drawingml/2006/main">
              <a:ext uri="{FF2B5EF4-FFF2-40B4-BE49-F238E27FC236}">
                <a16:creationId xmlns:a16="http://schemas.microsoft.com/office/drawing/2014/main" id="{364A1DE1-7A41-4161-9DB0-45D476BD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8172450"/>
            <a:ext cx="1095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5" b="0" i="1">
                <a:solidFill>
                  <a:srgbClr val="6B707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275" b="0" i="1">
                <a:solidFill>
                  <a:srgbClr val="6B707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1">
                <a:solidFill>
                  <a:srgbClr val="6B7079"/>
                </a:solidFill>
                <a:latin typeface="Times New Roman"/>
                <a:ea typeface="Times New Roman"/>
                <a:cs typeface="Times New Roman"/>
              </a:rPr>
              <a:t>residual</a:t>
            </a:r>
          </a:p>
        </p:txBody>
      </p:sp>
      <p:sp>
        <p:nvSpPr>
          <p:cNvPr id="128" name="residual">
            <a:extLst xmlns:a="http://schemas.openxmlformats.org/drawingml/2006/main">
              <a:ext uri="{FF2B5EF4-FFF2-40B4-BE49-F238E27FC236}">
                <a16:creationId xmlns:a16="http://schemas.microsoft.com/office/drawing/2014/main" id="{A5D8B69A-BA30-4CF6-8C3B-A5ED4E5C0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38750"/>
            <a:ext cx="1057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5" b="0" i="1">
                <a:solidFill>
                  <a:srgbClr val="6B707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275" b="0" i="1">
                <a:solidFill>
                  <a:srgbClr val="6B707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1">
                <a:solidFill>
                  <a:srgbClr val="6B7079"/>
                </a:solidFill>
                <a:latin typeface="Times New Roman"/>
                <a:ea typeface="Times New Roman"/>
                <a:cs typeface="Times New Roman"/>
              </a:rPr>
              <a:t>residual</a:t>
            </a:r>
          </a:p>
        </p:txBody>
      </p:sp>
      <p:sp>
        <p:nvSpPr>
          <p:cNvPr id="129" name="line-90">
            <a:extLst xmlns:a="http://schemas.openxmlformats.org/drawingml/2006/main">
              <a:ext uri="{FF2B5EF4-FFF2-40B4-BE49-F238E27FC236}">
                <a16:creationId xmlns:a16="http://schemas.microsoft.com/office/drawing/2014/main" id="{2E77B60F-6EF7-473E-BD0A-52A9EB15E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8620125"/>
            <a:ext cx="95" cy="142875"/>
          </a:xfrm>
          <a:custGeom xmlns:a="http://schemas.openxmlformats.org/drawingml/2006/main">
            <a:pathLst>
              <a:path w="95" h="142875">
                <a:moveTo>
                  <a:pt x="0" y="1428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30" name="line-91">
            <a:extLst xmlns:a="http://schemas.openxmlformats.org/drawingml/2006/main">
              <a:ext uri="{FF2B5EF4-FFF2-40B4-BE49-F238E27FC236}">
                <a16:creationId xmlns:a16="http://schemas.microsoft.com/office/drawing/2014/main" id="{A00EC114-AD0F-4820-9E14-BA1F56694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8620125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31" name="line-92">
            <a:extLst xmlns:a="http://schemas.openxmlformats.org/drawingml/2006/main">
              <a:ext uri="{FF2B5EF4-FFF2-40B4-BE49-F238E27FC236}">
                <a16:creationId xmlns:a16="http://schemas.microsoft.com/office/drawing/2014/main" id="{CA0F394F-7E83-47F4-B4A2-9D08CE1D5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711" y="8620125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32" name="operator-+">
            <a:extLst xmlns:a="http://schemas.openxmlformats.org/drawingml/2006/main">
              <a:ext uri="{FF2B5EF4-FFF2-40B4-BE49-F238E27FC236}">
                <a16:creationId xmlns:a16="http://schemas.microsoft.com/office/drawing/2014/main" id="{C79F6BCD-A55A-48DC-96AD-6867696BE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87915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02A39"/>
            </a:solidFill>
          </a:ln>
        </p:spPr>
      </p:sp>
      <p:sp>
        <p:nvSpPr>
          <p:cNvPr id="133" name="+">
            <a:extLst xmlns:a="http://schemas.openxmlformats.org/drawingml/2006/main">
              <a:ext uri="{FF2B5EF4-FFF2-40B4-BE49-F238E27FC236}">
                <a16:creationId xmlns:a16="http://schemas.microsoft.com/office/drawing/2014/main" id="{3EAD4DAE-B634-4044-B201-900D1E6D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87915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6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134" name="line-93">
            <a:extLst xmlns:a="http://schemas.openxmlformats.org/drawingml/2006/main">
              <a:ext uri="{FF2B5EF4-FFF2-40B4-BE49-F238E27FC236}">
                <a16:creationId xmlns:a16="http://schemas.microsoft.com/office/drawing/2014/main" id="{65696945-5101-4590-99CD-AF0D0E8B2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9029700"/>
            <a:ext cx="95" cy="180975"/>
          </a:xfrm>
          <a:custGeom xmlns:a="http://schemas.openxmlformats.org/drawingml/2006/main">
            <a:pathLst>
              <a:path w="95" h="180975">
                <a:moveTo>
                  <a:pt x="0" y="1809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35" name="line-94">
            <a:extLst xmlns:a="http://schemas.openxmlformats.org/drawingml/2006/main">
              <a:ext uri="{FF2B5EF4-FFF2-40B4-BE49-F238E27FC236}">
                <a16:creationId xmlns:a16="http://schemas.microsoft.com/office/drawing/2014/main" id="{CB437D54-6F80-4FA8-9A9F-0F4C5BBDA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9029700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36" name="line-95">
            <a:extLst xmlns:a="http://schemas.openxmlformats.org/drawingml/2006/main">
              <a:ext uri="{FF2B5EF4-FFF2-40B4-BE49-F238E27FC236}">
                <a16:creationId xmlns:a16="http://schemas.microsoft.com/office/drawing/2014/main" id="{0FDAD812-F71A-4B9B-A72A-22F7CDC83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711" y="9029700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37" name="Grouped Linear + GELU&#10;Mean aggregation">
            <a:extLst xmlns:a="http://schemas.openxmlformats.org/drawingml/2006/main">
              <a:ext uri="{FF2B5EF4-FFF2-40B4-BE49-F238E27FC236}">
                <a16:creationId xmlns:a16="http://schemas.microsoft.com/office/drawing/2014/main" id="{EC27C8C8-99F2-4537-A814-E9C25A634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9210675"/>
            <a:ext cx="3619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12383">
            <a:solidFill>
              <a:srgbClr val="202A39"/>
            </a:solidFill>
            <a:prstDash val="solid"/>
          </a:ln>
        </p:spPr>
      </p:sp>
      <p:sp>
        <p:nvSpPr>
          <p:cNvPr id="138" name="Grouped Linear + GELU&#10;Mean aggregation">
            <a:extLst xmlns:a="http://schemas.openxmlformats.org/drawingml/2006/main">
              <a:ext uri="{FF2B5EF4-FFF2-40B4-BE49-F238E27FC236}">
                <a16:creationId xmlns:a16="http://schemas.microsoft.com/office/drawing/2014/main" id="{9AFCC5A8-E78F-493F-BCBD-54BEFD3DC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9229725"/>
            <a:ext cx="3543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6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Grouped Linear + GELU</a:t>
            </a:r>
          </a:p>
          <a:p xmlns:a="http://schemas.openxmlformats.org/drawingml/2006/main">
            <a:pPr algn="ctr">
              <a:defRPr sz="16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Mean aggregation</a:t>
            </a:r>
          </a:p>
        </p:txBody>
      </p:sp>
      <p:sp>
        <p:nvSpPr>
          <p:cNvPr id="139" name="line-96">
            <a:extLst xmlns:a="http://schemas.openxmlformats.org/drawingml/2006/main">
              <a:ext uri="{FF2B5EF4-FFF2-40B4-BE49-F238E27FC236}">
                <a16:creationId xmlns:a16="http://schemas.microsoft.com/office/drawing/2014/main" id="{291FF8D4-947B-4B2B-BB28-6E733DE0F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9744075"/>
            <a:ext cx="95" cy="219075"/>
          </a:xfrm>
          <a:custGeom xmlns:a="http://schemas.openxmlformats.org/drawingml/2006/main">
            <a:pathLst>
              <a:path w="95" h="219075">
                <a:moveTo>
                  <a:pt x="0" y="2190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40" name="line-97">
            <a:extLst xmlns:a="http://schemas.openxmlformats.org/drawingml/2006/main">
              <a:ext uri="{FF2B5EF4-FFF2-40B4-BE49-F238E27FC236}">
                <a16:creationId xmlns:a16="http://schemas.microsoft.com/office/drawing/2014/main" id="{9D2221F6-1CBB-4B2C-BAC0-76376831D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9744075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41" name="line-98">
            <a:extLst xmlns:a="http://schemas.openxmlformats.org/drawingml/2006/main">
              <a:ext uri="{FF2B5EF4-FFF2-40B4-BE49-F238E27FC236}">
                <a16:creationId xmlns:a16="http://schemas.microsoft.com/office/drawing/2014/main" id="{010720FD-7E74-41D9-BE40-05EEDDE1C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711" y="9744075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42" name="Historical features X (30 × 38 × 27)">
            <a:extLst xmlns:a="http://schemas.openxmlformats.org/drawingml/2006/main">
              <a:ext uri="{FF2B5EF4-FFF2-40B4-BE49-F238E27FC236}">
                <a16:creationId xmlns:a16="http://schemas.microsoft.com/office/drawing/2014/main" id="{4E5D3F6A-8609-412C-B0F7-AF918C98E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9991725"/>
            <a:ext cx="518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72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Historical features X (30 × 38 × 27)</a:t>
            </a:r>
          </a:p>
        </p:txBody>
      </p:sp>
      <p:sp>
        <p:nvSpPr>
          <p:cNvPr id="143" name="Time + Laplacian&#10;+ node embeddings">
            <a:extLst xmlns:a="http://schemas.openxmlformats.org/drawingml/2006/main">
              <a:ext uri="{FF2B5EF4-FFF2-40B4-BE49-F238E27FC236}">
                <a16:creationId xmlns:a16="http://schemas.microsoft.com/office/drawing/2014/main" id="{DCB559C5-D830-4868-B246-0563C670D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8724900"/>
            <a:ext cx="2266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0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Time + Laplacian</a:t>
            </a:r>
          </a:p>
          <a:p xmlns:a="http://schemas.openxmlformats.org/drawingml/2006/main">
            <a:pPr algn="ctr">
              <a:defRPr sz="150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+ node embeddings</a:t>
            </a:r>
          </a:p>
        </p:txBody>
      </p:sp>
      <p:sp>
        <p:nvSpPr>
          <p:cNvPr id="144" name="line-99">
            <a:extLst xmlns:a="http://schemas.openxmlformats.org/drawingml/2006/main">
              <a:ext uri="{FF2B5EF4-FFF2-40B4-BE49-F238E27FC236}">
                <a16:creationId xmlns:a16="http://schemas.microsoft.com/office/drawing/2014/main" id="{B6C1B5AF-5F67-4391-9AC7-1CA3794C2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8915400"/>
            <a:ext cx="800100" cy="95"/>
          </a:xfrm>
          <a:custGeom xmlns:a="http://schemas.openxmlformats.org/drawingml/2006/main">
            <a:pathLst>
              <a:path w="800100" h="95">
                <a:moveTo>
                  <a:pt x="8001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6B7079"/>
            </a:solidFill>
            <a:prstDash val="solid"/>
          </a:ln>
        </p:spPr>
      </p:sp>
      <p:sp>
        <p:nvSpPr>
          <p:cNvPr id="145" name="line-100">
            <a:extLst xmlns:a="http://schemas.openxmlformats.org/drawingml/2006/main">
              <a:ext uri="{FF2B5EF4-FFF2-40B4-BE49-F238E27FC236}">
                <a16:creationId xmlns:a16="http://schemas.microsoft.com/office/drawing/2014/main" id="{3E773223-8299-4201-8550-34C16EB2A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8884611"/>
            <a:ext cx="59140" cy="30789"/>
          </a:xfrm>
          <a:custGeom xmlns:a="http://schemas.openxmlformats.org/drawingml/2006/main">
            <a:pathLst>
              <a:path w="59140" h="30789">
                <a:moveTo>
                  <a:pt x="0" y="30789"/>
                </a:moveTo>
                <a:lnTo>
                  <a:pt x="59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6B7079"/>
            </a:solidFill>
            <a:prstDash val="solid"/>
          </a:ln>
        </p:spPr>
      </p:sp>
      <p:sp>
        <p:nvSpPr>
          <p:cNvPr id="146" name="line-101">
            <a:extLst xmlns:a="http://schemas.openxmlformats.org/drawingml/2006/main">
              <a:ext uri="{FF2B5EF4-FFF2-40B4-BE49-F238E27FC236}">
                <a16:creationId xmlns:a16="http://schemas.microsoft.com/office/drawing/2014/main" id="{F3FFF393-B473-4E85-9EBB-D41B67573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8915400"/>
            <a:ext cx="59140" cy="30789"/>
          </a:xfrm>
          <a:custGeom xmlns:a="http://schemas.openxmlformats.org/drawingml/2006/main">
            <a:pathLst>
              <a:path w="59140" h="30789">
                <a:moveTo>
                  <a:pt x="0" y="0"/>
                </a:moveTo>
                <a:lnTo>
                  <a:pt x="59140" y="30789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6B7079"/>
            </a:solidFill>
            <a:prstDash val="solid"/>
          </a:ln>
        </p:spPr>
      </p:sp>
      <p:sp>
        <p:nvSpPr>
          <p:cNvPr id="147" name="6 feature groups">
            <a:extLst xmlns:a="http://schemas.openxmlformats.org/drawingml/2006/main">
              <a:ext uri="{FF2B5EF4-FFF2-40B4-BE49-F238E27FC236}">
                <a16:creationId xmlns:a16="http://schemas.microsoft.com/office/drawing/2014/main" id="{D28DA0EA-811B-40C5-8140-486F4081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9344025"/>
            <a:ext cx="1943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 i="1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75" b="0" i="1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1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6 feature groups</a:t>
            </a:r>
          </a:p>
        </p:txBody>
      </p:sp>
      <p:sp>
        <p:nvSpPr>
          <p:cNvPr id="148" name="line-102">
            <a:extLst xmlns:a="http://schemas.openxmlformats.org/drawingml/2006/main">
              <a:ext uri="{FF2B5EF4-FFF2-40B4-BE49-F238E27FC236}">
                <a16:creationId xmlns:a16="http://schemas.microsoft.com/office/drawing/2014/main" id="{5623547B-BBFC-4535-9474-D1DA9580F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9477375"/>
            <a:ext cx="333375" cy="95"/>
          </a:xfrm>
          <a:custGeom xmlns:a="http://schemas.openxmlformats.org/drawingml/2006/main">
            <a:pathLst>
              <a:path w="333375" h="95">
                <a:moveTo>
                  <a:pt x="0" y="0"/>
                </a:moveTo>
                <a:lnTo>
                  <a:pt x="333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6B7079"/>
            </a:solidFill>
            <a:prstDash val="solid"/>
          </a:ln>
        </p:spPr>
      </p:sp>
      <p:sp>
        <p:nvSpPr>
          <p:cNvPr id="149" name="line-103">
            <a:extLst xmlns:a="http://schemas.openxmlformats.org/drawingml/2006/main">
              <a:ext uri="{FF2B5EF4-FFF2-40B4-BE49-F238E27FC236}">
                <a16:creationId xmlns:a16="http://schemas.microsoft.com/office/drawing/2014/main" id="{2D2E46DA-25B7-40EA-8CC2-E6EE61A82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3610" y="9477375"/>
            <a:ext cx="59140" cy="30789"/>
          </a:xfrm>
          <a:custGeom xmlns:a="http://schemas.openxmlformats.org/drawingml/2006/main"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6B7079"/>
            </a:solidFill>
            <a:prstDash val="solid"/>
          </a:ln>
        </p:spPr>
      </p:sp>
      <p:sp>
        <p:nvSpPr>
          <p:cNvPr id="150" name="line-104">
            <a:extLst xmlns:a="http://schemas.openxmlformats.org/drawingml/2006/main">
              <a:ext uri="{FF2B5EF4-FFF2-40B4-BE49-F238E27FC236}">
                <a16:creationId xmlns:a16="http://schemas.microsoft.com/office/drawing/2014/main" id="{7F7DDF3B-70C1-4243-85FB-72658F976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3610" y="9446586"/>
            <a:ext cx="59140" cy="30789"/>
          </a:xfrm>
          <a:custGeom xmlns:a="http://schemas.openxmlformats.org/drawingml/2006/main"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6B7079"/>
            </a:solidFill>
            <a:prstDash val="solid"/>
          </a:ln>
        </p:spPr>
      </p:sp>
      <p:sp>
        <p:nvSpPr>
          <p:cNvPr id="151" name="line-105">
            <a:extLst xmlns:a="http://schemas.openxmlformats.org/drawingml/2006/main">
              <a:ext uri="{FF2B5EF4-FFF2-40B4-BE49-F238E27FC236}">
                <a16:creationId xmlns:a16="http://schemas.microsoft.com/office/drawing/2014/main" id="{B1C1C7FE-859A-4D76-BF09-14769C73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19350"/>
            <a:ext cx="762000" cy="95"/>
          </a:xfrm>
          <a:custGeom xmlns:a="http://schemas.openxmlformats.org/drawingml/2006/main">
            <a:pathLst>
              <a:path w="762000" h="95">
                <a:moveTo>
                  <a:pt x="7620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657386"/>
            </a:solidFill>
            <a:prstDash val="dash"/>
          </a:ln>
        </p:spPr>
      </p:sp>
      <p:sp>
        <p:nvSpPr>
          <p:cNvPr id="152" name="line-106">
            <a:extLst xmlns:a="http://schemas.openxmlformats.org/drawingml/2006/main">
              <a:ext uri="{FF2B5EF4-FFF2-40B4-BE49-F238E27FC236}">
                <a16:creationId xmlns:a16="http://schemas.microsoft.com/office/drawing/2014/main" id="{E181AB58-D2D7-4F4F-8978-2C4F98F7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743700"/>
            <a:ext cx="95" cy="152400"/>
          </a:xfrm>
          <a:custGeom xmlns:a="http://schemas.openxmlformats.org/drawingml/2006/main">
            <a:pathLst>
              <a:path w="95" h="152400">
                <a:moveTo>
                  <a:pt x="0" y="1524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657386"/>
            </a:solidFill>
            <a:prstDash val="dash"/>
          </a:ln>
        </p:spPr>
      </p:sp>
      <p:sp>
        <p:nvSpPr>
          <p:cNvPr id="153" name="line-107">
            <a:extLst xmlns:a="http://schemas.openxmlformats.org/drawingml/2006/main">
              <a:ext uri="{FF2B5EF4-FFF2-40B4-BE49-F238E27FC236}">
                <a16:creationId xmlns:a16="http://schemas.microsoft.com/office/drawing/2014/main" id="{51C543E0-EBD6-4A79-AF78-409A0EAF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743700"/>
            <a:ext cx="3143250" cy="95"/>
          </a:xfrm>
          <a:custGeom xmlns:a="http://schemas.openxmlformats.org/drawingml/2006/main">
            <a:pathLst>
              <a:path w="3143250" h="95">
                <a:moveTo>
                  <a:pt x="0" y="0"/>
                </a:moveTo>
                <a:lnTo>
                  <a:pt x="3143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657386"/>
            </a:solidFill>
            <a:prstDash val="dash"/>
          </a:ln>
        </p:spPr>
      </p:sp>
      <p:sp>
        <p:nvSpPr>
          <p:cNvPr id="154" name="line-108">
            <a:extLst xmlns:a="http://schemas.openxmlformats.org/drawingml/2006/main">
              <a:ext uri="{FF2B5EF4-FFF2-40B4-BE49-F238E27FC236}">
                <a16:creationId xmlns:a16="http://schemas.microsoft.com/office/drawing/2014/main" id="{AB9BB9D3-CAFC-4543-A0AD-209D5DA68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743700"/>
            <a:ext cx="190500" cy="95"/>
          </a:xfrm>
          <a:custGeom xmlns:a="http://schemas.openxmlformats.org/drawingml/2006/main">
            <a:pathLst>
              <a:path w="190500" h="9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657386"/>
            </a:solidFill>
            <a:prstDash val="dash"/>
          </a:ln>
        </p:spPr>
      </p:sp>
      <p:sp>
        <p:nvSpPr>
          <p:cNvPr id="155" name="Event-head detail">
            <a:extLst xmlns:a="http://schemas.openxmlformats.org/drawingml/2006/main">
              <a:ext uri="{FF2B5EF4-FFF2-40B4-BE49-F238E27FC236}">
                <a16:creationId xmlns:a16="http://schemas.microsoft.com/office/drawing/2014/main" id="{7E5925B9-F1D2-4AF9-B8AB-89C28DA2A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676400"/>
            <a:ext cx="4810125" cy="5448300"/>
          </a:xfrm>
          <a:prstGeom xmlns:a="http://schemas.openxmlformats.org/drawingml/2006/main" prst="roundRect">
            <a:avLst>
              <a:gd name="adj" fmla="val 5149"/>
            </a:avLst>
          </a:prstGeom>
          <a:solidFill xmlns:a="http://schemas.openxmlformats.org/drawingml/2006/main">
            <a:srgbClr val="FDFDFC"/>
          </a:solidFill>
          <a:ln xmlns:a="http://schemas.openxmlformats.org/drawingml/2006/main" w="14288">
            <a:solidFill>
              <a:srgbClr val="202A39"/>
            </a:solidFill>
            <a:prstDash val="dash"/>
          </a:ln>
        </p:spPr>
      </p:sp>
      <p:sp>
        <p:nvSpPr>
          <p:cNvPr id="156" name="(a) Process-informed event head">
            <a:extLst xmlns:a="http://schemas.openxmlformats.org/drawingml/2006/main">
              <a:ext uri="{FF2B5EF4-FFF2-40B4-BE49-F238E27FC236}">
                <a16:creationId xmlns:a16="http://schemas.microsoft.com/office/drawing/2014/main" id="{2F2A00D7-7258-40E9-BB10-B76AD1DD9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907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875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(a) Process-informed event head</a:t>
            </a:r>
          </a:p>
        </p:txBody>
      </p:sp>
      <p:sp>
        <p:nvSpPr>
          <p:cNvPr id="157" name="Occurrence, onset, duration and prefix">
            <a:extLst xmlns:a="http://schemas.openxmlformats.org/drawingml/2006/main">
              <a:ext uri="{FF2B5EF4-FFF2-40B4-BE49-F238E27FC236}">
                <a16:creationId xmlns:a16="http://schemas.microsoft.com/office/drawing/2014/main" id="{F812B85B-D42D-44FB-8894-049A929D9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05050"/>
            <a:ext cx="4048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BDD"/>
          </a:solidFill>
          <a:ln xmlns:a="http://schemas.openxmlformats.org/drawingml/2006/main" w="12383">
            <a:solidFill>
              <a:srgbClr val="202A39"/>
            </a:solidFill>
            <a:prstDash val="solid"/>
          </a:ln>
        </p:spPr>
      </p:sp>
      <p:sp>
        <p:nvSpPr>
          <p:cNvPr id="158" name="Occurrence, onset, duration and prefix">
            <a:extLst xmlns:a="http://schemas.openxmlformats.org/drawingml/2006/main">
              <a:ext uri="{FF2B5EF4-FFF2-40B4-BE49-F238E27FC236}">
                <a16:creationId xmlns:a16="http://schemas.microsoft.com/office/drawing/2014/main" id="{2085F840-60E3-4FE1-8E51-8A4A1908F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39719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Occurrence, onset, duration and prefix</a:t>
            </a:r>
          </a:p>
        </p:txBody>
      </p:sp>
      <p:sp>
        <p:nvSpPr>
          <p:cNvPr id="159" name="Hot / cold selection">
            <a:extLst xmlns:a="http://schemas.openxmlformats.org/drawingml/2006/main">
              <a:ext uri="{FF2B5EF4-FFF2-40B4-BE49-F238E27FC236}">
                <a16:creationId xmlns:a16="http://schemas.microsoft.com/office/drawing/2014/main" id="{563589D8-72DD-4B98-8E81-54E281632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943225"/>
            <a:ext cx="17240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BDD"/>
          </a:solidFill>
          <a:ln xmlns:a="http://schemas.openxmlformats.org/drawingml/2006/main" w="12383">
            <a:solidFill>
              <a:srgbClr val="202A39"/>
            </a:solidFill>
            <a:prstDash val="solid"/>
          </a:ln>
        </p:spPr>
      </p:sp>
      <p:sp>
        <p:nvSpPr>
          <p:cNvPr id="160" name="Hot / cold selection">
            <a:extLst xmlns:a="http://schemas.openxmlformats.org/drawingml/2006/main">
              <a:ext uri="{FF2B5EF4-FFF2-40B4-BE49-F238E27FC236}">
                <a16:creationId xmlns:a16="http://schemas.microsoft.com/office/drawing/2014/main" id="{CC680832-212A-434C-960A-3EC6871D2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962275"/>
            <a:ext cx="16478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0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Hot / cold selection</a:t>
            </a:r>
          </a:p>
        </p:txBody>
      </p:sp>
      <p:sp>
        <p:nvSpPr>
          <p:cNvPr id="161" name="line-109">
            <a:extLst xmlns:a="http://schemas.openxmlformats.org/drawingml/2006/main">
              <a:ext uri="{FF2B5EF4-FFF2-40B4-BE49-F238E27FC236}">
                <a16:creationId xmlns:a16="http://schemas.microsoft.com/office/drawing/2014/main" id="{E07B2260-B82C-454C-A52E-40999C348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781300"/>
            <a:ext cx="95" cy="161925"/>
          </a:xfrm>
          <a:custGeom xmlns:a="http://schemas.openxmlformats.org/drawingml/2006/main">
            <a:pathLst>
              <a:path w="95" h="161925">
                <a:moveTo>
                  <a:pt x="0" y="1619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62" name="line-110">
            <a:extLst xmlns:a="http://schemas.openxmlformats.org/drawingml/2006/main">
              <a:ext uri="{FF2B5EF4-FFF2-40B4-BE49-F238E27FC236}">
                <a16:creationId xmlns:a16="http://schemas.microsoft.com/office/drawing/2014/main" id="{3C81DC5C-EA75-42D2-9078-8B84A979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781300"/>
            <a:ext cx="1266825" cy="95"/>
          </a:xfrm>
          <a:custGeom xmlns:a="http://schemas.openxmlformats.org/drawingml/2006/main">
            <a:pathLst>
              <a:path w="1266825" h="95">
                <a:moveTo>
                  <a:pt x="0" y="0"/>
                </a:moveTo>
                <a:lnTo>
                  <a:pt x="1266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63" name="line-111">
            <a:extLst xmlns:a="http://schemas.openxmlformats.org/drawingml/2006/main">
              <a:ext uri="{FF2B5EF4-FFF2-40B4-BE49-F238E27FC236}">
                <a16:creationId xmlns:a16="http://schemas.microsoft.com/office/drawing/2014/main" id="{18576590-4FEE-482C-A3B6-D39245CE3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714625"/>
            <a:ext cx="95" cy="66675"/>
          </a:xfrm>
          <a:custGeom xmlns:a="http://schemas.openxmlformats.org/drawingml/2006/main">
            <a:pathLst>
              <a:path w="95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64" name="line-112">
            <a:extLst xmlns:a="http://schemas.openxmlformats.org/drawingml/2006/main">
              <a:ext uri="{FF2B5EF4-FFF2-40B4-BE49-F238E27FC236}">
                <a16:creationId xmlns:a16="http://schemas.microsoft.com/office/drawing/2014/main" id="{44EFB16A-CECE-4446-9BA1-09DC6F074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714625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65" name="line-113">
            <a:extLst xmlns:a="http://schemas.openxmlformats.org/drawingml/2006/main">
              <a:ext uri="{FF2B5EF4-FFF2-40B4-BE49-F238E27FC236}">
                <a16:creationId xmlns:a16="http://schemas.microsoft.com/office/drawing/2014/main" id="{03BE9612-AC79-4ABB-A5DA-C13961EA2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3361" y="2714625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66" name="History-end state">
            <a:extLst xmlns:a="http://schemas.openxmlformats.org/drawingml/2006/main">
              <a:ext uri="{FF2B5EF4-FFF2-40B4-BE49-F238E27FC236}">
                <a16:creationId xmlns:a16="http://schemas.microsoft.com/office/drawing/2014/main" id="{125EB731-220A-4B16-837E-77982C4F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48050"/>
            <a:ext cx="18383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0" i="1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425" b="0" i="1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1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History-end state</a:t>
            </a:r>
          </a:p>
        </p:txBody>
      </p:sp>
      <p:sp>
        <p:nvSpPr>
          <p:cNvPr id="167" name="line-114">
            <a:extLst xmlns:a="http://schemas.openxmlformats.org/drawingml/2006/main">
              <a:ext uri="{FF2B5EF4-FFF2-40B4-BE49-F238E27FC236}">
                <a16:creationId xmlns:a16="http://schemas.microsoft.com/office/drawing/2014/main" id="{31C8770E-5F3D-49CC-A7EC-B941E3FD2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52800"/>
            <a:ext cx="95" cy="95250"/>
          </a:xfrm>
          <a:custGeom xmlns:a="http://schemas.openxmlformats.org/drawingml/2006/main">
            <a:pathLst>
              <a:path w="95" h="95250">
                <a:moveTo>
                  <a:pt x="0" y="952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6B7079"/>
            </a:solidFill>
            <a:prstDash val="solid"/>
          </a:ln>
        </p:spPr>
      </p:sp>
      <p:sp>
        <p:nvSpPr>
          <p:cNvPr id="168" name="line-115">
            <a:extLst xmlns:a="http://schemas.openxmlformats.org/drawingml/2006/main">
              <a:ext uri="{FF2B5EF4-FFF2-40B4-BE49-F238E27FC236}">
                <a16:creationId xmlns:a16="http://schemas.microsoft.com/office/drawing/2014/main" id="{D320A8AF-B128-4391-B2E8-360169BE1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52800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6B7079"/>
            </a:solidFill>
            <a:prstDash val="solid"/>
          </a:ln>
        </p:spPr>
      </p:sp>
      <p:sp>
        <p:nvSpPr>
          <p:cNvPr id="169" name="line-116">
            <a:extLst xmlns:a="http://schemas.openxmlformats.org/drawingml/2006/main">
              <a:ext uri="{FF2B5EF4-FFF2-40B4-BE49-F238E27FC236}">
                <a16:creationId xmlns:a16="http://schemas.microsoft.com/office/drawing/2014/main" id="{05912862-E827-415C-99AB-C6E5418B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061" y="3352800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6B7079"/>
            </a:solidFill>
            <a:prstDash val="solid"/>
          </a:ln>
        </p:spPr>
      </p:sp>
      <p:sp>
        <p:nvSpPr>
          <p:cNvPr id="170" name="Continue&#10;head">
            <a:extLst xmlns:a="http://schemas.openxmlformats.org/drawingml/2006/main">
              <a:ext uri="{FF2B5EF4-FFF2-40B4-BE49-F238E27FC236}">
                <a16:creationId xmlns:a16="http://schemas.microsoft.com/office/drawing/2014/main" id="{9A8AFEB7-DEBB-46BA-B83A-E48255C2B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57625"/>
            <a:ext cx="8191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BDD"/>
          </a:solidFill>
          <a:ln xmlns:a="http://schemas.openxmlformats.org/drawingml/2006/main" w="12383">
            <a:solidFill>
              <a:srgbClr val="202A39"/>
            </a:solidFill>
            <a:prstDash val="solid"/>
          </a:ln>
        </p:spPr>
      </p:sp>
      <p:sp>
        <p:nvSpPr>
          <p:cNvPr id="171" name="Continue&#10;head">
            <a:extLst xmlns:a="http://schemas.openxmlformats.org/drawingml/2006/main">
              <a:ext uri="{FF2B5EF4-FFF2-40B4-BE49-F238E27FC236}">
                <a16:creationId xmlns:a16="http://schemas.microsoft.com/office/drawing/2014/main" id="{DCF4BC4E-C5CF-4ECB-B925-32EA0131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742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Continue</a:t>
            </a:r>
          </a:p>
          <a:p xmlns:a="http://schemas.openxmlformats.org/drawingml/2006/main">
            <a:pPr algn="ctr"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head</a:t>
            </a:r>
          </a:p>
        </p:txBody>
      </p:sp>
      <p:sp>
        <p:nvSpPr>
          <p:cNvPr id="172" name="line-117">
            <a:extLst xmlns:a="http://schemas.openxmlformats.org/drawingml/2006/main">
              <a:ext uri="{FF2B5EF4-FFF2-40B4-BE49-F238E27FC236}">
                <a16:creationId xmlns:a16="http://schemas.microsoft.com/office/drawing/2014/main" id="{82BF73AB-6FBD-43F0-A00A-1CC1C141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400550"/>
            <a:ext cx="95" cy="247650"/>
          </a:xfrm>
          <a:custGeom xmlns:a="http://schemas.openxmlformats.org/drawingml/2006/main">
            <a:pathLst>
              <a:path w="95" h="247650">
                <a:moveTo>
                  <a:pt x="0" y="2476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73" name="line-118">
            <a:extLst xmlns:a="http://schemas.openxmlformats.org/drawingml/2006/main">
              <a:ext uri="{FF2B5EF4-FFF2-40B4-BE49-F238E27FC236}">
                <a16:creationId xmlns:a16="http://schemas.microsoft.com/office/drawing/2014/main" id="{DF67A957-7ADD-4C34-85F9-EA617838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400550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74" name="line-119">
            <a:extLst xmlns:a="http://schemas.openxmlformats.org/drawingml/2006/main">
              <a:ext uri="{FF2B5EF4-FFF2-40B4-BE49-F238E27FC236}">
                <a16:creationId xmlns:a16="http://schemas.microsoft.com/office/drawing/2014/main" id="{CA417241-EDB8-4661-9EBF-97AD7852C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286" y="4400550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75" name="Onset&#10;head">
            <a:extLst xmlns:a="http://schemas.openxmlformats.org/drawingml/2006/main">
              <a:ext uri="{FF2B5EF4-FFF2-40B4-BE49-F238E27FC236}">
                <a16:creationId xmlns:a16="http://schemas.microsoft.com/office/drawing/2014/main" id="{63E64E1D-8049-4C55-A722-B20928C9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857625"/>
            <a:ext cx="8191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BDD"/>
          </a:solidFill>
          <a:ln xmlns:a="http://schemas.openxmlformats.org/drawingml/2006/main" w="12383">
            <a:solidFill>
              <a:srgbClr val="202A39"/>
            </a:solidFill>
            <a:prstDash val="solid"/>
          </a:ln>
        </p:spPr>
      </p:sp>
      <p:sp>
        <p:nvSpPr>
          <p:cNvPr id="176" name="Onset&#10;head">
            <a:extLst xmlns:a="http://schemas.openxmlformats.org/drawingml/2006/main">
              <a:ext uri="{FF2B5EF4-FFF2-40B4-BE49-F238E27FC236}">
                <a16:creationId xmlns:a16="http://schemas.microsoft.com/office/drawing/2014/main" id="{1091E458-E5C3-4FB8-B251-5467B80B1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76675"/>
            <a:ext cx="742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Onset</a:t>
            </a:r>
          </a:p>
          <a:p xmlns:a="http://schemas.openxmlformats.org/drawingml/2006/main">
            <a:pPr algn="ctr"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head</a:t>
            </a:r>
          </a:p>
        </p:txBody>
      </p:sp>
      <p:sp>
        <p:nvSpPr>
          <p:cNvPr id="177" name="line-120">
            <a:extLst xmlns:a="http://schemas.openxmlformats.org/drawingml/2006/main">
              <a:ext uri="{FF2B5EF4-FFF2-40B4-BE49-F238E27FC236}">
                <a16:creationId xmlns:a16="http://schemas.microsoft.com/office/drawing/2014/main" id="{3B3B7998-2FCF-43B8-925F-6F859CBE9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4400550"/>
            <a:ext cx="95" cy="247650"/>
          </a:xfrm>
          <a:custGeom xmlns:a="http://schemas.openxmlformats.org/drawingml/2006/main">
            <a:pathLst>
              <a:path w="95" h="247650">
                <a:moveTo>
                  <a:pt x="0" y="2476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78" name="line-121">
            <a:extLst xmlns:a="http://schemas.openxmlformats.org/drawingml/2006/main">
              <a:ext uri="{FF2B5EF4-FFF2-40B4-BE49-F238E27FC236}">
                <a16:creationId xmlns:a16="http://schemas.microsoft.com/office/drawing/2014/main" id="{B816EFD6-3D39-433A-A769-BF78A30C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4400550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79" name="line-122">
            <a:extLst xmlns:a="http://schemas.openxmlformats.org/drawingml/2006/main">
              <a:ext uri="{FF2B5EF4-FFF2-40B4-BE49-F238E27FC236}">
                <a16:creationId xmlns:a16="http://schemas.microsoft.com/office/drawing/2014/main" id="{07B4E167-93C2-42E1-9253-116C3A765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86" y="4400550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80" name="Start&#10;head">
            <a:extLst xmlns:a="http://schemas.openxmlformats.org/drawingml/2006/main">
              <a:ext uri="{FF2B5EF4-FFF2-40B4-BE49-F238E27FC236}">
                <a16:creationId xmlns:a16="http://schemas.microsoft.com/office/drawing/2014/main" id="{2F9FCD04-1784-49CF-8647-113F75D7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857625"/>
            <a:ext cx="8191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BDD"/>
          </a:solidFill>
          <a:ln xmlns:a="http://schemas.openxmlformats.org/drawingml/2006/main" w="12383">
            <a:solidFill>
              <a:srgbClr val="202A39"/>
            </a:solidFill>
            <a:prstDash val="solid"/>
          </a:ln>
        </p:spPr>
      </p:sp>
      <p:sp>
        <p:nvSpPr>
          <p:cNvPr id="181" name="Start&#10;head">
            <a:extLst xmlns:a="http://schemas.openxmlformats.org/drawingml/2006/main">
              <a:ext uri="{FF2B5EF4-FFF2-40B4-BE49-F238E27FC236}">
                <a16:creationId xmlns:a16="http://schemas.microsoft.com/office/drawing/2014/main" id="{9CD31810-337A-45B5-8FC9-05F37FAA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876675"/>
            <a:ext cx="742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Start</a:t>
            </a:r>
          </a:p>
          <a:p xmlns:a="http://schemas.openxmlformats.org/drawingml/2006/main">
            <a:pPr algn="ctr"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head</a:t>
            </a:r>
          </a:p>
        </p:txBody>
      </p:sp>
      <p:sp>
        <p:nvSpPr>
          <p:cNvPr id="182" name="line-123">
            <a:extLst xmlns:a="http://schemas.openxmlformats.org/drawingml/2006/main">
              <a:ext uri="{FF2B5EF4-FFF2-40B4-BE49-F238E27FC236}">
                <a16:creationId xmlns:a16="http://schemas.microsoft.com/office/drawing/2014/main" id="{0B2A6453-D7FF-48C0-8711-C3F6C046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400550"/>
            <a:ext cx="95" cy="247650"/>
          </a:xfrm>
          <a:custGeom xmlns:a="http://schemas.openxmlformats.org/drawingml/2006/main">
            <a:pathLst>
              <a:path w="95" h="247650">
                <a:moveTo>
                  <a:pt x="0" y="2476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83" name="line-124">
            <a:extLst xmlns:a="http://schemas.openxmlformats.org/drawingml/2006/main">
              <a:ext uri="{FF2B5EF4-FFF2-40B4-BE49-F238E27FC236}">
                <a16:creationId xmlns:a16="http://schemas.microsoft.com/office/drawing/2014/main" id="{DC863327-9E30-4F59-9EC2-06938ABDA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400550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84" name="line-125">
            <a:extLst xmlns:a="http://schemas.openxmlformats.org/drawingml/2006/main">
              <a:ext uri="{FF2B5EF4-FFF2-40B4-BE49-F238E27FC236}">
                <a16:creationId xmlns:a16="http://schemas.microsoft.com/office/drawing/2014/main" id="{584A53C7-3C83-4CBF-B386-8D587C56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9086" y="4400550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85" name="Duration&#10;head">
            <a:extLst xmlns:a="http://schemas.openxmlformats.org/drawingml/2006/main">
              <a:ext uri="{FF2B5EF4-FFF2-40B4-BE49-F238E27FC236}">
                <a16:creationId xmlns:a16="http://schemas.microsoft.com/office/drawing/2014/main" id="{DAD8D5CE-078D-4479-B3AF-1BC1224F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857625"/>
            <a:ext cx="8191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BDD"/>
          </a:solidFill>
          <a:ln xmlns:a="http://schemas.openxmlformats.org/drawingml/2006/main" w="12383">
            <a:solidFill>
              <a:srgbClr val="202A39"/>
            </a:solidFill>
            <a:prstDash val="solid"/>
          </a:ln>
        </p:spPr>
      </p:sp>
      <p:sp>
        <p:nvSpPr>
          <p:cNvPr id="186" name="Duration&#10;head">
            <a:extLst xmlns:a="http://schemas.openxmlformats.org/drawingml/2006/main">
              <a:ext uri="{FF2B5EF4-FFF2-40B4-BE49-F238E27FC236}">
                <a16:creationId xmlns:a16="http://schemas.microsoft.com/office/drawing/2014/main" id="{6D01157E-6D2F-4427-871C-AE597E1C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876675"/>
            <a:ext cx="742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Duration</a:t>
            </a:r>
          </a:p>
          <a:p xmlns:a="http://schemas.openxmlformats.org/drawingml/2006/main">
            <a:pPr algn="ctr"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head</a:t>
            </a:r>
          </a:p>
        </p:txBody>
      </p:sp>
      <p:sp>
        <p:nvSpPr>
          <p:cNvPr id="187" name="line-126">
            <a:extLst xmlns:a="http://schemas.openxmlformats.org/drawingml/2006/main">
              <a:ext uri="{FF2B5EF4-FFF2-40B4-BE49-F238E27FC236}">
                <a16:creationId xmlns:a16="http://schemas.microsoft.com/office/drawing/2014/main" id="{77A6473F-C796-4C7B-942F-71D231916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400550"/>
            <a:ext cx="95" cy="247650"/>
          </a:xfrm>
          <a:custGeom xmlns:a="http://schemas.openxmlformats.org/drawingml/2006/main">
            <a:pathLst>
              <a:path w="95" h="247650">
                <a:moveTo>
                  <a:pt x="0" y="2476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88" name="line-127">
            <a:extLst xmlns:a="http://schemas.openxmlformats.org/drawingml/2006/main">
              <a:ext uri="{FF2B5EF4-FFF2-40B4-BE49-F238E27FC236}">
                <a16:creationId xmlns:a16="http://schemas.microsoft.com/office/drawing/2014/main" id="{06BA5B72-F2E2-4AC7-A084-539EA17D0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400550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89" name="line-128">
            <a:extLst xmlns:a="http://schemas.openxmlformats.org/drawingml/2006/main">
              <a:ext uri="{FF2B5EF4-FFF2-40B4-BE49-F238E27FC236}">
                <a16:creationId xmlns:a16="http://schemas.microsoft.com/office/drawing/2014/main" id="{3B539906-6F72-4AFB-9DC3-BA99DDC1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3486" y="4400550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90" name="Prefix&#10;head">
            <a:extLst xmlns:a="http://schemas.openxmlformats.org/drawingml/2006/main">
              <a:ext uri="{FF2B5EF4-FFF2-40B4-BE49-F238E27FC236}">
                <a16:creationId xmlns:a16="http://schemas.microsoft.com/office/drawing/2014/main" id="{E3968EEF-5774-4129-90AF-167D7FFFE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57625"/>
            <a:ext cx="8191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BDD"/>
          </a:solidFill>
          <a:ln xmlns:a="http://schemas.openxmlformats.org/drawingml/2006/main" w="12383">
            <a:solidFill>
              <a:srgbClr val="202A39"/>
            </a:solidFill>
            <a:prstDash val="solid"/>
          </a:ln>
        </p:spPr>
      </p:sp>
      <p:sp>
        <p:nvSpPr>
          <p:cNvPr id="191" name="Prefix&#10;head">
            <a:extLst xmlns:a="http://schemas.openxmlformats.org/drawingml/2006/main">
              <a:ext uri="{FF2B5EF4-FFF2-40B4-BE49-F238E27FC236}">
                <a16:creationId xmlns:a16="http://schemas.microsoft.com/office/drawing/2014/main" id="{D91D42A6-62CD-4B9F-BF93-5E3B56AE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876675"/>
            <a:ext cx="742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Prefix</a:t>
            </a:r>
          </a:p>
          <a:p xmlns:a="http://schemas.openxmlformats.org/drawingml/2006/main">
            <a:pPr algn="ctr"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head</a:t>
            </a:r>
          </a:p>
        </p:txBody>
      </p:sp>
      <p:sp>
        <p:nvSpPr>
          <p:cNvPr id="192" name="line-129">
            <a:extLst xmlns:a="http://schemas.openxmlformats.org/drawingml/2006/main">
              <a:ext uri="{FF2B5EF4-FFF2-40B4-BE49-F238E27FC236}">
                <a16:creationId xmlns:a16="http://schemas.microsoft.com/office/drawing/2014/main" id="{B7B8E7CD-E111-4592-9A17-4B0A1B7B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400550"/>
            <a:ext cx="95" cy="247650"/>
          </a:xfrm>
          <a:custGeom xmlns:a="http://schemas.openxmlformats.org/drawingml/2006/main">
            <a:pathLst>
              <a:path w="95" h="247650">
                <a:moveTo>
                  <a:pt x="0" y="2476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93" name="line-130">
            <a:extLst xmlns:a="http://schemas.openxmlformats.org/drawingml/2006/main">
              <a:ext uri="{FF2B5EF4-FFF2-40B4-BE49-F238E27FC236}">
                <a16:creationId xmlns:a16="http://schemas.microsoft.com/office/drawing/2014/main" id="{5260548D-D56B-49EE-A194-01A023A4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400550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94" name="line-131">
            <a:extLst xmlns:a="http://schemas.openxmlformats.org/drawingml/2006/main">
              <a:ext uri="{FF2B5EF4-FFF2-40B4-BE49-F238E27FC236}">
                <a16:creationId xmlns:a16="http://schemas.microsoft.com/office/drawing/2014/main" id="{389C9B35-6CF7-47A2-AD8B-5A4A5DFC0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886" y="4400550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95" name="line-132">
            <a:extLst xmlns:a="http://schemas.openxmlformats.org/drawingml/2006/main">
              <a:ext uri="{FF2B5EF4-FFF2-40B4-BE49-F238E27FC236}">
                <a16:creationId xmlns:a16="http://schemas.microsoft.com/office/drawing/2014/main" id="{D9B6D5AD-FA2D-4CC1-B875-F6D89CCB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762375"/>
            <a:ext cx="95" cy="95250"/>
          </a:xfrm>
          <a:custGeom xmlns:a="http://schemas.openxmlformats.org/drawingml/2006/main">
            <a:pathLst>
              <a:path w="95" h="95250">
                <a:moveTo>
                  <a:pt x="0" y="952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96" name="line-133">
            <a:extLst xmlns:a="http://schemas.openxmlformats.org/drawingml/2006/main">
              <a:ext uri="{FF2B5EF4-FFF2-40B4-BE49-F238E27FC236}">
                <a16:creationId xmlns:a16="http://schemas.microsoft.com/office/drawing/2014/main" id="{F63D0818-5D07-428E-BE23-62F197B0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762375"/>
            <a:ext cx="247650" cy="95"/>
          </a:xfrm>
          <a:custGeom xmlns:a="http://schemas.openxmlformats.org/drawingml/2006/main">
            <a:pathLst>
              <a:path w="247650" h="95">
                <a:moveTo>
                  <a:pt x="2476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97" name="line-134">
            <a:extLst xmlns:a="http://schemas.openxmlformats.org/drawingml/2006/main">
              <a:ext uri="{FF2B5EF4-FFF2-40B4-BE49-F238E27FC236}">
                <a16:creationId xmlns:a16="http://schemas.microsoft.com/office/drawing/2014/main" id="{CC369E4B-3478-4096-88FC-1B188C28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352800"/>
            <a:ext cx="95" cy="409575"/>
          </a:xfrm>
          <a:custGeom xmlns:a="http://schemas.openxmlformats.org/drawingml/2006/main">
            <a:pathLst>
              <a:path w="95" h="409575">
                <a:moveTo>
                  <a:pt x="0" y="409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98" name="line-135">
            <a:extLst xmlns:a="http://schemas.openxmlformats.org/drawingml/2006/main">
              <a:ext uri="{FF2B5EF4-FFF2-40B4-BE49-F238E27FC236}">
                <a16:creationId xmlns:a16="http://schemas.microsoft.com/office/drawing/2014/main" id="{E28868A1-307E-4F85-AA21-F37067925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352800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99" name="line-136">
            <a:extLst xmlns:a="http://schemas.openxmlformats.org/drawingml/2006/main">
              <a:ext uri="{FF2B5EF4-FFF2-40B4-BE49-F238E27FC236}">
                <a16:creationId xmlns:a16="http://schemas.microsoft.com/office/drawing/2014/main" id="{0FB26645-B76F-4952-B39C-89E237D9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636" y="3352800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200" name="line-137">
            <a:extLst xmlns:a="http://schemas.openxmlformats.org/drawingml/2006/main">
              <a:ext uri="{FF2B5EF4-FFF2-40B4-BE49-F238E27FC236}">
                <a16:creationId xmlns:a16="http://schemas.microsoft.com/office/drawing/2014/main" id="{AE5C5137-94F4-4E28-A054-B3EB5A347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3762375"/>
            <a:ext cx="95" cy="95250"/>
          </a:xfrm>
          <a:custGeom xmlns:a="http://schemas.openxmlformats.org/drawingml/2006/main">
            <a:pathLst>
              <a:path w="95" h="95250">
                <a:moveTo>
                  <a:pt x="0" y="952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201" name="line-138">
            <a:extLst xmlns:a="http://schemas.openxmlformats.org/drawingml/2006/main">
              <a:ext uri="{FF2B5EF4-FFF2-40B4-BE49-F238E27FC236}">
                <a16:creationId xmlns:a16="http://schemas.microsoft.com/office/drawing/2014/main" id="{3D154CE6-F909-47EC-8E43-C6BED7FE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3762375"/>
            <a:ext cx="295275" cy="95"/>
          </a:xfrm>
          <a:custGeom xmlns:a="http://schemas.openxmlformats.org/drawingml/2006/main">
            <a:pathLst>
              <a:path w="295275" h="95">
                <a:moveTo>
                  <a:pt x="0" y="0"/>
                </a:moveTo>
                <a:lnTo>
                  <a:pt x="295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202" name="line-139">
            <a:extLst xmlns:a="http://schemas.openxmlformats.org/drawingml/2006/main">
              <a:ext uri="{FF2B5EF4-FFF2-40B4-BE49-F238E27FC236}">
                <a16:creationId xmlns:a16="http://schemas.microsoft.com/office/drawing/2014/main" id="{A72C7AA0-23CD-4028-827E-CC1688D0C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352800"/>
            <a:ext cx="95" cy="409575"/>
          </a:xfrm>
          <a:custGeom xmlns:a="http://schemas.openxmlformats.org/drawingml/2006/main">
            <a:pathLst>
              <a:path w="95" h="409575">
                <a:moveTo>
                  <a:pt x="0" y="409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203" name="line-140">
            <a:extLst xmlns:a="http://schemas.openxmlformats.org/drawingml/2006/main">
              <a:ext uri="{FF2B5EF4-FFF2-40B4-BE49-F238E27FC236}">
                <a16:creationId xmlns:a16="http://schemas.microsoft.com/office/drawing/2014/main" id="{95443DBD-FC58-48E2-9C8F-7D11033FE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352800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204" name="line-141">
            <a:extLst xmlns:a="http://schemas.openxmlformats.org/drawingml/2006/main">
              <a:ext uri="{FF2B5EF4-FFF2-40B4-BE49-F238E27FC236}">
                <a16:creationId xmlns:a16="http://schemas.microsoft.com/office/drawing/2014/main" id="{240890F9-F976-4379-A3AD-06BD6AF6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9961" y="3352800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205" name="line-142">
            <a:extLst xmlns:a="http://schemas.openxmlformats.org/drawingml/2006/main">
              <a:ext uri="{FF2B5EF4-FFF2-40B4-BE49-F238E27FC236}">
                <a16:creationId xmlns:a16="http://schemas.microsoft.com/office/drawing/2014/main" id="{40AAE012-6FC9-476B-9990-CA48DB817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857500"/>
            <a:ext cx="95" cy="1000125"/>
          </a:xfrm>
          <a:custGeom xmlns:a="http://schemas.openxmlformats.org/drawingml/2006/main">
            <a:pathLst>
              <a:path w="95" h="1000125">
                <a:moveTo>
                  <a:pt x="0" y="10001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206" name="line-143">
            <a:extLst xmlns:a="http://schemas.openxmlformats.org/drawingml/2006/main">
              <a:ext uri="{FF2B5EF4-FFF2-40B4-BE49-F238E27FC236}">
                <a16:creationId xmlns:a16="http://schemas.microsoft.com/office/drawing/2014/main" id="{A0757C0B-9B1F-4E11-AE2D-5E4D75439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714625"/>
            <a:ext cx="95" cy="142875"/>
          </a:xfrm>
          <a:custGeom xmlns:a="http://schemas.openxmlformats.org/drawingml/2006/main">
            <a:pathLst>
              <a:path w="95" h="142875">
                <a:moveTo>
                  <a:pt x="0" y="1428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207" name="line-144">
            <a:extLst xmlns:a="http://schemas.openxmlformats.org/drawingml/2006/main">
              <a:ext uri="{FF2B5EF4-FFF2-40B4-BE49-F238E27FC236}">
                <a16:creationId xmlns:a16="http://schemas.microsoft.com/office/drawing/2014/main" id="{70EEFB29-41ED-4ED5-9790-EE2C54C9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714625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208" name="line-145">
            <a:extLst xmlns:a="http://schemas.openxmlformats.org/drawingml/2006/main">
              <a:ext uri="{FF2B5EF4-FFF2-40B4-BE49-F238E27FC236}">
                <a16:creationId xmlns:a16="http://schemas.microsoft.com/office/drawing/2014/main" id="{041758DB-43AE-4BE4-B164-D488B94A9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9086" y="2714625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209" name="line-146">
            <a:extLst xmlns:a="http://schemas.openxmlformats.org/drawingml/2006/main">
              <a:ext uri="{FF2B5EF4-FFF2-40B4-BE49-F238E27FC236}">
                <a16:creationId xmlns:a16="http://schemas.microsoft.com/office/drawing/2014/main" id="{81851C2C-1994-4F5A-A93F-BF4F1ADA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857500"/>
            <a:ext cx="95" cy="1000125"/>
          </a:xfrm>
          <a:custGeom xmlns:a="http://schemas.openxmlformats.org/drawingml/2006/main">
            <a:pathLst>
              <a:path w="95" h="1000125">
                <a:moveTo>
                  <a:pt x="0" y="10001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210" name="line-147">
            <a:extLst xmlns:a="http://schemas.openxmlformats.org/drawingml/2006/main">
              <a:ext uri="{FF2B5EF4-FFF2-40B4-BE49-F238E27FC236}">
                <a16:creationId xmlns:a16="http://schemas.microsoft.com/office/drawing/2014/main" id="{91A74BEC-4EC1-4793-9315-AD57F5EF0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714625"/>
            <a:ext cx="95" cy="142875"/>
          </a:xfrm>
          <a:custGeom xmlns:a="http://schemas.openxmlformats.org/drawingml/2006/main">
            <a:pathLst>
              <a:path w="95" h="142875">
                <a:moveTo>
                  <a:pt x="0" y="1428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211" name="line-148">
            <a:extLst xmlns:a="http://schemas.openxmlformats.org/drawingml/2006/main">
              <a:ext uri="{FF2B5EF4-FFF2-40B4-BE49-F238E27FC236}">
                <a16:creationId xmlns:a16="http://schemas.microsoft.com/office/drawing/2014/main" id="{8F3EC4F8-A654-4278-BD24-05E0609F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714625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212" name="line-149">
            <a:extLst xmlns:a="http://schemas.openxmlformats.org/drawingml/2006/main">
              <a:ext uri="{FF2B5EF4-FFF2-40B4-BE49-F238E27FC236}">
                <a16:creationId xmlns:a16="http://schemas.microsoft.com/office/drawing/2014/main" id="{ADA3F671-AA5E-4A5F-A3A6-DD98F8D3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3486" y="2714625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213" name="line-150">
            <a:extLst xmlns:a="http://schemas.openxmlformats.org/drawingml/2006/main">
              <a:ext uri="{FF2B5EF4-FFF2-40B4-BE49-F238E27FC236}">
                <a16:creationId xmlns:a16="http://schemas.microsoft.com/office/drawing/2014/main" id="{135C1C7F-2359-4CD9-BDE9-50B41E8E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857500"/>
            <a:ext cx="95" cy="1000125"/>
          </a:xfrm>
          <a:custGeom xmlns:a="http://schemas.openxmlformats.org/drawingml/2006/main">
            <a:pathLst>
              <a:path w="95" h="1000125">
                <a:moveTo>
                  <a:pt x="0" y="10001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214" name="line-151">
            <a:extLst xmlns:a="http://schemas.openxmlformats.org/drawingml/2006/main">
              <a:ext uri="{FF2B5EF4-FFF2-40B4-BE49-F238E27FC236}">
                <a16:creationId xmlns:a16="http://schemas.microsoft.com/office/drawing/2014/main" id="{0E824A21-6FDB-43F2-8473-589C37BE3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714625"/>
            <a:ext cx="95" cy="142875"/>
          </a:xfrm>
          <a:custGeom xmlns:a="http://schemas.openxmlformats.org/drawingml/2006/main">
            <a:pathLst>
              <a:path w="95" h="142875">
                <a:moveTo>
                  <a:pt x="0" y="1428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215" name="line-152">
            <a:extLst xmlns:a="http://schemas.openxmlformats.org/drawingml/2006/main">
              <a:ext uri="{FF2B5EF4-FFF2-40B4-BE49-F238E27FC236}">
                <a16:creationId xmlns:a16="http://schemas.microsoft.com/office/drawing/2014/main" id="{E02F8DD2-2137-4FEB-BBB5-0142F10C3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714625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216" name="line-153">
            <a:extLst xmlns:a="http://schemas.openxmlformats.org/drawingml/2006/main">
              <a:ext uri="{FF2B5EF4-FFF2-40B4-BE49-F238E27FC236}">
                <a16:creationId xmlns:a16="http://schemas.microsoft.com/office/drawing/2014/main" id="{F91FE1EA-6CBC-4ABA-B1E9-A61D907B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886" y="2714625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217" name="line-154">
            <a:extLst xmlns:a="http://schemas.openxmlformats.org/drawingml/2006/main">
              <a:ext uri="{FF2B5EF4-FFF2-40B4-BE49-F238E27FC236}">
                <a16:creationId xmlns:a16="http://schemas.microsoft.com/office/drawing/2014/main" id="{A7A520BA-189A-43F8-9D7B-A5AB6986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648200"/>
            <a:ext cx="3657600" cy="95"/>
          </a:xfrm>
          <a:custGeom xmlns:a="http://schemas.openxmlformats.org/drawingml/2006/main">
            <a:pathLst>
              <a:path w="3657600" h="95">
                <a:moveTo>
                  <a:pt x="0" y="0"/>
                </a:moveTo>
                <a:lnTo>
                  <a:pt x="3657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218" name="line-155">
            <a:extLst xmlns:a="http://schemas.openxmlformats.org/drawingml/2006/main">
              <a:ext uri="{FF2B5EF4-FFF2-40B4-BE49-F238E27FC236}">
                <a16:creationId xmlns:a16="http://schemas.microsoft.com/office/drawing/2014/main" id="{0FE677E6-5D61-44AB-AB6E-786F3BED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648200"/>
            <a:ext cx="95" cy="142875"/>
          </a:xfrm>
          <a:custGeom xmlns:a="http://schemas.openxmlformats.org/drawingml/2006/main">
            <a:pathLst>
              <a:path w="95" h="142875">
                <a:moveTo>
                  <a:pt x="0" y="1428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219" name="line-156">
            <a:extLst xmlns:a="http://schemas.openxmlformats.org/drawingml/2006/main">
              <a:ext uri="{FF2B5EF4-FFF2-40B4-BE49-F238E27FC236}">
                <a16:creationId xmlns:a16="http://schemas.microsoft.com/office/drawing/2014/main" id="{62F2349E-98FA-4CDD-A3A0-2163CE530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648200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220" name="line-157">
            <a:extLst xmlns:a="http://schemas.openxmlformats.org/drawingml/2006/main">
              <a:ext uri="{FF2B5EF4-FFF2-40B4-BE49-F238E27FC236}">
                <a16:creationId xmlns:a16="http://schemas.microsoft.com/office/drawing/2014/main" id="{36FABB6F-8E1E-4E4A-8BFD-69A075DE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1361" y="4648200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221" name="operator-+">
            <a:extLst xmlns:a="http://schemas.openxmlformats.org/drawingml/2006/main">
              <a:ext uri="{FF2B5EF4-FFF2-40B4-BE49-F238E27FC236}">
                <a16:creationId xmlns:a16="http://schemas.microsoft.com/office/drawing/2014/main" id="{EBFB9804-D7CF-49E2-898A-42872C43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800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02A39"/>
            </a:solidFill>
          </a:ln>
        </p:spPr>
      </p:sp>
      <p:sp>
        <p:nvSpPr>
          <p:cNvPr id="222" name="+">
            <a:extLst xmlns:a="http://schemas.openxmlformats.org/drawingml/2006/main">
              <a:ext uri="{FF2B5EF4-FFF2-40B4-BE49-F238E27FC236}">
                <a16:creationId xmlns:a16="http://schemas.microsoft.com/office/drawing/2014/main" id="{5DACA605-96FA-4E5B-93E6-D56AB36BD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8006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6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223" name="line-158">
            <a:extLst xmlns:a="http://schemas.openxmlformats.org/drawingml/2006/main">
              <a:ext uri="{FF2B5EF4-FFF2-40B4-BE49-F238E27FC236}">
                <a16:creationId xmlns:a16="http://schemas.microsoft.com/office/drawing/2014/main" id="{4B3CB93C-D469-477D-A0F8-6BC34ABC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38725"/>
            <a:ext cx="95" cy="266700"/>
          </a:xfrm>
          <a:custGeom xmlns:a="http://schemas.openxmlformats.org/drawingml/2006/main">
            <a:pathLst>
              <a:path w="95" h="266700">
                <a:moveTo>
                  <a:pt x="0" y="2667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224" name="line-159">
            <a:extLst xmlns:a="http://schemas.openxmlformats.org/drawingml/2006/main">
              <a:ext uri="{FF2B5EF4-FFF2-40B4-BE49-F238E27FC236}">
                <a16:creationId xmlns:a16="http://schemas.microsoft.com/office/drawing/2014/main" id="{EA7520C9-48A0-467D-82D2-4C9E47AC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38725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225" name="line-160">
            <a:extLst xmlns:a="http://schemas.openxmlformats.org/drawingml/2006/main">
              <a:ext uri="{FF2B5EF4-FFF2-40B4-BE49-F238E27FC236}">
                <a16:creationId xmlns:a16="http://schemas.microsoft.com/office/drawing/2014/main" id="{B038D2B2-2260-4ED8-AE6C-336FE7F3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1361" y="5038725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226" name="operator-+">
            <a:extLst xmlns:a="http://schemas.openxmlformats.org/drawingml/2006/main">
              <a:ext uri="{FF2B5EF4-FFF2-40B4-BE49-F238E27FC236}">
                <a16:creationId xmlns:a16="http://schemas.microsoft.com/office/drawing/2014/main" id="{9048BBBE-E881-45FD-9CBB-42019688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314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02A39"/>
            </a:solidFill>
          </a:ln>
        </p:spPr>
      </p:sp>
      <p:sp>
        <p:nvSpPr>
          <p:cNvPr id="227" name="+">
            <a:extLst xmlns:a="http://schemas.openxmlformats.org/drawingml/2006/main">
              <a:ext uri="{FF2B5EF4-FFF2-40B4-BE49-F238E27FC236}">
                <a16:creationId xmlns:a16="http://schemas.microsoft.com/office/drawing/2014/main" id="{A3397C37-E0BE-41CE-8591-138350198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3149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6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228" name="h(event)">
            <a:extLst xmlns:a="http://schemas.openxmlformats.org/drawingml/2006/main">
              <a:ext uri="{FF2B5EF4-FFF2-40B4-BE49-F238E27FC236}">
                <a16:creationId xmlns:a16="http://schemas.microsoft.com/office/drawing/2014/main" id="{C1AE8CB9-AFE5-4D37-B2A2-87DBD183E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4657725"/>
            <a:ext cx="981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 i="1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50" b="0" i="1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1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h(event)</a:t>
            </a:r>
          </a:p>
        </p:txBody>
      </p:sp>
      <p:sp>
        <p:nvSpPr>
          <p:cNvPr id="229" name="H(t)">
            <a:extLst xmlns:a="http://schemas.openxmlformats.org/drawingml/2006/main">
              <a:ext uri="{FF2B5EF4-FFF2-40B4-BE49-F238E27FC236}">
                <a16:creationId xmlns:a16="http://schemas.microsoft.com/office/drawing/2014/main" id="{4917544B-A297-45CF-A4AD-597F9A97F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6276975"/>
            <a:ext cx="109537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12383">
            <a:solidFill>
              <a:srgbClr val="202A39"/>
            </a:solidFill>
            <a:prstDash val="solid"/>
          </a:ln>
        </p:spPr>
      </p:sp>
      <p:sp>
        <p:nvSpPr>
          <p:cNvPr id="230" name="H(t)">
            <a:extLst xmlns:a="http://schemas.openxmlformats.org/drawingml/2006/main">
              <a:ext uri="{FF2B5EF4-FFF2-40B4-BE49-F238E27FC236}">
                <a16:creationId xmlns:a16="http://schemas.microsoft.com/office/drawing/2014/main" id="{872D28DD-4B56-448C-917E-84DCEFA09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296025"/>
            <a:ext cx="10191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6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H(t)</a:t>
            </a:r>
          </a:p>
        </p:txBody>
      </p:sp>
      <p:sp>
        <p:nvSpPr>
          <p:cNvPr id="231" name="line-161">
            <a:extLst xmlns:a="http://schemas.openxmlformats.org/drawingml/2006/main">
              <a:ext uri="{FF2B5EF4-FFF2-40B4-BE49-F238E27FC236}">
                <a16:creationId xmlns:a16="http://schemas.microsoft.com/office/drawing/2014/main" id="{9C86CE91-7EC2-4814-AA18-89FC2D7F9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5429250"/>
            <a:ext cx="95" cy="847725"/>
          </a:xfrm>
          <a:custGeom xmlns:a="http://schemas.openxmlformats.org/drawingml/2006/main">
            <a:pathLst>
              <a:path w="95" h="847725">
                <a:moveTo>
                  <a:pt x="0" y="8477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232" name="line-162">
            <a:extLst xmlns:a="http://schemas.openxmlformats.org/drawingml/2006/main">
              <a:ext uri="{FF2B5EF4-FFF2-40B4-BE49-F238E27FC236}">
                <a16:creationId xmlns:a16="http://schemas.microsoft.com/office/drawing/2014/main" id="{E86F3FC9-49F8-4373-8399-D83AFDC7F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5429250"/>
            <a:ext cx="628650" cy="95"/>
          </a:xfrm>
          <a:custGeom xmlns:a="http://schemas.openxmlformats.org/drawingml/2006/main">
            <a:pathLst>
              <a:path w="628650" h="95">
                <a:moveTo>
                  <a:pt x="0" y="0"/>
                </a:moveTo>
                <a:lnTo>
                  <a:pt x="628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233" name="line-163">
            <a:extLst xmlns:a="http://schemas.openxmlformats.org/drawingml/2006/main">
              <a:ext uri="{FF2B5EF4-FFF2-40B4-BE49-F238E27FC236}">
                <a16:creationId xmlns:a16="http://schemas.microsoft.com/office/drawing/2014/main" id="{13D3EFB0-1187-43FA-97C6-E57F3A8C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9185" y="5429250"/>
            <a:ext cx="59140" cy="30789"/>
          </a:xfrm>
          <a:custGeom xmlns:a="http://schemas.openxmlformats.org/drawingml/2006/main"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234" name="line-164">
            <a:extLst xmlns:a="http://schemas.openxmlformats.org/drawingml/2006/main">
              <a:ext uri="{FF2B5EF4-FFF2-40B4-BE49-F238E27FC236}">
                <a16:creationId xmlns:a16="http://schemas.microsoft.com/office/drawing/2014/main" id="{A785F341-6DCC-4A17-8A66-433DCCB2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9185" y="5398461"/>
            <a:ext cx="59140" cy="30789"/>
          </a:xfrm>
          <a:custGeom xmlns:a="http://schemas.openxmlformats.org/drawingml/2006/main"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235" name="History regime">
            <a:extLst xmlns:a="http://schemas.openxmlformats.org/drawingml/2006/main">
              <a:ext uri="{FF2B5EF4-FFF2-40B4-BE49-F238E27FC236}">
                <a16:creationId xmlns:a16="http://schemas.microsoft.com/office/drawing/2014/main" id="{7F916289-9989-4405-B2C1-AB00A46A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6276975"/>
            <a:ext cx="13716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BDD"/>
          </a:solidFill>
          <a:ln xmlns:a="http://schemas.openxmlformats.org/drawingml/2006/main" w="12383">
            <a:solidFill>
              <a:srgbClr val="202A39"/>
            </a:solidFill>
            <a:prstDash val="solid"/>
          </a:ln>
        </p:spPr>
      </p:sp>
      <p:sp>
        <p:nvSpPr>
          <p:cNvPr id="236" name="History regime">
            <a:extLst xmlns:a="http://schemas.openxmlformats.org/drawingml/2006/main">
              <a:ext uri="{FF2B5EF4-FFF2-40B4-BE49-F238E27FC236}">
                <a16:creationId xmlns:a16="http://schemas.microsoft.com/office/drawing/2014/main" id="{23F41F4E-7370-45E7-8BB9-3C359D6E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6296025"/>
            <a:ext cx="1295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42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History regime</a:t>
            </a:r>
          </a:p>
        </p:txBody>
      </p:sp>
      <p:sp>
        <p:nvSpPr>
          <p:cNvPr id="237" name="Embedding">
            <a:extLst xmlns:a="http://schemas.openxmlformats.org/drawingml/2006/main">
              <a:ext uri="{FF2B5EF4-FFF2-40B4-BE49-F238E27FC236}">
                <a16:creationId xmlns:a16="http://schemas.microsoft.com/office/drawing/2014/main" id="{74FA33AB-9BC5-408C-A824-FC4A58EF5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715000"/>
            <a:ext cx="1371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BDD"/>
          </a:solidFill>
          <a:ln xmlns:a="http://schemas.openxmlformats.org/drawingml/2006/main" w="12383">
            <a:solidFill>
              <a:srgbClr val="202A39"/>
            </a:solidFill>
            <a:prstDash val="solid"/>
          </a:ln>
        </p:spPr>
      </p:sp>
      <p:sp>
        <p:nvSpPr>
          <p:cNvPr id="238" name="Embedding">
            <a:extLst xmlns:a="http://schemas.openxmlformats.org/drawingml/2006/main">
              <a:ext uri="{FF2B5EF4-FFF2-40B4-BE49-F238E27FC236}">
                <a16:creationId xmlns:a16="http://schemas.microsoft.com/office/drawing/2014/main" id="{2962B0E4-BEC9-4990-8F89-A0F197354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5734050"/>
            <a:ext cx="129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0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Embedding</a:t>
            </a:r>
          </a:p>
        </p:txBody>
      </p:sp>
      <p:sp>
        <p:nvSpPr>
          <p:cNvPr id="239" name="line-165">
            <a:extLst xmlns:a="http://schemas.openxmlformats.org/drawingml/2006/main">
              <a:ext uri="{FF2B5EF4-FFF2-40B4-BE49-F238E27FC236}">
                <a16:creationId xmlns:a16="http://schemas.microsoft.com/office/drawing/2014/main" id="{3843D3C6-6C4E-4E3D-875D-946A332D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6076950"/>
            <a:ext cx="95" cy="200025"/>
          </a:xfrm>
          <a:custGeom xmlns:a="http://schemas.openxmlformats.org/drawingml/2006/main">
            <a:pathLst>
              <a:path w="95" h="200025">
                <a:moveTo>
                  <a:pt x="0" y="2000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240" name="line-166">
            <a:extLst xmlns:a="http://schemas.openxmlformats.org/drawingml/2006/main">
              <a:ext uri="{FF2B5EF4-FFF2-40B4-BE49-F238E27FC236}">
                <a16:creationId xmlns:a16="http://schemas.microsoft.com/office/drawing/2014/main" id="{69EB84E8-B74F-4D88-9CA5-ED867ECD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6076950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241" name="line-167">
            <a:extLst xmlns:a="http://schemas.openxmlformats.org/drawingml/2006/main">
              <a:ext uri="{FF2B5EF4-FFF2-40B4-BE49-F238E27FC236}">
                <a16:creationId xmlns:a16="http://schemas.microsoft.com/office/drawing/2014/main" id="{92C9CDFB-E4D0-43A0-8D8D-C2ED0AD7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7636" y="6076950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242" name="line-168">
            <a:extLst xmlns:a="http://schemas.openxmlformats.org/drawingml/2006/main">
              <a:ext uri="{FF2B5EF4-FFF2-40B4-BE49-F238E27FC236}">
                <a16:creationId xmlns:a16="http://schemas.microsoft.com/office/drawing/2014/main" id="{B8597582-D1FD-482E-910B-0AD4E9319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5429250"/>
            <a:ext cx="95" cy="285750"/>
          </a:xfrm>
          <a:custGeom xmlns:a="http://schemas.openxmlformats.org/drawingml/2006/main">
            <a:pathLst>
              <a:path w="95" h="285750">
                <a:moveTo>
                  <a:pt x="0" y="2857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243" name="line-169">
            <a:extLst xmlns:a="http://schemas.openxmlformats.org/drawingml/2006/main">
              <a:ext uri="{FF2B5EF4-FFF2-40B4-BE49-F238E27FC236}">
                <a16:creationId xmlns:a16="http://schemas.microsoft.com/office/drawing/2014/main" id="{D971E39D-AA24-45CC-AFB9-D19A4BB02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5429250"/>
            <a:ext cx="552450" cy="95"/>
          </a:xfrm>
          <a:custGeom xmlns:a="http://schemas.openxmlformats.org/drawingml/2006/main">
            <a:pathLst>
              <a:path w="552450" h="95">
                <a:moveTo>
                  <a:pt x="5524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244" name="line-170">
            <a:extLst xmlns:a="http://schemas.openxmlformats.org/drawingml/2006/main">
              <a:ext uri="{FF2B5EF4-FFF2-40B4-BE49-F238E27FC236}">
                <a16:creationId xmlns:a16="http://schemas.microsoft.com/office/drawing/2014/main" id="{61E1D8AC-DAA8-4A66-9CB9-7C01BE411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5398461"/>
            <a:ext cx="59140" cy="30789"/>
          </a:xfrm>
          <a:custGeom xmlns:a="http://schemas.openxmlformats.org/drawingml/2006/main">
            <a:pathLst>
              <a:path w="59140" h="30789">
                <a:moveTo>
                  <a:pt x="0" y="30789"/>
                </a:moveTo>
                <a:lnTo>
                  <a:pt x="59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245" name="line-171">
            <a:extLst xmlns:a="http://schemas.openxmlformats.org/drawingml/2006/main">
              <a:ext uri="{FF2B5EF4-FFF2-40B4-BE49-F238E27FC236}">
                <a16:creationId xmlns:a16="http://schemas.microsoft.com/office/drawing/2014/main" id="{108396FB-F0D4-49F5-9174-21C16780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5429250"/>
            <a:ext cx="59140" cy="30789"/>
          </a:xfrm>
          <a:custGeom xmlns:a="http://schemas.openxmlformats.org/drawingml/2006/main">
            <a:pathLst>
              <a:path w="59140" h="30789">
                <a:moveTo>
                  <a:pt x="0" y="0"/>
                </a:moveTo>
                <a:lnTo>
                  <a:pt x="59140" y="3078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246" name="Precursor cues">
            <a:extLst xmlns:a="http://schemas.openxmlformats.org/drawingml/2006/main">
              <a:ext uri="{FF2B5EF4-FFF2-40B4-BE49-F238E27FC236}">
                <a16:creationId xmlns:a16="http://schemas.microsoft.com/office/drawing/2014/main" id="{9BDEEC0C-194B-40A8-984D-7C4BE8D23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6276975"/>
            <a:ext cx="14192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BDD"/>
          </a:solidFill>
          <a:ln xmlns:a="http://schemas.openxmlformats.org/drawingml/2006/main" w="12383">
            <a:solidFill>
              <a:srgbClr val="202A39"/>
            </a:solidFill>
            <a:prstDash val="solid"/>
          </a:ln>
        </p:spPr>
      </p:sp>
      <p:sp>
        <p:nvSpPr>
          <p:cNvPr id="247" name="Precursor cues">
            <a:extLst xmlns:a="http://schemas.openxmlformats.org/drawingml/2006/main">
              <a:ext uri="{FF2B5EF4-FFF2-40B4-BE49-F238E27FC236}">
                <a16:creationId xmlns:a16="http://schemas.microsoft.com/office/drawing/2014/main" id="{C25726D7-803E-469A-8989-617931C74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6296025"/>
            <a:ext cx="13430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42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Precursor cues</a:t>
            </a:r>
          </a:p>
        </p:txBody>
      </p:sp>
      <p:sp>
        <p:nvSpPr>
          <p:cNvPr id="248" name="Local + neighbour&#10;MLP">
            <a:extLst xmlns:a="http://schemas.openxmlformats.org/drawingml/2006/main">
              <a:ext uri="{FF2B5EF4-FFF2-40B4-BE49-F238E27FC236}">
                <a16:creationId xmlns:a16="http://schemas.microsoft.com/office/drawing/2014/main" id="{B894FC30-E169-4822-958F-FF34B92E8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5610225"/>
            <a:ext cx="14192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BDD"/>
          </a:solidFill>
          <a:ln xmlns:a="http://schemas.openxmlformats.org/drawingml/2006/main" w="12383">
            <a:solidFill>
              <a:srgbClr val="202A39"/>
            </a:solidFill>
            <a:prstDash val="solid"/>
          </a:ln>
        </p:spPr>
      </p:sp>
      <p:sp>
        <p:nvSpPr>
          <p:cNvPr id="249" name="Local + neighbour&#10;MLP">
            <a:extLst xmlns:a="http://schemas.openxmlformats.org/drawingml/2006/main">
              <a:ext uri="{FF2B5EF4-FFF2-40B4-BE49-F238E27FC236}">
                <a16:creationId xmlns:a16="http://schemas.microsoft.com/office/drawing/2014/main" id="{E438BB03-D2D2-43E5-A65C-8E30FB57D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5629275"/>
            <a:ext cx="13430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Local + neighbour</a:t>
            </a:r>
          </a:p>
          <a:p xmlns:a="http://schemas.openxmlformats.org/drawingml/2006/main">
            <a:pPr algn="ctr"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MLP</a:t>
            </a:r>
          </a:p>
        </p:txBody>
      </p:sp>
      <p:sp>
        <p:nvSpPr>
          <p:cNvPr id="250" name="line-172">
            <a:extLst xmlns:a="http://schemas.openxmlformats.org/drawingml/2006/main">
              <a:ext uri="{FF2B5EF4-FFF2-40B4-BE49-F238E27FC236}">
                <a16:creationId xmlns:a16="http://schemas.microsoft.com/office/drawing/2014/main" id="{5B383501-998F-4141-8023-6CA5F0D9B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086475"/>
            <a:ext cx="95" cy="190500"/>
          </a:xfrm>
          <a:custGeom xmlns:a="http://schemas.openxmlformats.org/drawingml/2006/main">
            <a:pathLst>
              <a:path w="95" h="190500">
                <a:moveTo>
                  <a:pt x="0" y="1905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251" name="line-173">
            <a:extLst xmlns:a="http://schemas.openxmlformats.org/drawingml/2006/main">
              <a:ext uri="{FF2B5EF4-FFF2-40B4-BE49-F238E27FC236}">
                <a16:creationId xmlns:a16="http://schemas.microsoft.com/office/drawing/2014/main" id="{AB5690BC-3463-48A5-934B-A4AEC468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086475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252" name="line-174">
            <a:extLst xmlns:a="http://schemas.openxmlformats.org/drawingml/2006/main">
              <a:ext uri="{FF2B5EF4-FFF2-40B4-BE49-F238E27FC236}">
                <a16:creationId xmlns:a16="http://schemas.microsoft.com/office/drawing/2014/main" id="{4A596222-A2A8-41C1-B78C-94C2AB0F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311" y="6086475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253" name="line-175">
            <a:extLst xmlns:a="http://schemas.openxmlformats.org/drawingml/2006/main">
              <a:ext uri="{FF2B5EF4-FFF2-40B4-BE49-F238E27FC236}">
                <a16:creationId xmlns:a16="http://schemas.microsoft.com/office/drawing/2014/main" id="{E3636A59-0612-4886-904B-171947B0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914900"/>
            <a:ext cx="95" cy="695325"/>
          </a:xfrm>
          <a:custGeom xmlns:a="http://schemas.openxmlformats.org/drawingml/2006/main">
            <a:pathLst>
              <a:path w="95" h="695325">
                <a:moveTo>
                  <a:pt x="0" y="6953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254" name="line-176">
            <a:extLst xmlns:a="http://schemas.openxmlformats.org/drawingml/2006/main">
              <a:ext uri="{FF2B5EF4-FFF2-40B4-BE49-F238E27FC236}">
                <a16:creationId xmlns:a16="http://schemas.microsoft.com/office/drawing/2014/main" id="{D2D11ADA-4BBA-4FF1-9496-8965AF9D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4914900"/>
            <a:ext cx="2143125" cy="95"/>
          </a:xfrm>
          <a:custGeom xmlns:a="http://schemas.openxmlformats.org/drawingml/2006/main">
            <a:pathLst>
              <a:path w="2143125" h="95">
                <a:moveTo>
                  <a:pt x="21431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255" name="line-177">
            <a:extLst xmlns:a="http://schemas.openxmlformats.org/drawingml/2006/main">
              <a:ext uri="{FF2B5EF4-FFF2-40B4-BE49-F238E27FC236}">
                <a16:creationId xmlns:a16="http://schemas.microsoft.com/office/drawing/2014/main" id="{48B20600-6E76-4868-8288-E8F88BCD7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4884111"/>
            <a:ext cx="59140" cy="30789"/>
          </a:xfrm>
          <a:custGeom xmlns:a="http://schemas.openxmlformats.org/drawingml/2006/main">
            <a:pathLst>
              <a:path w="59140" h="30789">
                <a:moveTo>
                  <a:pt x="0" y="30789"/>
                </a:moveTo>
                <a:lnTo>
                  <a:pt x="59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256" name="line-178">
            <a:extLst xmlns:a="http://schemas.openxmlformats.org/drawingml/2006/main">
              <a:ext uri="{FF2B5EF4-FFF2-40B4-BE49-F238E27FC236}">
                <a16:creationId xmlns:a16="http://schemas.microsoft.com/office/drawing/2014/main" id="{036C05B8-249E-472C-8D4C-BDE4FD25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4914900"/>
            <a:ext cx="59140" cy="30789"/>
          </a:xfrm>
          <a:custGeom xmlns:a="http://schemas.openxmlformats.org/drawingml/2006/main">
            <a:pathLst>
              <a:path w="59140" h="30789">
                <a:moveTo>
                  <a:pt x="0" y="0"/>
                </a:moveTo>
                <a:lnTo>
                  <a:pt x="59140" y="3078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257" name="Conditioned node representation">
            <a:extLst xmlns:a="http://schemas.openxmlformats.org/drawingml/2006/main">
              <a:ext uri="{FF2B5EF4-FFF2-40B4-BE49-F238E27FC236}">
                <a16:creationId xmlns:a16="http://schemas.microsoft.com/office/drawing/2014/main" id="{854E81CF-2BE9-4146-90B4-9ECA17FDB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00850"/>
            <a:ext cx="4248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 i="1">
                <a:solidFill>
                  <a:srgbClr val="6B707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50" b="0" i="1">
                <a:solidFill>
                  <a:srgbClr val="6B707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1">
                <a:solidFill>
                  <a:srgbClr val="6B7079"/>
                </a:solidFill>
                <a:latin typeface="Times New Roman"/>
                <a:ea typeface="Times New Roman"/>
                <a:cs typeface="Times New Roman"/>
              </a:rPr>
              <a:t>Conditioned node representation</a:t>
            </a:r>
          </a:p>
        </p:txBody>
      </p:sp>
      <p:sp>
        <p:nvSpPr>
          <p:cNvPr id="258" name="Geographic-attention detail">
            <a:extLst xmlns:a="http://schemas.openxmlformats.org/drawingml/2006/main">
              <a:ext uri="{FF2B5EF4-FFF2-40B4-BE49-F238E27FC236}">
                <a16:creationId xmlns:a16="http://schemas.microsoft.com/office/drawing/2014/main" id="{62EE0F42-AAD9-4454-86FB-58CCF7DF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790950"/>
            <a:ext cx="4905375" cy="5819775"/>
          </a:xfrm>
          <a:prstGeom xmlns:a="http://schemas.openxmlformats.org/drawingml/2006/main" prst="roundRect">
            <a:avLst>
              <a:gd name="adj" fmla="val 5049"/>
            </a:avLst>
          </a:prstGeom>
          <a:solidFill xmlns:a="http://schemas.openxmlformats.org/drawingml/2006/main">
            <a:srgbClr val="FDFDFC"/>
          </a:solidFill>
          <a:ln xmlns:a="http://schemas.openxmlformats.org/drawingml/2006/main" w="14288">
            <a:solidFill>
              <a:srgbClr val="202A39"/>
            </a:solidFill>
            <a:prstDash val="dash"/>
          </a:ln>
        </p:spPr>
      </p:sp>
      <p:sp>
        <p:nvSpPr>
          <p:cNvPr id="259" name="(b) Delay-conditioned geographic attention">
            <a:extLst xmlns:a="http://schemas.openxmlformats.org/drawingml/2006/main">
              <a:ext uri="{FF2B5EF4-FFF2-40B4-BE49-F238E27FC236}">
                <a16:creationId xmlns:a16="http://schemas.microsoft.com/office/drawing/2014/main" id="{C287C79B-7A87-4119-99CE-9FADC334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39243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80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(b) Delay-conditioned geographic attention</a:t>
            </a:r>
          </a:p>
        </p:txBody>
      </p:sp>
      <p:sp>
        <p:nvSpPr>
          <p:cNvPr id="260" name="History patch">
            <a:extLst xmlns:a="http://schemas.openxmlformats.org/drawingml/2006/main">
              <a:ext uri="{FF2B5EF4-FFF2-40B4-BE49-F238E27FC236}">
                <a16:creationId xmlns:a16="http://schemas.microsoft.com/office/drawing/2014/main" id="{D3DF7321-CA2D-4190-91C7-A3A8902D8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1525" y="4543425"/>
            <a:ext cx="1619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12383">
            <a:solidFill>
              <a:srgbClr val="202A39"/>
            </a:solidFill>
            <a:prstDash val="solid"/>
          </a:ln>
        </p:spPr>
      </p:sp>
      <p:sp>
        <p:nvSpPr>
          <p:cNvPr id="261" name="History patch">
            <a:extLst xmlns:a="http://schemas.openxmlformats.org/drawingml/2006/main">
              <a:ext uri="{FF2B5EF4-FFF2-40B4-BE49-F238E27FC236}">
                <a16:creationId xmlns:a16="http://schemas.microsoft.com/office/drawing/2014/main" id="{1DAB21D8-C86A-4125-B301-27D5C8B8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4562475"/>
            <a:ext cx="15430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History patch</a:t>
            </a:r>
          </a:p>
        </p:txBody>
      </p:sp>
      <p:sp>
        <p:nvSpPr>
          <p:cNvPr id="262" name="Pattern bank (16)">
            <a:extLst xmlns:a="http://schemas.openxmlformats.org/drawingml/2006/main">
              <a:ext uri="{FF2B5EF4-FFF2-40B4-BE49-F238E27FC236}">
                <a16:creationId xmlns:a16="http://schemas.microsoft.com/office/drawing/2014/main" id="{FEC793E8-ED1E-4002-A204-C49FDF1B6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1375" y="4543425"/>
            <a:ext cx="1714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3E6"/>
          </a:solidFill>
          <a:ln xmlns:a="http://schemas.openxmlformats.org/drawingml/2006/main" w="12383">
            <a:solidFill>
              <a:srgbClr val="202A39"/>
            </a:solidFill>
            <a:prstDash val="solid"/>
          </a:ln>
        </p:spPr>
      </p:sp>
      <p:sp>
        <p:nvSpPr>
          <p:cNvPr id="263" name="Pattern bank (16)">
            <a:extLst xmlns:a="http://schemas.openxmlformats.org/drawingml/2006/main">
              <a:ext uri="{FF2B5EF4-FFF2-40B4-BE49-F238E27FC236}">
                <a16:creationId xmlns:a16="http://schemas.microsoft.com/office/drawing/2014/main" id="{4DC914D3-F169-46FF-8CF6-3D50C292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49475" y="4562475"/>
            <a:ext cx="16383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Pattern bank (16)</a:t>
            </a:r>
          </a:p>
        </p:txBody>
      </p:sp>
      <p:sp>
        <p:nvSpPr>
          <p:cNvPr id="264" name="Linear: Qp">
            <a:extLst xmlns:a="http://schemas.openxmlformats.org/drawingml/2006/main">
              <a:ext uri="{FF2B5EF4-FFF2-40B4-BE49-F238E27FC236}">
                <a16:creationId xmlns:a16="http://schemas.microsoft.com/office/drawing/2014/main" id="{2183683F-FFFC-4694-BEEE-F20B1C54C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1525" y="5314950"/>
            <a:ext cx="11144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12383">
            <a:solidFill>
              <a:srgbClr val="202A39"/>
            </a:solidFill>
            <a:prstDash val="solid"/>
          </a:ln>
        </p:spPr>
      </p:sp>
      <p:sp>
        <p:nvSpPr>
          <p:cNvPr id="265" name="Linear: Qp">
            <a:extLst xmlns:a="http://schemas.openxmlformats.org/drawingml/2006/main">
              <a:ext uri="{FF2B5EF4-FFF2-40B4-BE49-F238E27FC236}">
                <a16:creationId xmlns:a16="http://schemas.microsoft.com/office/drawing/2014/main" id="{7BFAE83C-2971-4A2F-8BD8-AA921D93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5334000"/>
            <a:ext cx="10382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Linear: Qp</a:t>
            </a:r>
          </a:p>
        </p:txBody>
      </p:sp>
      <p:sp>
        <p:nvSpPr>
          <p:cNvPr id="266" name="Linear: Kp">
            <a:extLst xmlns:a="http://schemas.openxmlformats.org/drawingml/2006/main">
              <a:ext uri="{FF2B5EF4-FFF2-40B4-BE49-F238E27FC236}">
                <a16:creationId xmlns:a16="http://schemas.microsoft.com/office/drawing/2014/main" id="{A844ECE4-9014-4278-BDC5-11FACE1A5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5314950"/>
            <a:ext cx="11144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3E6"/>
          </a:solidFill>
          <a:ln xmlns:a="http://schemas.openxmlformats.org/drawingml/2006/main" w="12383">
            <a:solidFill>
              <a:srgbClr val="202A39"/>
            </a:solidFill>
            <a:prstDash val="solid"/>
          </a:ln>
        </p:spPr>
      </p:sp>
      <p:sp>
        <p:nvSpPr>
          <p:cNvPr id="267" name="Linear: Kp">
            <a:extLst xmlns:a="http://schemas.openxmlformats.org/drawingml/2006/main">
              <a:ext uri="{FF2B5EF4-FFF2-40B4-BE49-F238E27FC236}">
                <a16:creationId xmlns:a16="http://schemas.microsoft.com/office/drawing/2014/main" id="{7C575056-357C-4D87-95CB-AAF586C0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6975" y="5334000"/>
            <a:ext cx="10382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Linear: Kp</a:t>
            </a:r>
          </a:p>
        </p:txBody>
      </p:sp>
      <p:sp>
        <p:nvSpPr>
          <p:cNvPr id="268" name="Linear: Vp">
            <a:extLst xmlns:a="http://schemas.openxmlformats.org/drawingml/2006/main">
              <a:ext uri="{FF2B5EF4-FFF2-40B4-BE49-F238E27FC236}">
                <a16:creationId xmlns:a16="http://schemas.microsoft.com/office/drawing/2014/main" id="{BF534548-4300-4165-9AD4-90ED96FB4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6225" y="5314950"/>
            <a:ext cx="11144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3E6"/>
          </a:solidFill>
          <a:ln xmlns:a="http://schemas.openxmlformats.org/drawingml/2006/main" w="12383">
            <a:solidFill>
              <a:srgbClr val="202A39"/>
            </a:solidFill>
            <a:prstDash val="solid"/>
          </a:ln>
        </p:spPr>
      </p:sp>
      <p:sp>
        <p:nvSpPr>
          <p:cNvPr id="269" name="Linear: Vp">
            <a:extLst xmlns:a="http://schemas.openxmlformats.org/drawingml/2006/main">
              <a:ext uri="{FF2B5EF4-FFF2-40B4-BE49-F238E27FC236}">
                <a16:creationId xmlns:a16="http://schemas.microsoft.com/office/drawing/2014/main" id="{9F3B1F0D-5FC9-437E-91CF-43578C78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4325" y="5334000"/>
            <a:ext cx="10382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Linear: Vp</a:t>
            </a:r>
          </a:p>
        </p:txBody>
      </p:sp>
      <p:sp>
        <p:nvSpPr>
          <p:cNvPr id="270" name="line-179">
            <a:extLst xmlns:a="http://schemas.openxmlformats.org/drawingml/2006/main">
              <a:ext uri="{FF2B5EF4-FFF2-40B4-BE49-F238E27FC236}">
                <a16:creationId xmlns:a16="http://schemas.microsoft.com/office/drawing/2014/main" id="{FFE99145-DFD4-4F37-AE76-92F4CCDA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1150" y="4953000"/>
            <a:ext cx="95" cy="190500"/>
          </a:xfrm>
          <a:custGeom xmlns:a="http://schemas.openxmlformats.org/drawingml/2006/main">
            <a:pathLst>
              <a:path w="9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271" name="line-180">
            <a:extLst xmlns:a="http://schemas.openxmlformats.org/drawingml/2006/main">
              <a:ext uri="{FF2B5EF4-FFF2-40B4-BE49-F238E27FC236}">
                <a16:creationId xmlns:a16="http://schemas.microsoft.com/office/drawing/2014/main" id="{1CC91079-3EFB-41D7-A065-649D27CFC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5143500"/>
            <a:ext cx="247650" cy="95"/>
          </a:xfrm>
          <a:custGeom xmlns:a="http://schemas.openxmlformats.org/drawingml/2006/main">
            <a:pathLst>
              <a:path w="247650" h="95">
                <a:moveTo>
                  <a:pt x="2476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272" name="line-181">
            <a:extLst xmlns:a="http://schemas.openxmlformats.org/drawingml/2006/main">
              <a:ext uri="{FF2B5EF4-FFF2-40B4-BE49-F238E27FC236}">
                <a16:creationId xmlns:a16="http://schemas.microsoft.com/office/drawing/2014/main" id="{57197639-30F9-4392-BBA7-CB793FDE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5143500"/>
            <a:ext cx="95" cy="171450"/>
          </a:xfrm>
          <a:custGeom xmlns:a="http://schemas.openxmlformats.org/drawingml/2006/main">
            <a:pathLst>
              <a:path w="95" h="171450">
                <a:moveTo>
                  <a:pt x="0" y="0"/>
                </a:moveTo>
                <a:lnTo>
                  <a:pt x="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273" name="line-182">
            <a:extLst xmlns:a="http://schemas.openxmlformats.org/drawingml/2006/main">
              <a:ext uri="{FF2B5EF4-FFF2-40B4-BE49-F238E27FC236}">
                <a16:creationId xmlns:a16="http://schemas.microsoft.com/office/drawing/2014/main" id="{277A7BD3-C9C4-425D-B9F9-56BCB92E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2711" y="5255810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274" name="line-183">
            <a:extLst xmlns:a="http://schemas.openxmlformats.org/drawingml/2006/main">
              <a:ext uri="{FF2B5EF4-FFF2-40B4-BE49-F238E27FC236}">
                <a16:creationId xmlns:a16="http://schemas.microsoft.com/office/drawing/2014/main" id="{0DDCA1D1-065B-42AF-8BC1-F8C44DD26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5255810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275" name="line-184">
            <a:extLst xmlns:a="http://schemas.openxmlformats.org/drawingml/2006/main">
              <a:ext uri="{FF2B5EF4-FFF2-40B4-BE49-F238E27FC236}">
                <a16:creationId xmlns:a16="http://schemas.microsoft.com/office/drawing/2014/main" id="{16A5BBAB-7A31-4A9D-8B43-0D3368460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8625" y="4953000"/>
            <a:ext cx="95" cy="190500"/>
          </a:xfrm>
          <a:custGeom xmlns:a="http://schemas.openxmlformats.org/drawingml/2006/main">
            <a:pathLst>
              <a:path w="9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276" name="line-185">
            <a:extLst xmlns:a="http://schemas.openxmlformats.org/drawingml/2006/main">
              <a:ext uri="{FF2B5EF4-FFF2-40B4-BE49-F238E27FC236}">
                <a16:creationId xmlns:a16="http://schemas.microsoft.com/office/drawing/2014/main" id="{8E15EEAC-3E7D-4E25-88FF-6D8650F91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0850" y="5143500"/>
            <a:ext cx="1247775" cy="95"/>
          </a:xfrm>
          <a:custGeom xmlns:a="http://schemas.openxmlformats.org/drawingml/2006/main">
            <a:pathLst>
              <a:path w="1247775" h="95">
                <a:moveTo>
                  <a:pt x="12477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277" name="line-186">
            <a:extLst xmlns:a="http://schemas.openxmlformats.org/drawingml/2006/main">
              <a:ext uri="{FF2B5EF4-FFF2-40B4-BE49-F238E27FC236}">
                <a16:creationId xmlns:a16="http://schemas.microsoft.com/office/drawing/2014/main" id="{63D06225-3682-433A-9929-46C37493C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0850" y="5143500"/>
            <a:ext cx="95" cy="171450"/>
          </a:xfrm>
          <a:custGeom xmlns:a="http://schemas.openxmlformats.org/drawingml/2006/main">
            <a:pathLst>
              <a:path w="95" h="171450">
                <a:moveTo>
                  <a:pt x="0" y="0"/>
                </a:moveTo>
                <a:lnTo>
                  <a:pt x="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278" name="line-187">
            <a:extLst xmlns:a="http://schemas.openxmlformats.org/drawingml/2006/main">
              <a:ext uri="{FF2B5EF4-FFF2-40B4-BE49-F238E27FC236}">
                <a16:creationId xmlns:a16="http://schemas.microsoft.com/office/drawing/2014/main" id="{2B17A8C8-DBF1-4D3B-9922-65BED117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90061" y="5255810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279" name="line-188">
            <a:extLst xmlns:a="http://schemas.openxmlformats.org/drawingml/2006/main">
              <a:ext uri="{FF2B5EF4-FFF2-40B4-BE49-F238E27FC236}">
                <a16:creationId xmlns:a16="http://schemas.microsoft.com/office/drawing/2014/main" id="{63E991BD-3413-4F37-BA98-6D91E3985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0850" y="5255810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280" name="line-189">
            <a:extLst xmlns:a="http://schemas.openxmlformats.org/drawingml/2006/main">
              <a:ext uri="{FF2B5EF4-FFF2-40B4-BE49-F238E27FC236}">
                <a16:creationId xmlns:a16="http://schemas.microsoft.com/office/drawing/2014/main" id="{45AEE051-53F3-47C6-B94D-50709D58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8625" y="5143500"/>
            <a:ext cx="409575" cy="95"/>
          </a:xfrm>
          <a:custGeom xmlns:a="http://schemas.openxmlformats.org/drawingml/2006/main">
            <a:pathLst>
              <a:path w="409575" h="95">
                <a:moveTo>
                  <a:pt x="0" y="0"/>
                </a:moveTo>
                <a:lnTo>
                  <a:pt x="409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281" name="line-190">
            <a:extLst xmlns:a="http://schemas.openxmlformats.org/drawingml/2006/main">
              <a:ext uri="{FF2B5EF4-FFF2-40B4-BE49-F238E27FC236}">
                <a16:creationId xmlns:a16="http://schemas.microsoft.com/office/drawing/2014/main" id="{3F064DDA-AA8F-4970-9F87-9A8D90A88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8200" y="5143500"/>
            <a:ext cx="95" cy="171450"/>
          </a:xfrm>
          <a:custGeom xmlns:a="http://schemas.openxmlformats.org/drawingml/2006/main">
            <a:pathLst>
              <a:path w="95" h="171450">
                <a:moveTo>
                  <a:pt x="0" y="0"/>
                </a:moveTo>
                <a:lnTo>
                  <a:pt x="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282" name="line-191">
            <a:extLst xmlns:a="http://schemas.openxmlformats.org/drawingml/2006/main">
              <a:ext uri="{FF2B5EF4-FFF2-40B4-BE49-F238E27FC236}">
                <a16:creationId xmlns:a16="http://schemas.microsoft.com/office/drawing/2014/main" id="{7AC6E23D-076D-4B53-8A41-31A194DA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7411" y="5255810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283" name="line-192">
            <a:extLst xmlns:a="http://schemas.openxmlformats.org/drawingml/2006/main">
              <a:ext uri="{FF2B5EF4-FFF2-40B4-BE49-F238E27FC236}">
                <a16:creationId xmlns:a16="http://schemas.microsoft.com/office/drawing/2014/main" id="{DC976BFC-CA57-4DAA-9E03-46F9365A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8200" y="5255810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284" name="softmax(Qp Kpᵀ / √d)">
            <a:extLst xmlns:a="http://schemas.openxmlformats.org/drawingml/2006/main">
              <a:ext uri="{FF2B5EF4-FFF2-40B4-BE49-F238E27FC236}">
                <a16:creationId xmlns:a16="http://schemas.microsoft.com/office/drawing/2014/main" id="{21125804-5279-4F74-99B3-070E2604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6048375"/>
            <a:ext cx="2724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3E6"/>
          </a:solidFill>
          <a:ln xmlns:a="http://schemas.openxmlformats.org/drawingml/2006/main" w="12383">
            <a:solidFill>
              <a:srgbClr val="202A39"/>
            </a:solidFill>
            <a:prstDash val="solid"/>
          </a:ln>
        </p:spPr>
      </p:sp>
      <p:sp>
        <p:nvSpPr>
          <p:cNvPr id="285" name="softmax(Qp Kpᵀ / √d)">
            <a:extLst xmlns:a="http://schemas.openxmlformats.org/drawingml/2006/main">
              <a:ext uri="{FF2B5EF4-FFF2-40B4-BE49-F238E27FC236}">
                <a16:creationId xmlns:a16="http://schemas.microsoft.com/office/drawing/2014/main" id="{04109B88-211E-44E5-B44A-212B0DA2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6067425"/>
            <a:ext cx="2647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80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softmax(Qp Kpᵀ / √d)</a:t>
            </a:r>
          </a:p>
        </p:txBody>
      </p:sp>
      <p:sp>
        <p:nvSpPr>
          <p:cNvPr id="286" name="line-193">
            <a:extLst xmlns:a="http://schemas.openxmlformats.org/drawingml/2006/main">
              <a:ext uri="{FF2B5EF4-FFF2-40B4-BE49-F238E27FC236}">
                <a16:creationId xmlns:a16="http://schemas.microsoft.com/office/drawing/2014/main" id="{45BD7532-51B3-4900-8ABD-7660C397E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5695950"/>
            <a:ext cx="95" cy="352425"/>
          </a:xfrm>
          <a:custGeom xmlns:a="http://schemas.openxmlformats.org/drawingml/2006/main">
            <a:pathLst>
              <a:path w="95" h="352425">
                <a:moveTo>
                  <a:pt x="0" y="0"/>
                </a:moveTo>
                <a:lnTo>
                  <a:pt x="0" y="35242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287" name="line-194">
            <a:extLst xmlns:a="http://schemas.openxmlformats.org/drawingml/2006/main">
              <a:ext uri="{FF2B5EF4-FFF2-40B4-BE49-F238E27FC236}">
                <a16:creationId xmlns:a16="http://schemas.microsoft.com/office/drawing/2014/main" id="{62023F87-685E-4482-A9A4-3E9057443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2711" y="5989235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288" name="line-195">
            <a:extLst xmlns:a="http://schemas.openxmlformats.org/drawingml/2006/main">
              <a:ext uri="{FF2B5EF4-FFF2-40B4-BE49-F238E27FC236}">
                <a16:creationId xmlns:a16="http://schemas.microsoft.com/office/drawing/2014/main" id="{3328BE6D-8E7B-4F18-85C8-70BB7929E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5989235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289" name="line-196">
            <a:extLst xmlns:a="http://schemas.openxmlformats.org/drawingml/2006/main">
              <a:ext uri="{FF2B5EF4-FFF2-40B4-BE49-F238E27FC236}">
                <a16:creationId xmlns:a16="http://schemas.microsoft.com/office/drawing/2014/main" id="{3D681993-816F-4E4E-B6BB-F4C51212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0850" y="5695950"/>
            <a:ext cx="95" cy="352425"/>
          </a:xfrm>
          <a:custGeom xmlns:a="http://schemas.openxmlformats.org/drawingml/2006/main">
            <a:pathLst>
              <a:path w="95" h="352425">
                <a:moveTo>
                  <a:pt x="0" y="0"/>
                </a:moveTo>
                <a:lnTo>
                  <a:pt x="0" y="35242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290" name="line-197">
            <a:extLst xmlns:a="http://schemas.openxmlformats.org/drawingml/2006/main">
              <a:ext uri="{FF2B5EF4-FFF2-40B4-BE49-F238E27FC236}">
                <a16:creationId xmlns:a16="http://schemas.microsoft.com/office/drawing/2014/main" id="{F1BCCD11-0F87-4A13-A21F-C58349906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90061" y="5989235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291" name="line-198">
            <a:extLst xmlns:a="http://schemas.openxmlformats.org/drawingml/2006/main">
              <a:ext uri="{FF2B5EF4-FFF2-40B4-BE49-F238E27FC236}">
                <a16:creationId xmlns:a16="http://schemas.microsoft.com/office/drawing/2014/main" id="{D4D80D99-87EE-4CC9-9E80-4D888D46D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0850" y="5989235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292" name="operator-×">
            <a:extLst xmlns:a="http://schemas.openxmlformats.org/drawingml/2006/main">
              <a:ext uri="{FF2B5EF4-FFF2-40B4-BE49-F238E27FC236}">
                <a16:creationId xmlns:a16="http://schemas.microsoft.com/office/drawing/2014/main" id="{D60C62CC-CBAD-413A-A454-6E3371465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5725" y="61436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02A39"/>
            </a:solidFill>
          </a:ln>
        </p:spPr>
      </p:sp>
      <p:sp>
        <p:nvSpPr>
          <p:cNvPr id="293" name="×">
            <a:extLst xmlns:a="http://schemas.openxmlformats.org/drawingml/2006/main">
              <a:ext uri="{FF2B5EF4-FFF2-40B4-BE49-F238E27FC236}">
                <a16:creationId xmlns:a16="http://schemas.microsoft.com/office/drawing/2014/main" id="{1AD29E79-0549-4BCE-A62E-F4363E8D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5725" y="61436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6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×</a:t>
            </a:r>
          </a:p>
        </p:txBody>
      </p:sp>
      <p:sp>
        <p:nvSpPr>
          <p:cNvPr id="294" name="line-199">
            <a:extLst xmlns:a="http://schemas.openxmlformats.org/drawingml/2006/main">
              <a:ext uri="{FF2B5EF4-FFF2-40B4-BE49-F238E27FC236}">
                <a16:creationId xmlns:a16="http://schemas.microsoft.com/office/drawing/2014/main" id="{DDB80651-C3D7-4C88-A8D8-20262297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2850" y="6257925"/>
            <a:ext cx="133350" cy="95"/>
          </a:xfrm>
          <a:custGeom xmlns:a="http://schemas.openxmlformats.org/drawingml/2006/main">
            <a:pathLst>
              <a:path w="133350" h="95">
                <a:moveTo>
                  <a:pt x="0" y="0"/>
                </a:moveTo>
                <a:lnTo>
                  <a:pt x="133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295" name="line-200">
            <a:extLst xmlns:a="http://schemas.openxmlformats.org/drawingml/2006/main">
              <a:ext uri="{FF2B5EF4-FFF2-40B4-BE49-F238E27FC236}">
                <a16:creationId xmlns:a16="http://schemas.microsoft.com/office/drawing/2014/main" id="{9D24F4F0-758C-4C5E-B57C-38E35887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57060" y="6257925"/>
            <a:ext cx="59140" cy="30789"/>
          </a:xfrm>
          <a:custGeom xmlns:a="http://schemas.openxmlformats.org/drawingml/2006/main"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296" name="line-201">
            <a:extLst xmlns:a="http://schemas.openxmlformats.org/drawingml/2006/main">
              <a:ext uri="{FF2B5EF4-FFF2-40B4-BE49-F238E27FC236}">
                <a16:creationId xmlns:a16="http://schemas.microsoft.com/office/drawing/2014/main" id="{1D00E660-D3C5-41EA-85E9-A4A42F8C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57060" y="6227136"/>
            <a:ext cx="59140" cy="30789"/>
          </a:xfrm>
          <a:custGeom xmlns:a="http://schemas.openxmlformats.org/drawingml/2006/main"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297" name="line-202">
            <a:extLst xmlns:a="http://schemas.openxmlformats.org/drawingml/2006/main">
              <a:ext uri="{FF2B5EF4-FFF2-40B4-BE49-F238E27FC236}">
                <a16:creationId xmlns:a16="http://schemas.microsoft.com/office/drawing/2014/main" id="{9BB94C0B-D0A9-4F8D-9620-AB10F9E66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8200" y="5695950"/>
            <a:ext cx="95" cy="561975"/>
          </a:xfrm>
          <a:custGeom xmlns:a="http://schemas.openxmlformats.org/drawingml/2006/main">
            <a:pathLst>
              <a:path w="95" h="561975">
                <a:moveTo>
                  <a:pt x="0" y="0"/>
                </a:moveTo>
                <a:lnTo>
                  <a:pt x="0" y="56197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298" name="line-203">
            <a:extLst xmlns:a="http://schemas.openxmlformats.org/drawingml/2006/main">
              <a:ext uri="{FF2B5EF4-FFF2-40B4-BE49-F238E27FC236}">
                <a16:creationId xmlns:a16="http://schemas.microsoft.com/office/drawing/2014/main" id="{96E7863F-559B-4BB7-ACDF-58D1574B3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3850" y="6257925"/>
            <a:ext cx="514350" cy="95"/>
          </a:xfrm>
          <a:custGeom xmlns:a="http://schemas.openxmlformats.org/drawingml/2006/main">
            <a:pathLst>
              <a:path w="514350" h="95">
                <a:moveTo>
                  <a:pt x="5143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299" name="line-204">
            <a:extLst xmlns:a="http://schemas.openxmlformats.org/drawingml/2006/main">
              <a:ext uri="{FF2B5EF4-FFF2-40B4-BE49-F238E27FC236}">
                <a16:creationId xmlns:a16="http://schemas.microsoft.com/office/drawing/2014/main" id="{B475DF36-FEA1-4AEA-8D3E-3991F1EE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3850" y="6227136"/>
            <a:ext cx="59140" cy="30789"/>
          </a:xfrm>
          <a:custGeom xmlns:a="http://schemas.openxmlformats.org/drawingml/2006/main">
            <a:pathLst>
              <a:path w="59140" h="30789">
                <a:moveTo>
                  <a:pt x="0" y="30789"/>
                </a:moveTo>
                <a:lnTo>
                  <a:pt x="59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300" name="line-205">
            <a:extLst xmlns:a="http://schemas.openxmlformats.org/drawingml/2006/main">
              <a:ext uri="{FF2B5EF4-FFF2-40B4-BE49-F238E27FC236}">
                <a16:creationId xmlns:a16="http://schemas.microsoft.com/office/drawing/2014/main" id="{4F88C752-59F2-45D3-8E8F-B3A9FBEA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3850" y="6257925"/>
            <a:ext cx="59140" cy="30789"/>
          </a:xfrm>
          <a:custGeom xmlns:a="http://schemas.openxmlformats.org/drawingml/2006/main">
            <a:pathLst>
              <a:path w="59140" h="30789">
                <a:moveTo>
                  <a:pt x="0" y="0"/>
                </a:moveTo>
                <a:lnTo>
                  <a:pt x="59140" y="3078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301" name="line-206">
            <a:extLst xmlns:a="http://schemas.openxmlformats.org/drawingml/2006/main">
              <a:ext uri="{FF2B5EF4-FFF2-40B4-BE49-F238E27FC236}">
                <a16:creationId xmlns:a16="http://schemas.microsoft.com/office/drawing/2014/main" id="{BFE04EEF-4931-4FCB-BB94-A58BB8DC9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0025" y="6381750"/>
            <a:ext cx="95" cy="371475"/>
          </a:xfrm>
          <a:custGeom xmlns:a="http://schemas.openxmlformats.org/drawingml/2006/main">
            <a:pathLst>
              <a:path w="95" h="371475">
                <a:moveTo>
                  <a:pt x="0" y="0"/>
                </a:moveTo>
                <a:lnTo>
                  <a:pt x="0" y="37147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527C64"/>
            </a:solidFill>
            <a:prstDash val="solid"/>
          </a:ln>
        </p:spPr>
      </p:sp>
      <p:sp>
        <p:nvSpPr>
          <p:cNvPr id="302" name="line-207">
            <a:extLst xmlns:a="http://schemas.openxmlformats.org/drawingml/2006/main">
              <a:ext uri="{FF2B5EF4-FFF2-40B4-BE49-F238E27FC236}">
                <a16:creationId xmlns:a16="http://schemas.microsoft.com/office/drawing/2014/main" id="{A51E2CC2-A55B-41D9-8EB3-A4A8ACD20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8950" y="6753225"/>
            <a:ext cx="981075" cy="95"/>
          </a:xfrm>
          <a:custGeom xmlns:a="http://schemas.openxmlformats.org/drawingml/2006/main">
            <a:pathLst>
              <a:path w="981075" h="95">
                <a:moveTo>
                  <a:pt x="9810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527C64"/>
            </a:solidFill>
            <a:prstDash val="solid"/>
          </a:ln>
        </p:spPr>
      </p:sp>
      <p:sp>
        <p:nvSpPr>
          <p:cNvPr id="303" name="line-208">
            <a:extLst xmlns:a="http://schemas.openxmlformats.org/drawingml/2006/main">
              <a:ext uri="{FF2B5EF4-FFF2-40B4-BE49-F238E27FC236}">
                <a16:creationId xmlns:a16="http://schemas.microsoft.com/office/drawing/2014/main" id="{412C7E85-E86D-42B3-88E1-127166DA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8950" y="6753225"/>
            <a:ext cx="95" cy="276225"/>
          </a:xfrm>
          <a:custGeom xmlns:a="http://schemas.openxmlformats.org/drawingml/2006/main">
            <a:pathLst>
              <a:path w="95" h="276225">
                <a:moveTo>
                  <a:pt x="0" y="0"/>
                </a:moveTo>
                <a:lnTo>
                  <a:pt x="0" y="27622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527C64"/>
            </a:solidFill>
            <a:prstDash val="solid"/>
          </a:ln>
        </p:spPr>
      </p:sp>
      <p:sp>
        <p:nvSpPr>
          <p:cNvPr id="304" name="line-209">
            <a:extLst xmlns:a="http://schemas.openxmlformats.org/drawingml/2006/main">
              <a:ext uri="{FF2B5EF4-FFF2-40B4-BE49-F238E27FC236}">
                <a16:creationId xmlns:a16="http://schemas.microsoft.com/office/drawing/2014/main" id="{F7915C73-6EF1-49F1-A4D3-2652A8625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8161" y="6970310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527C64"/>
            </a:solidFill>
            <a:prstDash val="solid"/>
          </a:ln>
        </p:spPr>
      </p:sp>
      <p:sp>
        <p:nvSpPr>
          <p:cNvPr id="305" name="line-210">
            <a:extLst xmlns:a="http://schemas.openxmlformats.org/drawingml/2006/main">
              <a:ext uri="{FF2B5EF4-FFF2-40B4-BE49-F238E27FC236}">
                <a16:creationId xmlns:a16="http://schemas.microsoft.com/office/drawing/2014/main" id="{29C5564F-25CD-40D4-9CEA-6330A2FC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8950" y="6970310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527C64"/>
            </a:solidFill>
            <a:prstDash val="solid"/>
          </a:ln>
        </p:spPr>
      </p:sp>
      <p:sp>
        <p:nvSpPr>
          <p:cNvPr id="306" name="C(pattern)">
            <a:extLst xmlns:a="http://schemas.openxmlformats.org/drawingml/2006/main">
              <a:ext uri="{FF2B5EF4-FFF2-40B4-BE49-F238E27FC236}">
                <a16:creationId xmlns:a16="http://schemas.microsoft.com/office/drawing/2014/main" id="{2EECAFB0-4A3B-4BE0-8FEB-B92E4C49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8125" y="6572250"/>
            <a:ext cx="117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0" i="1">
                <a:solidFill>
                  <a:srgbClr val="527C6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425" b="0" i="1">
                <a:solidFill>
                  <a:srgbClr val="527C6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1">
                <a:solidFill>
                  <a:srgbClr val="527C64"/>
                </a:solidFill>
                <a:latin typeface="Times New Roman"/>
                <a:ea typeface="Times New Roman"/>
                <a:cs typeface="Times New Roman"/>
              </a:rPr>
              <a:t>C(pattern)</a:t>
            </a:r>
          </a:p>
        </p:txBody>
      </p:sp>
      <p:sp>
        <p:nvSpPr>
          <p:cNvPr id="307" name="Qg">
            <a:extLst xmlns:a="http://schemas.openxmlformats.org/drawingml/2006/main">
              <a:ext uri="{FF2B5EF4-FFF2-40B4-BE49-F238E27FC236}">
                <a16:creationId xmlns:a16="http://schemas.microsoft.com/office/drawing/2014/main" id="{5AD02F2B-B0C0-40CA-A86D-2E54C8D7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3925" y="6972300"/>
            <a:ext cx="7524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12383">
            <a:solidFill>
              <a:srgbClr val="202A39"/>
            </a:solidFill>
            <a:prstDash val="solid"/>
          </a:ln>
        </p:spPr>
      </p:sp>
      <p:sp>
        <p:nvSpPr>
          <p:cNvPr id="308" name="Qg">
            <a:extLst xmlns:a="http://schemas.openxmlformats.org/drawingml/2006/main">
              <a:ext uri="{FF2B5EF4-FFF2-40B4-BE49-F238E27FC236}">
                <a16:creationId xmlns:a16="http://schemas.microsoft.com/office/drawing/2014/main" id="{27AC32B3-A9F5-4872-B17B-30A55539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2025" y="6991350"/>
            <a:ext cx="6762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72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Qg</a:t>
            </a:r>
          </a:p>
        </p:txBody>
      </p:sp>
      <p:sp>
        <p:nvSpPr>
          <p:cNvPr id="309" name="Kg">
            <a:extLst xmlns:a="http://schemas.openxmlformats.org/drawingml/2006/main">
              <a:ext uri="{FF2B5EF4-FFF2-40B4-BE49-F238E27FC236}">
                <a16:creationId xmlns:a16="http://schemas.microsoft.com/office/drawing/2014/main" id="{7772F106-7B99-4355-9042-69E6DDBD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6972300"/>
            <a:ext cx="7524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12383">
            <a:solidFill>
              <a:srgbClr val="202A39"/>
            </a:solidFill>
            <a:prstDash val="solid"/>
          </a:ln>
        </p:spPr>
      </p:sp>
      <p:sp>
        <p:nvSpPr>
          <p:cNvPr id="310" name="Kg">
            <a:extLst xmlns:a="http://schemas.openxmlformats.org/drawingml/2006/main">
              <a:ext uri="{FF2B5EF4-FFF2-40B4-BE49-F238E27FC236}">
                <a16:creationId xmlns:a16="http://schemas.microsoft.com/office/drawing/2014/main" id="{E5968BB9-E507-4BCB-9443-69CFAF224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6991350"/>
            <a:ext cx="6762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72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Kg</a:t>
            </a:r>
          </a:p>
        </p:txBody>
      </p:sp>
      <p:sp>
        <p:nvSpPr>
          <p:cNvPr id="311" name="Vg">
            <a:extLst xmlns:a="http://schemas.openxmlformats.org/drawingml/2006/main">
              <a:ext uri="{FF2B5EF4-FFF2-40B4-BE49-F238E27FC236}">
                <a16:creationId xmlns:a16="http://schemas.microsoft.com/office/drawing/2014/main" id="{E7A3BE4B-5443-47F3-96E1-1656A86D1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4350" y="6972300"/>
            <a:ext cx="7524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12383">
            <a:solidFill>
              <a:srgbClr val="202A39"/>
            </a:solidFill>
            <a:prstDash val="solid"/>
          </a:ln>
        </p:spPr>
      </p:sp>
      <p:sp>
        <p:nvSpPr>
          <p:cNvPr id="312" name="Vg">
            <a:extLst xmlns:a="http://schemas.openxmlformats.org/drawingml/2006/main">
              <a:ext uri="{FF2B5EF4-FFF2-40B4-BE49-F238E27FC236}">
                <a16:creationId xmlns:a16="http://schemas.microsoft.com/office/drawing/2014/main" id="{4B1E3222-EDB9-4F1C-9147-B12A56A52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2450" y="6991350"/>
            <a:ext cx="6762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72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Vg</a:t>
            </a:r>
          </a:p>
        </p:txBody>
      </p:sp>
      <p:sp>
        <p:nvSpPr>
          <p:cNvPr id="313" name="operator-+">
            <a:extLst xmlns:a="http://schemas.openxmlformats.org/drawingml/2006/main">
              <a:ext uri="{FF2B5EF4-FFF2-40B4-BE49-F238E27FC236}">
                <a16:creationId xmlns:a16="http://schemas.microsoft.com/office/drawing/2014/main" id="{76D85CB7-285A-4308-88AC-219A568E8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4650" y="70389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02A39"/>
            </a:solidFill>
          </a:ln>
        </p:spPr>
      </p:sp>
      <p:sp>
        <p:nvSpPr>
          <p:cNvPr id="314" name="+">
            <a:extLst xmlns:a="http://schemas.openxmlformats.org/drawingml/2006/main">
              <a:ext uri="{FF2B5EF4-FFF2-40B4-BE49-F238E27FC236}">
                <a16:creationId xmlns:a16="http://schemas.microsoft.com/office/drawing/2014/main" id="{0D83D340-290D-49F8-B88A-900FD371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4650" y="70389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6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315" name="line-211">
            <a:extLst xmlns:a="http://schemas.openxmlformats.org/drawingml/2006/main">
              <a:ext uri="{FF2B5EF4-FFF2-40B4-BE49-F238E27FC236}">
                <a16:creationId xmlns:a16="http://schemas.microsoft.com/office/drawing/2014/main" id="{B5BA79CF-E473-4871-974E-96290E008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7162800"/>
            <a:ext cx="190500" cy="95"/>
          </a:xfrm>
          <a:custGeom xmlns:a="http://schemas.openxmlformats.org/drawingml/2006/main">
            <a:pathLst>
              <a:path w="190500" h="9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316" name="line-212">
            <a:extLst xmlns:a="http://schemas.openxmlformats.org/drawingml/2006/main">
              <a:ext uri="{FF2B5EF4-FFF2-40B4-BE49-F238E27FC236}">
                <a16:creationId xmlns:a16="http://schemas.microsoft.com/office/drawing/2014/main" id="{38439D4E-773A-4F8C-8D5A-028A43C7C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75985" y="7162800"/>
            <a:ext cx="59140" cy="30789"/>
          </a:xfrm>
          <a:custGeom xmlns:a="http://schemas.openxmlformats.org/drawingml/2006/main"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317" name="line-213">
            <a:extLst xmlns:a="http://schemas.openxmlformats.org/drawingml/2006/main">
              <a:ext uri="{FF2B5EF4-FFF2-40B4-BE49-F238E27FC236}">
                <a16:creationId xmlns:a16="http://schemas.microsoft.com/office/drawing/2014/main" id="{1351F0D9-7072-4FF4-A203-D0D1C692C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75985" y="7132011"/>
            <a:ext cx="59140" cy="30789"/>
          </a:xfrm>
          <a:custGeom xmlns:a="http://schemas.openxmlformats.org/drawingml/2006/main"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318" name="K̃g">
            <a:extLst xmlns:a="http://schemas.openxmlformats.org/drawingml/2006/main">
              <a:ext uri="{FF2B5EF4-FFF2-40B4-BE49-F238E27FC236}">
                <a16:creationId xmlns:a16="http://schemas.microsoft.com/office/drawing/2014/main" id="{9699E2B4-7543-4C75-8B0C-4878EE127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7019925"/>
            <a:ext cx="828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 i="1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650" b="0" i="1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1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K̃g</a:t>
            </a:r>
          </a:p>
        </p:txBody>
      </p:sp>
      <p:sp>
        <p:nvSpPr>
          <p:cNvPr id="319" name="softmax(Qg K̃gᵀ / √d + Mg) Vg">
            <a:extLst xmlns:a="http://schemas.openxmlformats.org/drawingml/2006/main">
              <a:ext uri="{FF2B5EF4-FFF2-40B4-BE49-F238E27FC236}">
                <a16:creationId xmlns:a16="http://schemas.microsoft.com/office/drawing/2014/main" id="{D7B27C38-3D19-4CE5-B28B-5BF18907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7877175"/>
            <a:ext cx="40005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3E6"/>
          </a:solidFill>
          <a:ln xmlns:a="http://schemas.openxmlformats.org/drawingml/2006/main" w="12383">
            <a:solidFill>
              <a:srgbClr val="202A39"/>
            </a:solidFill>
            <a:prstDash val="solid"/>
          </a:ln>
        </p:spPr>
      </p:sp>
      <p:sp>
        <p:nvSpPr>
          <p:cNvPr id="320" name="softmax(Qg K̃gᵀ / √d + Mg) Vg">
            <a:extLst xmlns:a="http://schemas.openxmlformats.org/drawingml/2006/main">
              <a:ext uri="{FF2B5EF4-FFF2-40B4-BE49-F238E27FC236}">
                <a16:creationId xmlns:a16="http://schemas.microsoft.com/office/drawing/2014/main" id="{2EC965E4-142E-4809-AA62-B0A2F04B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7896225"/>
            <a:ext cx="39243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80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softmax(Qg K̃gᵀ / √d + Mg) Vg</a:t>
            </a:r>
          </a:p>
        </p:txBody>
      </p:sp>
      <p:sp>
        <p:nvSpPr>
          <p:cNvPr id="321" name="line-214">
            <a:extLst xmlns:a="http://schemas.openxmlformats.org/drawingml/2006/main">
              <a:ext uri="{FF2B5EF4-FFF2-40B4-BE49-F238E27FC236}">
                <a16:creationId xmlns:a16="http://schemas.microsoft.com/office/drawing/2014/main" id="{836DD041-CDCC-4586-B62C-B5B58C2F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4925" y="7353300"/>
            <a:ext cx="95" cy="352425"/>
          </a:xfrm>
          <a:custGeom xmlns:a="http://schemas.openxmlformats.org/drawingml/2006/main">
            <a:pathLst>
              <a:path w="95" h="352425">
                <a:moveTo>
                  <a:pt x="0" y="0"/>
                </a:moveTo>
                <a:lnTo>
                  <a:pt x="0" y="35242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322" name="line-215">
            <a:extLst xmlns:a="http://schemas.openxmlformats.org/drawingml/2006/main">
              <a:ext uri="{FF2B5EF4-FFF2-40B4-BE49-F238E27FC236}">
                <a16:creationId xmlns:a16="http://schemas.microsoft.com/office/drawing/2014/main" id="{B0E529AE-2EBE-4007-9EBC-4856195DB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4925" y="7705725"/>
            <a:ext cx="371475" cy="95"/>
          </a:xfrm>
          <a:custGeom xmlns:a="http://schemas.openxmlformats.org/drawingml/2006/main">
            <a:pathLst>
              <a:path w="371475" h="95">
                <a:moveTo>
                  <a:pt x="0" y="0"/>
                </a:moveTo>
                <a:lnTo>
                  <a:pt x="371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323" name="line-216">
            <a:extLst xmlns:a="http://schemas.openxmlformats.org/drawingml/2006/main">
              <a:ext uri="{FF2B5EF4-FFF2-40B4-BE49-F238E27FC236}">
                <a16:creationId xmlns:a16="http://schemas.microsoft.com/office/drawing/2014/main" id="{5DD048A0-EF98-49A0-997F-3189F602E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7705725"/>
            <a:ext cx="95" cy="171450"/>
          </a:xfrm>
          <a:custGeom xmlns:a="http://schemas.openxmlformats.org/drawingml/2006/main">
            <a:pathLst>
              <a:path w="95" h="171450">
                <a:moveTo>
                  <a:pt x="0" y="0"/>
                </a:moveTo>
                <a:lnTo>
                  <a:pt x="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324" name="line-217">
            <a:extLst xmlns:a="http://schemas.openxmlformats.org/drawingml/2006/main">
              <a:ext uri="{FF2B5EF4-FFF2-40B4-BE49-F238E27FC236}">
                <a16:creationId xmlns:a16="http://schemas.microsoft.com/office/drawing/2014/main" id="{5FBF4608-BCFF-4D1E-B5C5-9BC9F70CE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5611" y="7818035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325" name="line-218">
            <a:extLst xmlns:a="http://schemas.openxmlformats.org/drawingml/2006/main">
              <a:ext uri="{FF2B5EF4-FFF2-40B4-BE49-F238E27FC236}">
                <a16:creationId xmlns:a16="http://schemas.microsoft.com/office/drawing/2014/main" id="{28D106D0-7038-47EC-BC79-14AE9E58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7818035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326" name="line-219">
            <a:extLst xmlns:a="http://schemas.openxmlformats.org/drawingml/2006/main">
              <a:ext uri="{FF2B5EF4-FFF2-40B4-BE49-F238E27FC236}">
                <a16:creationId xmlns:a16="http://schemas.microsoft.com/office/drawing/2014/main" id="{DD21D682-F5CC-4358-A7ED-F9C75046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8950" y="7277100"/>
            <a:ext cx="95" cy="600075"/>
          </a:xfrm>
          <a:custGeom xmlns:a="http://schemas.openxmlformats.org/drawingml/2006/main">
            <a:pathLst>
              <a:path w="95" h="600075">
                <a:moveTo>
                  <a:pt x="0" y="0"/>
                </a:moveTo>
                <a:lnTo>
                  <a:pt x="0" y="60007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327" name="line-220">
            <a:extLst xmlns:a="http://schemas.openxmlformats.org/drawingml/2006/main">
              <a:ext uri="{FF2B5EF4-FFF2-40B4-BE49-F238E27FC236}">
                <a16:creationId xmlns:a16="http://schemas.microsoft.com/office/drawing/2014/main" id="{0B5BC7F6-CB59-4C12-9191-03440123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8161" y="7818035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328" name="line-221">
            <a:extLst xmlns:a="http://schemas.openxmlformats.org/drawingml/2006/main">
              <a:ext uri="{FF2B5EF4-FFF2-40B4-BE49-F238E27FC236}">
                <a16:creationId xmlns:a16="http://schemas.microsoft.com/office/drawing/2014/main" id="{2AFFAC1B-4440-4EB3-B049-39C79E0D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8950" y="7818035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329" name="line-222">
            <a:extLst xmlns:a="http://schemas.openxmlformats.org/drawingml/2006/main">
              <a:ext uri="{FF2B5EF4-FFF2-40B4-BE49-F238E27FC236}">
                <a16:creationId xmlns:a16="http://schemas.microsoft.com/office/drawing/2014/main" id="{7A112362-BA65-4C3B-9974-2C9D78740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35350" y="7353300"/>
            <a:ext cx="95" cy="523875"/>
          </a:xfrm>
          <a:custGeom xmlns:a="http://schemas.openxmlformats.org/drawingml/2006/main">
            <a:pathLst>
              <a:path w="95" h="523875">
                <a:moveTo>
                  <a:pt x="0" y="0"/>
                </a:moveTo>
                <a:lnTo>
                  <a:pt x="0" y="52387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330" name="line-223">
            <a:extLst xmlns:a="http://schemas.openxmlformats.org/drawingml/2006/main">
              <a:ext uri="{FF2B5EF4-FFF2-40B4-BE49-F238E27FC236}">
                <a16:creationId xmlns:a16="http://schemas.microsoft.com/office/drawing/2014/main" id="{F4D6C69E-DED6-4FC1-AD9E-14B1EB431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04561" y="7818035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331" name="line-224">
            <a:extLst xmlns:a="http://schemas.openxmlformats.org/drawingml/2006/main">
              <a:ext uri="{FF2B5EF4-FFF2-40B4-BE49-F238E27FC236}">
                <a16:creationId xmlns:a16="http://schemas.microsoft.com/office/drawing/2014/main" id="{D97E6FC1-F0F3-4C47-8A41-ADBB3425B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35350" y="7818035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332" name="Geographic mask Mg">
            <a:extLst xmlns:a="http://schemas.openxmlformats.org/drawingml/2006/main">
              <a:ext uri="{FF2B5EF4-FFF2-40B4-BE49-F238E27FC236}">
                <a16:creationId xmlns:a16="http://schemas.microsoft.com/office/drawing/2014/main" id="{ED29E32B-5063-46E8-8B61-B7B5028C6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8534400"/>
            <a:ext cx="2457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0" i="1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425" b="0" i="1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1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Geographic mask Mg</a:t>
            </a:r>
          </a:p>
        </p:txBody>
      </p:sp>
      <p:sp>
        <p:nvSpPr>
          <p:cNvPr id="333" name="line-225">
            <a:extLst xmlns:a="http://schemas.openxmlformats.org/drawingml/2006/main">
              <a:ext uri="{FF2B5EF4-FFF2-40B4-BE49-F238E27FC236}">
                <a16:creationId xmlns:a16="http://schemas.microsoft.com/office/drawing/2014/main" id="{AFF04DD2-B984-4FFD-88B4-017995E29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8534400"/>
            <a:ext cx="304800" cy="95"/>
          </a:xfrm>
          <a:custGeom xmlns:a="http://schemas.openxmlformats.org/drawingml/2006/main">
            <a:pathLst>
              <a:path w="304800" h="95">
                <a:moveTo>
                  <a:pt x="3048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6B7079"/>
            </a:solidFill>
            <a:prstDash val="solid"/>
          </a:ln>
        </p:spPr>
      </p:sp>
      <p:sp>
        <p:nvSpPr>
          <p:cNvPr id="334" name="line-226">
            <a:extLst xmlns:a="http://schemas.openxmlformats.org/drawingml/2006/main">
              <a:ext uri="{FF2B5EF4-FFF2-40B4-BE49-F238E27FC236}">
                <a16:creationId xmlns:a16="http://schemas.microsoft.com/office/drawing/2014/main" id="{571A7552-5556-4948-98ED-43BC59F86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8124825"/>
            <a:ext cx="95" cy="409575"/>
          </a:xfrm>
          <a:custGeom xmlns:a="http://schemas.openxmlformats.org/drawingml/2006/main">
            <a:pathLst>
              <a:path w="95" h="409575">
                <a:moveTo>
                  <a:pt x="0" y="409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6B7079"/>
            </a:solidFill>
            <a:prstDash val="solid"/>
          </a:ln>
        </p:spPr>
      </p:sp>
      <p:sp>
        <p:nvSpPr>
          <p:cNvPr id="335" name="line-227">
            <a:extLst xmlns:a="http://schemas.openxmlformats.org/drawingml/2006/main">
              <a:ext uri="{FF2B5EF4-FFF2-40B4-BE49-F238E27FC236}">
                <a16:creationId xmlns:a16="http://schemas.microsoft.com/office/drawing/2014/main" id="{7B17EB92-C74F-469A-AF5D-431570E4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8124825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6B7079"/>
            </a:solidFill>
            <a:prstDash val="solid"/>
          </a:ln>
        </p:spPr>
      </p:sp>
      <p:sp>
        <p:nvSpPr>
          <p:cNvPr id="336" name="line-228">
            <a:extLst xmlns:a="http://schemas.openxmlformats.org/drawingml/2006/main">
              <a:ext uri="{FF2B5EF4-FFF2-40B4-BE49-F238E27FC236}">
                <a16:creationId xmlns:a16="http://schemas.microsoft.com/office/drawing/2014/main" id="{9EAB6993-40F3-4B51-8C52-B77F25F75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7660" y="8124825"/>
            <a:ext cx="59140" cy="30789"/>
          </a:xfrm>
          <a:custGeom xmlns:a="http://schemas.openxmlformats.org/drawingml/2006/main"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6B7079"/>
            </a:solidFill>
            <a:prstDash val="solid"/>
          </a:ln>
        </p:spPr>
      </p:sp>
      <p:sp>
        <p:nvSpPr>
          <p:cNvPr id="337" name="line-229">
            <a:extLst xmlns:a="http://schemas.openxmlformats.org/drawingml/2006/main">
              <a:ext uri="{FF2B5EF4-FFF2-40B4-BE49-F238E27FC236}">
                <a16:creationId xmlns:a16="http://schemas.microsoft.com/office/drawing/2014/main" id="{C88C0D6E-8D3D-435A-8972-34BF35FA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7660" y="8094036"/>
            <a:ext cx="59140" cy="30789"/>
          </a:xfrm>
          <a:custGeom xmlns:a="http://schemas.openxmlformats.org/drawingml/2006/main"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6B7079"/>
            </a:solidFill>
            <a:prstDash val="solid"/>
          </a:ln>
        </p:spPr>
      </p:sp>
      <p:sp>
        <p:nvSpPr>
          <p:cNvPr id="338" name="line-230">
            <a:extLst xmlns:a="http://schemas.openxmlformats.org/drawingml/2006/main">
              <a:ext uri="{FF2B5EF4-FFF2-40B4-BE49-F238E27FC236}">
                <a16:creationId xmlns:a16="http://schemas.microsoft.com/office/drawing/2014/main" id="{918C8527-5D40-4EDA-99C5-DB970BCDD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3775" y="8382000"/>
            <a:ext cx="95" cy="409575"/>
          </a:xfrm>
          <a:custGeom xmlns:a="http://schemas.openxmlformats.org/drawingml/2006/main">
            <a:pathLst>
              <a:path w="95" h="409575">
                <a:moveTo>
                  <a:pt x="0" y="0"/>
                </a:moveTo>
                <a:lnTo>
                  <a:pt x="0" y="40957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339" name="line-231">
            <a:extLst xmlns:a="http://schemas.openxmlformats.org/drawingml/2006/main">
              <a:ext uri="{FF2B5EF4-FFF2-40B4-BE49-F238E27FC236}">
                <a16:creationId xmlns:a16="http://schemas.microsoft.com/office/drawing/2014/main" id="{63AED5D9-BF66-4EB0-9CD0-A7C77548A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2986" y="8732435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340" name="line-232">
            <a:extLst xmlns:a="http://schemas.openxmlformats.org/drawingml/2006/main">
              <a:ext uri="{FF2B5EF4-FFF2-40B4-BE49-F238E27FC236}">
                <a16:creationId xmlns:a16="http://schemas.microsoft.com/office/drawing/2014/main" id="{7C98A045-646F-4B28-A6AC-A6B14DCCD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3775" y="8732435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341" name="Geographic output">
            <a:extLst xmlns:a="http://schemas.openxmlformats.org/drawingml/2006/main">
              <a:ext uri="{FF2B5EF4-FFF2-40B4-BE49-F238E27FC236}">
                <a16:creationId xmlns:a16="http://schemas.microsoft.com/office/drawing/2014/main" id="{E3F0DECE-A5BC-48A9-9576-28CBBFC92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88487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72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Geographic output</a:t>
            </a:r>
          </a:p>
        </p:txBody>
      </p:sp>
      <p:sp>
        <p:nvSpPr>
          <p:cNvPr id="342" name="Qg, Kg, Vg = Linear(LN(H))">
            <a:extLst xmlns:a="http://schemas.openxmlformats.org/drawingml/2006/main">
              <a:ext uri="{FF2B5EF4-FFF2-40B4-BE49-F238E27FC236}">
                <a16:creationId xmlns:a16="http://schemas.microsoft.com/office/drawing/2014/main" id="{01B8D82D-FC97-479F-B49A-FC57FCD26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9201150"/>
            <a:ext cx="4238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 i="1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75" b="0" i="1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1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Qg, Kg, Vg = Linear(LN(H))</a:t>
            </a:r>
          </a:p>
        </p:txBody>
      </p:sp>
    </p:spTree>
    <p:extLst>
      <p:ext uri="{BB962C8B-B14F-4D97-AF65-F5344CB8AC3E}">
        <p14:creationId xmlns:p14="http://schemas.microsoft.com/office/powerpoint/2010/main" val="13165696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2026-10-11T15:05:23.8970000Z</dcterms:created>
  <dcterms:modified xsi:type="dcterms:W3CDTF">2026-10-11T15:05:23.8970000Z</dcterms:modified>
</coreProperties>
</file>