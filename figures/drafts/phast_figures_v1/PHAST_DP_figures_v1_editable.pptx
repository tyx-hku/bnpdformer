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3756f1f8ac9495b" /><Relationship Type="http://schemas.openxmlformats.org/officeDocument/2006/relationships/extended-properties" Target="/docProps/app.xml" Id="Rccdabf2046914cfa" /><Relationship Type="http://schemas.openxmlformats.org/officeDocument/2006/relationships/officeDocument" Target="/ppt/presentation.xml" Id="R74e2b9d139a54b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7332e1d1ec4faf"/>
  </p:sldMasterIdLst>
  <p:notesMasterIdLst>
    <p:notesMasterId xmlns:r="http://schemas.openxmlformats.org/officeDocument/2006/relationships" r:id="R45b3ceaae3324b48"/>
  </p:notesMasterIdLst>
  <p:sldIdLst>
    <p:sldId xmlns:r="http://schemas.openxmlformats.org/officeDocument/2006/relationships" id="256" r:id="R39b826e5b307418b"/>
    <p:sldId xmlns:r="http://schemas.openxmlformats.org/officeDocument/2006/relationships" id="257" r:id="Rfb1396e9bd4249c8"/>
    <p:sldId xmlns:r="http://schemas.openxmlformats.org/officeDocument/2006/relationships" id="258" r:id="R3f4ea1a8cc374838"/>
  </p:sldIdLst>
  <p:sldSz cx="13716000" cy="7810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f381d32c0e4d24" /><Relationship Type="http://schemas.openxmlformats.org/officeDocument/2006/relationships/slideMaster" Target="/ppt/slideMasters/slideMaster1.xml" Id="R1b7332e1d1ec4faf" /><Relationship Type="http://schemas.openxmlformats.org/officeDocument/2006/relationships/notesMaster" Target="/ppt/notesMasters/notesMaster1.xml" Id="R45b3ceaae3324b48" /><Relationship Type="http://schemas.openxmlformats.org/officeDocument/2006/relationships/presProps" Target="/ppt/presProps.xml" Id="R5e2739b6bbc743e9" /><Relationship Type="http://schemas.openxmlformats.org/officeDocument/2006/relationships/tableStyles" Target="/ppt/tableStyles.xml" Id="R29c5a9cde7da49b7" /><Relationship Type="http://schemas.openxmlformats.org/officeDocument/2006/relationships/slide" Target="/ppt/slides/slide1.xml" Id="R39b826e5b307418b" /><Relationship Type="http://schemas.openxmlformats.org/officeDocument/2006/relationships/slide" Target="/ppt/slides/slide2.xml" Id="Rfb1396e9bd4249c8" /><Relationship Type="http://schemas.openxmlformats.org/officeDocument/2006/relationships/slide" Target="/ppt/slides/slide3.xml" Id="R3f4ea1a8cc3748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c81b13ec7e542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185d2088c34d0d" /><Relationship Type="http://schemas.openxmlformats.org/officeDocument/2006/relationships/notesMaster" Target="/ppt/notesMasters/notesMaster1.xml" Id="Re57ae92c18d048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22cb39c3254b79" /><Relationship Type="http://schemas.openxmlformats.org/officeDocument/2006/relationships/notesMaster" Target="/ppt/notesMasters/notesMaster1.xml" Id="Rbe741ca72e624a2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bf67d04aba4cb3" /><Relationship Type="http://schemas.openxmlformats.org/officeDocument/2006/relationships/notesMaster" Target="/ppt/notesMasters/notesMaster1.xml" Id="R1cd07367389f40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图1：方法整体流程。左侧为项目真实 Isaac Sim 截图及历史窗口示意；中部为输入张量和共享资源图；右侧为 PHAST-DP 编码器、过程信息预测头和报告输出。底部虚线表示训练监督，未来状态只用于构造标签和损失。时间条的色块仅为窗口示意，不代表某次实验观测。监督目标包括事件、状态、时间与原因。</a:t>
            </a:r>
          </a:p>
          <a:p xmlns:a="http://schemas.openxmlformats.org/drawingml/2006/main">
            <a:r>
              <a:t>依据：论文 main.tex（dev_xwt，ffcfbb7）；实验代码 origin/dev_tyx（29655baee57b9095119589a211ae1e2113b84078）。代码路径 source/isaaclab_tasks/isaaclab_tasks/direct/hc_factory/PDFormer/factory_bn/。模型命名使用论文 PHAST-DP；代码类名仍为 BNPDFormer。Times New Roman 为用户指定。</a:t>
            </a:r>
          </a:p>
          <a:p xmlns:a="http://schemas.openxmlformats.org/drawingml/2006/main">
            <a:r>
              <a:t>图片：figures/camera_views/env_screen_shot.png。相关代码 dataset.py、graph.py、model.py、causes.py、train.py。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图2：主模型结构。输入按六个特征组分别 Linear+GELU 后取均值，加入时间位置、Laplacian 与节点标识嵌入。五层编码器中每层并行时间4头、地理2头、语义2头，拼接投影和两次残差/FFN；虚线路径表示残差。延迟模式上下文只加到 geographic keys。事件头使用最后一步隐表示、历史regime和前兆特征；状态/订单剩余时间分支还使用跨层skip及订单进度；原因分支使用graph pooling和门控节点证据，不把订单进度画入原因头。绘图省略了各MLP内部层数。16个模式来自训练数据。</a:t>
            </a:r>
          </a:p>
          <a:p xmlns:a="http://schemas.openxmlformats.org/drawingml/2006/main">
            <a:r>
              <a:t>依据：论文 main.tex（dev_xwt，ffcfbb7）；实验代码 origin/dev_tyx（29655baee57b9095119589a211ae1e2113b84078）。代码路径 source/isaaclab_tasks/isaaclab_tasks/direct/hc_factory/PDFormer/factory_bn/。模型命名使用论文 PHAST-DP；代码类名仍为 BNPDFormer。Times New Roman 为用户指定。</a:t>
            </a:r>
          </a:p>
          <a:p xmlns:a="http://schemas.openxmlformats.org/drawingml/2006/main">
            <a:r>
              <a:t>代码：backbone.py, model.py, train.py, dataset.py, PDFormer.py。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3：突出多实体资源表示贡献。资源总数38：机器/工作台7、行车4、运输机器人4、工人5、缓冲区18；预测目标为机器、行车和机器人共15个，工人和缓冲区提供上下文。中部为示意子图，不是全部节点/全部边。graph.py 为加权无向图：工艺链1、同设备族0.8、缓冲区机器0.6、各服务agent（人/行车/机器人）至机器0.5、同类行车/机器人弱边0.3、自环1；图上省略权重/自环及部分边以便阅读。材料不是独立节点。特征组为Queue4、Stall6、Logistics4、Shortage1（图中A为availability/shortage）、Context7、Type5；色块和张量深浅是示意，不代表测量值。地理mask取hop&lt;4，语义mask由训练轨迹相关性top5得到。</a:t>
            </a:r>
          </a:p>
          <a:p xmlns:a="http://schemas.openxmlformats.org/drawingml/2006/main">
            <a:r>
              <a:t>依据：论文 main.tex（dev_xwt，ffcfbb7）；实验代码 origin/dev_tyx（29655baee57b9095119589a211ae1e2113b84078）。代码路径 source/isaaclab_tasks/isaaclab_tasks/direct/hc_factory/PDFormer/factory_bn/。模型命名使用论文 PHAST-DP；代码类名仍为 BNPDFormer。Times New Roman 为用户指定。</a:t>
            </a:r>
          </a:p>
          <a:p xmlns:a="http://schemas.openxmlformats.org/drawingml/2006/main">
            <a:r>
              <a:t>代码：graph.py、dataset.py、backbone.py、FactoryBN_dense_bestmodel_start5.json。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eb91147627414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b37ab45568434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bfa50e15744ed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bf137ea6774e9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7cdca5aed5440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67f83cd27b4c1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4B84FC4-E7AF-416C-ABC8-CF247DFE90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71600" y="2950633"/>
            <a:ext cx="10972800" cy="11281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3287B85-E8CD-4697-9E9A-E8A36A7073C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057400" y="4295775"/>
            <a:ext cx="9601200" cy="867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306DEFE-2840-4FC0-A2CE-2DA12DC830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71600" y="3254375"/>
            <a:ext cx="10972800" cy="130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8D8D601-9D79-4ABD-8017-A0D3031031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71525" y="607483"/>
            <a:ext cx="12172950" cy="954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BC0CF5B-609B-4698-9305-DEFAE7DE114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71525" y="2169583"/>
            <a:ext cx="12172950" cy="4859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71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1pPr>
            <a:lvl2pPr marL="6000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2pPr>
            <a:lvl3pPr marL="9429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3pPr>
            <a:lvl4pPr marL="12858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4pPr>
            <a:lvl5pPr marL="16287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5pPr>
            <a:lvl6pPr marL="19716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6pPr>
            <a:lvl7pPr marL="23145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7pPr>
            <a:lvl8pPr marL="26574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8pPr>
            <a:lvl9pPr marL="30003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1EAA04B-2757-43D7-A516-E6F2115F81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71525" y="607483"/>
            <a:ext cx="12172950" cy="954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011305B-4270-4DF7-A010-6FBBC76BF3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71525" y="2169583"/>
            <a:ext cx="5657850" cy="4859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71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1pPr>
            <a:lvl2pPr marL="6000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2pPr>
            <a:lvl3pPr marL="9429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3pPr>
            <a:lvl4pPr marL="12858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4pPr>
            <a:lvl5pPr marL="16287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5pPr>
            <a:lvl6pPr marL="19716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6pPr>
            <a:lvl7pPr marL="23145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7pPr>
            <a:lvl8pPr marL="26574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8pPr>
            <a:lvl9pPr marL="30003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1E505A1-5DDD-42B2-8335-C498BD37121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286625" y="2169583"/>
            <a:ext cx="5657850" cy="4859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71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1pPr>
            <a:lvl2pPr marL="6000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2pPr>
            <a:lvl3pPr marL="9429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3pPr>
            <a:lvl4pPr marL="12858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4pPr>
            <a:lvl5pPr marL="16287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5pPr>
            <a:lvl6pPr marL="19716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6pPr>
            <a:lvl7pPr marL="23145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7pPr>
            <a:lvl8pPr marL="26574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8pPr>
            <a:lvl9pPr marL="30003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7194AC9-17B4-4D77-A53F-8270C2F792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71525" y="607483"/>
            <a:ext cx="12172950" cy="954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9F28711-4C74-43D7-970E-2D41C782A4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71525" y="2169583"/>
            <a:ext cx="5657850" cy="4859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71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1pPr>
            <a:lvl2pPr marL="6000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2pPr>
            <a:lvl3pPr marL="9429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3pPr>
            <a:lvl4pPr marL="12858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4pPr>
            <a:lvl5pPr marL="16287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5pPr>
            <a:lvl6pPr marL="19716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6pPr>
            <a:lvl7pPr marL="23145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7pPr>
            <a:lvl8pPr marL="26574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8pPr>
            <a:lvl9pPr marL="30003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20dd741a644ffa" /><Relationship Type="http://schemas.openxmlformats.org/officeDocument/2006/relationships/slideLayout" Target="/ppt/slideLayouts/slideLayout1.xml" Id="R1793ba3057e54c0d" /><Relationship Type="http://schemas.openxmlformats.org/officeDocument/2006/relationships/slideLayout" Target="/ppt/slideLayouts/slideLayout2.xml" Id="R2dfb4237d3ca4bcf" /><Relationship Type="http://schemas.openxmlformats.org/officeDocument/2006/relationships/slideLayout" Target="/ppt/slideLayouts/slideLayout3.xml" Id="R62a4d67e9c5f4b82" /><Relationship Type="http://schemas.openxmlformats.org/officeDocument/2006/relationships/slideLayout" Target="/ppt/slideLayouts/slideLayout4.xml" Id="R301a7f9e6e0442bf" /><Relationship Type="http://schemas.openxmlformats.org/officeDocument/2006/relationships/slideLayout" Target="/ppt/slideLayouts/slideLayout5.xml" Id="R10d4fa3b2de74f6d" /><Relationship Type="http://schemas.openxmlformats.org/officeDocument/2006/relationships/slideLayout" Target="/ppt/slideLayouts/slideLayout6.xml" Id="Rb5f28e0b245041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93ba3057e54c0d"/>
    <p:sldLayoutId xmlns:r="http://schemas.openxmlformats.org/officeDocument/2006/relationships" id="2147483650" r:id="R2dfb4237d3ca4bcf"/>
    <p:sldLayoutId xmlns:r="http://schemas.openxmlformats.org/officeDocument/2006/relationships" id="2147483651" r:id="R62a4d67e9c5f4b82"/>
    <p:sldLayoutId xmlns:r="http://schemas.openxmlformats.org/officeDocument/2006/relationships" id="2147483652" r:id="R301a7f9e6e0442bf"/>
    <p:sldLayoutId xmlns:r="http://schemas.openxmlformats.org/officeDocument/2006/relationships" id="2147483653" r:id="R10d4fa3b2de74f6d"/>
    <p:sldLayoutId xmlns:r="http://schemas.openxmlformats.org/officeDocument/2006/relationships" id="2147483654" r:id="Rb5f28e0b245041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ef24420b79492e" /><Relationship Type="http://schemas.openxmlformats.org/officeDocument/2006/relationships/image" Target="/ppt/media/image.png" Id="Rbce9ac201cab428e" /><Relationship Type="http://schemas.openxmlformats.org/officeDocument/2006/relationships/notesSlide" Target="/ppt/notesSlides/notesSlide1.xml" Id="R03007c9224fe43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f5c949d0f346ee" /><Relationship Type="http://schemas.openxmlformats.org/officeDocument/2006/relationships/notesSlide" Target="/ppt/notesSlides/notesSlide2.xml" Id="R2f588e4dab0e49e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082af733d14359" /><Relationship Type="http://schemas.openxmlformats.org/officeDocument/2006/relationships/notesSlide" Target="/ppt/notesSlides/notesSlide3.xml" Id="R1d70c3b0d0e3495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1" name="Overall methodology for dynamic bottleneck predict">
            <a:extLst xmlns:a="http://schemas.openxmlformats.org/drawingml/2006/main">
              <a:ext uri="{FF2B5EF4-FFF2-40B4-BE49-F238E27FC236}">
                <a16:creationId xmlns:a16="http://schemas.microsoft.com/office/drawing/2014/main" id="{B5770D92-171A-4CE8-B581-DF648888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285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Overall methodology for dynamic bottleneck prediction</a:t>
            </a:r>
          </a:p>
        </p:txBody>
      </p:sp>
      <p:sp>
        <p:nvSpPr>
          <p:cNvPr id="2" name="(a)">
            <a:extLst xmlns:a="http://schemas.openxmlformats.org/drawingml/2006/main">
              <a:ext uri="{FF2B5EF4-FFF2-40B4-BE49-F238E27FC236}">
                <a16:creationId xmlns:a16="http://schemas.microsoft.com/office/drawing/2014/main" id="{69BF5E02-0EAE-439C-A881-3045DF4A4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000125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(a)</a:t>
            </a:r>
          </a:p>
        </p:txBody>
      </p:sp>
      <p:sp>
        <p:nvSpPr>
          <p:cNvPr id="3" name="Factory observations">
            <a:extLst xmlns:a="http://schemas.openxmlformats.org/drawingml/2006/main">
              <a:ext uri="{FF2B5EF4-FFF2-40B4-BE49-F238E27FC236}">
                <a16:creationId xmlns:a16="http://schemas.microsoft.com/office/drawing/2014/main" id="{FAC18420-7C56-46B4-BE23-FF4C6A50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00125"/>
            <a:ext cx="3438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Factory observations</a:t>
            </a:r>
          </a:p>
        </p:txBody>
      </p:sp>
      <p:sp>
        <p:nvSpPr>
          <p:cNvPr id="4" name="(b)">
            <a:extLst xmlns:a="http://schemas.openxmlformats.org/drawingml/2006/main">
              <a:ext uri="{FF2B5EF4-FFF2-40B4-BE49-F238E27FC236}">
                <a16:creationId xmlns:a16="http://schemas.microsoft.com/office/drawing/2014/main" id="{3E49925F-B11F-4244-A2BE-29E9712C7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000125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(b)</a:t>
            </a:r>
          </a:p>
        </p:txBody>
      </p:sp>
      <p:sp>
        <p:nvSpPr>
          <p:cNvPr id="5" name="Resource representation">
            <a:extLst xmlns:a="http://schemas.openxmlformats.org/drawingml/2006/main">
              <a:ext uri="{FF2B5EF4-FFF2-40B4-BE49-F238E27FC236}">
                <a16:creationId xmlns:a16="http://schemas.microsoft.com/office/drawing/2014/main" id="{5FD4BE75-0A6E-4CC3-8C9D-E1FEDD8D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1000125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Resource representation</a:t>
            </a:r>
          </a:p>
        </p:txBody>
      </p:sp>
      <p:sp>
        <p:nvSpPr>
          <p:cNvPr id="6" name="(c)">
            <a:extLst xmlns:a="http://schemas.openxmlformats.org/drawingml/2006/main">
              <a:ext uri="{FF2B5EF4-FFF2-40B4-BE49-F238E27FC236}">
                <a16:creationId xmlns:a16="http://schemas.microsoft.com/office/drawing/2014/main" id="{54019BEE-B0C7-4EE2-BFD2-D2749F3C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000125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(c)</a:t>
            </a:r>
          </a:p>
        </p:txBody>
      </p:sp>
      <p:sp>
        <p:nvSpPr>
          <p:cNvPr id="7" name="Prediction and reporting">
            <a:extLst xmlns:a="http://schemas.openxmlformats.org/drawingml/2006/main">
              <a:ext uri="{FF2B5EF4-FFF2-40B4-BE49-F238E27FC236}">
                <a16:creationId xmlns:a16="http://schemas.microsoft.com/office/drawing/2014/main" id="{ED926D6E-3614-4E1B-B198-6B758B11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000125"/>
            <a:ext cx="4676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Prediction and reporting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EE8165-4C2E-45CD-97CB-F562F39C6B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e9ac201cab428e"/>
          <a:stretch xmlns:a="http://schemas.openxmlformats.org/drawingml/2006/main"/>
        </p:blipFill>
        <p:spPr>
          <a:xfrm xmlns:a="http://schemas.openxmlformats.org/drawingml/2006/main">
            <a:off x="428625" y="1544156"/>
            <a:ext cx="3714750" cy="1493214"/>
          </a:xfrm>
          <a:prstGeom xmlns:a="http://schemas.openxmlformats.org/drawingml/2006/main" prst="rect">
            <a:avLst/>
          </a:prstGeom>
        </p:spPr>
      </p:pic>
      <p:sp>
        <p:nvSpPr>
          <p:cNvPr id="9" name="Digital-twin production line">
            <a:extLst xmlns:a="http://schemas.openxmlformats.org/drawingml/2006/main">
              <a:ext uri="{FF2B5EF4-FFF2-40B4-BE49-F238E27FC236}">
                <a16:creationId xmlns:a16="http://schemas.microsoft.com/office/drawing/2014/main" id="{155A2ED5-F7FF-4787-B4F5-E1AD5A324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527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 i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650" b="0" i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Digital-twin production line</a:t>
            </a:r>
          </a:p>
        </p:txBody>
      </p:sp>
      <p:sp>
        <p:nvSpPr>
          <p:cNvPr id="10" name="Resource states at 1-minute intervals">
            <a:extLst xmlns:a="http://schemas.openxmlformats.org/drawingml/2006/main">
              <a:ext uri="{FF2B5EF4-FFF2-40B4-BE49-F238E27FC236}">
                <a16:creationId xmlns:a16="http://schemas.microsoft.com/office/drawing/2014/main" id="{84C3429E-A7FD-4B77-9A1A-503B15D7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676650"/>
            <a:ext cx="385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7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Resource states at 1-minute intervals</a:t>
            </a:r>
          </a:p>
        </p:txBody>
      </p:sp>
      <p:sp>
        <p:nvSpPr>
          <p:cNvPr id="11" name="Queue">
            <a:extLst xmlns:a="http://schemas.openxmlformats.org/drawingml/2006/main">
              <a:ext uri="{FF2B5EF4-FFF2-40B4-BE49-F238E27FC236}">
                <a16:creationId xmlns:a16="http://schemas.microsoft.com/office/drawing/2014/main" id="{990872E7-3DCE-49CF-809B-DF13F258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95750"/>
            <a:ext cx="885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Queue</a:t>
            </a:r>
          </a:p>
        </p:txBody>
      </p:sp>
      <p:sp>
        <p:nvSpPr>
          <p:cNvPr id="12" name="rect-1">
            <a:extLst xmlns:a="http://schemas.openxmlformats.org/drawingml/2006/main">
              <a:ext uri="{FF2B5EF4-FFF2-40B4-BE49-F238E27FC236}">
                <a16:creationId xmlns:a16="http://schemas.microsoft.com/office/drawing/2014/main" id="{E1BEA057-84DD-4AAB-B6CD-1F6C33CB3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ct-2">
            <a:extLst xmlns:a="http://schemas.openxmlformats.org/drawingml/2006/main">
              <a:ext uri="{FF2B5EF4-FFF2-40B4-BE49-F238E27FC236}">
                <a16:creationId xmlns:a16="http://schemas.microsoft.com/office/drawing/2014/main" id="{B729D36B-48AE-4E93-A0F6-80B0F8AE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14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9D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ect-3">
            <a:extLst xmlns:a="http://schemas.openxmlformats.org/drawingml/2006/main">
              <a:ext uri="{FF2B5EF4-FFF2-40B4-BE49-F238E27FC236}">
                <a16:creationId xmlns:a16="http://schemas.microsoft.com/office/drawing/2014/main" id="{DD20D20C-DEEE-4612-AA2D-996920F2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14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C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ect-4">
            <a:extLst xmlns:a="http://schemas.openxmlformats.org/drawingml/2006/main">
              <a:ext uri="{FF2B5EF4-FFF2-40B4-BE49-F238E27FC236}">
                <a16:creationId xmlns:a16="http://schemas.microsoft.com/office/drawing/2014/main" id="{543D5BF8-84CA-41A1-BD98-0C26D2FB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14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ect-5">
            <a:extLst xmlns:a="http://schemas.openxmlformats.org/drawingml/2006/main">
              <a:ext uri="{FF2B5EF4-FFF2-40B4-BE49-F238E27FC236}">
                <a16:creationId xmlns:a16="http://schemas.microsoft.com/office/drawing/2014/main" id="{3DF24B5C-D41D-4A79-B1FF-56E0AF52E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14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9D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ect-6">
            <a:extLst xmlns:a="http://schemas.openxmlformats.org/drawingml/2006/main">
              <a:ext uri="{FF2B5EF4-FFF2-40B4-BE49-F238E27FC236}">
                <a16:creationId xmlns:a16="http://schemas.microsoft.com/office/drawing/2014/main" id="{F88E011A-28E4-4130-A406-356FE5B3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14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C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ct-7">
            <a:extLst xmlns:a="http://schemas.openxmlformats.org/drawingml/2006/main">
              <a:ext uri="{FF2B5EF4-FFF2-40B4-BE49-F238E27FC236}">
                <a16:creationId xmlns:a16="http://schemas.microsoft.com/office/drawing/2014/main" id="{CB82B6C6-2FD7-4DE1-A059-C8234317E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14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ect-8">
            <a:extLst xmlns:a="http://schemas.openxmlformats.org/drawingml/2006/main">
              <a:ext uri="{FF2B5EF4-FFF2-40B4-BE49-F238E27FC236}">
                <a16:creationId xmlns:a16="http://schemas.microsoft.com/office/drawing/2014/main" id="{C32238A8-E1FE-4038-9388-C0F0003D6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414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9D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rect-9">
            <a:extLst xmlns:a="http://schemas.openxmlformats.org/drawingml/2006/main">
              <a:ext uri="{FF2B5EF4-FFF2-40B4-BE49-F238E27FC236}">
                <a16:creationId xmlns:a16="http://schemas.microsoft.com/office/drawing/2014/main" id="{16E36F14-4285-4EE4-BCD6-A352269B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14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C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ect-10">
            <a:extLst xmlns:a="http://schemas.openxmlformats.org/drawingml/2006/main">
              <a:ext uri="{FF2B5EF4-FFF2-40B4-BE49-F238E27FC236}">
                <a16:creationId xmlns:a16="http://schemas.microsoft.com/office/drawing/2014/main" id="{A6FFAEBA-D01F-4B2F-8751-4B27663B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414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ect-11">
            <a:extLst xmlns:a="http://schemas.openxmlformats.org/drawingml/2006/main">
              <a:ext uri="{FF2B5EF4-FFF2-40B4-BE49-F238E27FC236}">
                <a16:creationId xmlns:a16="http://schemas.microsoft.com/office/drawing/2014/main" id="{ECB54D18-A434-4251-86EC-A0BCDF8D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4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9D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rect-12">
            <a:extLst xmlns:a="http://schemas.openxmlformats.org/drawingml/2006/main">
              <a:ext uri="{FF2B5EF4-FFF2-40B4-BE49-F238E27FC236}">
                <a16:creationId xmlns:a16="http://schemas.microsoft.com/office/drawing/2014/main" id="{0DF7D77A-A8D1-47B4-A60E-2DAD4030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14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C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rect-13">
            <a:extLst xmlns:a="http://schemas.openxmlformats.org/drawingml/2006/main">
              <a:ext uri="{FF2B5EF4-FFF2-40B4-BE49-F238E27FC236}">
                <a16:creationId xmlns:a16="http://schemas.microsoft.com/office/drawing/2014/main" id="{E9666A5A-8DC0-4861-B7AC-6E54EA38D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14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rect-14">
            <a:extLst xmlns:a="http://schemas.openxmlformats.org/drawingml/2006/main">
              <a:ext uri="{FF2B5EF4-FFF2-40B4-BE49-F238E27FC236}">
                <a16:creationId xmlns:a16="http://schemas.microsoft.com/office/drawing/2014/main" id="{AB9AF9B2-3721-4AAD-831F-F930BE51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414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9D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rect-15">
            <a:extLst xmlns:a="http://schemas.openxmlformats.org/drawingml/2006/main">
              <a:ext uri="{FF2B5EF4-FFF2-40B4-BE49-F238E27FC236}">
                <a16:creationId xmlns:a16="http://schemas.microsoft.com/office/drawing/2014/main" id="{8ADB78C2-9E73-43E6-BFA8-D9F1BA90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14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C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rect-16">
            <a:extLst xmlns:a="http://schemas.openxmlformats.org/drawingml/2006/main">
              <a:ext uri="{FF2B5EF4-FFF2-40B4-BE49-F238E27FC236}">
                <a16:creationId xmlns:a16="http://schemas.microsoft.com/office/drawing/2014/main" id="{491807D6-FEC3-4D16-8564-0F80DED88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14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tall">
            <a:extLst xmlns:a="http://schemas.openxmlformats.org/drawingml/2006/main">
              <a:ext uri="{FF2B5EF4-FFF2-40B4-BE49-F238E27FC236}">
                <a16:creationId xmlns:a16="http://schemas.microsoft.com/office/drawing/2014/main" id="{D7EABEEE-03F0-4234-AED4-DA0D92A2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19600"/>
            <a:ext cx="885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Stall</a:t>
            </a:r>
          </a:p>
        </p:txBody>
      </p:sp>
      <p:sp>
        <p:nvSpPr>
          <p:cNvPr id="29" name="rect-17">
            <a:extLst xmlns:a="http://schemas.openxmlformats.org/drawingml/2006/main">
              <a:ext uri="{FF2B5EF4-FFF2-40B4-BE49-F238E27FC236}">
                <a16:creationId xmlns:a16="http://schemas.microsoft.com/office/drawing/2014/main" id="{C8ED0007-2B1A-4832-8A25-DCECF770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672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rect-18">
            <a:extLst xmlns:a="http://schemas.openxmlformats.org/drawingml/2006/main">
              <a:ext uri="{FF2B5EF4-FFF2-40B4-BE49-F238E27FC236}">
                <a16:creationId xmlns:a16="http://schemas.microsoft.com/office/drawing/2014/main" id="{BE0E671E-45CB-4B71-8389-CB86C2F9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4672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rect-19">
            <a:extLst xmlns:a="http://schemas.openxmlformats.org/drawingml/2006/main">
              <a:ext uri="{FF2B5EF4-FFF2-40B4-BE49-F238E27FC236}">
                <a16:creationId xmlns:a16="http://schemas.microsoft.com/office/drawing/2014/main" id="{62C35978-F27A-495C-B702-9726AD73D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4672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rect-20">
            <a:extLst xmlns:a="http://schemas.openxmlformats.org/drawingml/2006/main">
              <a:ext uri="{FF2B5EF4-FFF2-40B4-BE49-F238E27FC236}">
                <a16:creationId xmlns:a16="http://schemas.microsoft.com/office/drawing/2014/main" id="{E8590A90-63C1-4C1C-A52A-CC6ABE28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4672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rect-21">
            <a:extLst xmlns:a="http://schemas.openxmlformats.org/drawingml/2006/main">
              <a:ext uri="{FF2B5EF4-FFF2-40B4-BE49-F238E27FC236}">
                <a16:creationId xmlns:a16="http://schemas.microsoft.com/office/drawing/2014/main" id="{0BA3F751-0332-47C7-9ED2-C33A404DD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4672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rect-22">
            <a:extLst xmlns:a="http://schemas.openxmlformats.org/drawingml/2006/main">
              <a:ext uri="{FF2B5EF4-FFF2-40B4-BE49-F238E27FC236}">
                <a16:creationId xmlns:a16="http://schemas.microsoft.com/office/drawing/2014/main" id="{E9CA81DD-4E2D-4A50-8DE2-AF43431F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4672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rect-23">
            <a:extLst xmlns:a="http://schemas.openxmlformats.org/drawingml/2006/main">
              <a:ext uri="{FF2B5EF4-FFF2-40B4-BE49-F238E27FC236}">
                <a16:creationId xmlns:a16="http://schemas.microsoft.com/office/drawing/2014/main" id="{4835274C-C4A0-4D60-9D45-558F1605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4672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rect-24">
            <a:extLst xmlns:a="http://schemas.openxmlformats.org/drawingml/2006/main">
              <a:ext uri="{FF2B5EF4-FFF2-40B4-BE49-F238E27FC236}">
                <a16:creationId xmlns:a16="http://schemas.microsoft.com/office/drawing/2014/main" id="{17F47265-19F6-4E5C-B260-19CCC05C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44672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rect-25">
            <a:extLst xmlns:a="http://schemas.openxmlformats.org/drawingml/2006/main">
              <a:ext uri="{FF2B5EF4-FFF2-40B4-BE49-F238E27FC236}">
                <a16:creationId xmlns:a16="http://schemas.microsoft.com/office/drawing/2014/main" id="{1BF7AF92-AB23-4D35-BADF-661D0DD34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4672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rect-26">
            <a:extLst xmlns:a="http://schemas.openxmlformats.org/drawingml/2006/main">
              <a:ext uri="{FF2B5EF4-FFF2-40B4-BE49-F238E27FC236}">
                <a16:creationId xmlns:a16="http://schemas.microsoft.com/office/drawing/2014/main" id="{D2294C81-5113-455F-BB30-AC76277D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44672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rect-27">
            <a:extLst xmlns:a="http://schemas.openxmlformats.org/drawingml/2006/main">
              <a:ext uri="{FF2B5EF4-FFF2-40B4-BE49-F238E27FC236}">
                <a16:creationId xmlns:a16="http://schemas.microsoft.com/office/drawing/2014/main" id="{33193DE1-AFDB-4117-B0B5-49C2C104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4672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rect-28">
            <a:extLst xmlns:a="http://schemas.openxmlformats.org/drawingml/2006/main">
              <a:ext uri="{FF2B5EF4-FFF2-40B4-BE49-F238E27FC236}">
                <a16:creationId xmlns:a16="http://schemas.microsoft.com/office/drawing/2014/main" id="{88317796-6467-4A2D-A0BE-B822C93E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4672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rect-29">
            <a:extLst xmlns:a="http://schemas.openxmlformats.org/drawingml/2006/main">
              <a:ext uri="{FF2B5EF4-FFF2-40B4-BE49-F238E27FC236}">
                <a16:creationId xmlns:a16="http://schemas.microsoft.com/office/drawing/2014/main" id="{C4F5D454-400D-4F53-8A71-18850DF8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4672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rect-30">
            <a:extLst xmlns:a="http://schemas.openxmlformats.org/drawingml/2006/main">
              <a:ext uri="{FF2B5EF4-FFF2-40B4-BE49-F238E27FC236}">
                <a16:creationId xmlns:a16="http://schemas.microsoft.com/office/drawing/2014/main" id="{E8D32A90-A842-46AD-8410-2409D27A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44672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rect-31">
            <a:extLst xmlns:a="http://schemas.openxmlformats.org/drawingml/2006/main">
              <a:ext uri="{FF2B5EF4-FFF2-40B4-BE49-F238E27FC236}">
                <a16:creationId xmlns:a16="http://schemas.microsoft.com/office/drawing/2014/main" id="{791BF722-DC96-4F4D-8EBD-E96BB9D5A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4672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rect-32">
            <a:extLst xmlns:a="http://schemas.openxmlformats.org/drawingml/2006/main">
              <a:ext uri="{FF2B5EF4-FFF2-40B4-BE49-F238E27FC236}">
                <a16:creationId xmlns:a16="http://schemas.microsoft.com/office/drawing/2014/main" id="{BF35AABE-5B74-41E8-9714-A92BB893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4672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Logistics">
            <a:extLst xmlns:a="http://schemas.openxmlformats.org/drawingml/2006/main">
              <a:ext uri="{FF2B5EF4-FFF2-40B4-BE49-F238E27FC236}">
                <a16:creationId xmlns:a16="http://schemas.microsoft.com/office/drawing/2014/main" id="{82C2B743-9C7C-4A68-AEC8-87F7731A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43450"/>
            <a:ext cx="885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Logistics</a:t>
            </a:r>
          </a:p>
        </p:txBody>
      </p:sp>
      <p:sp>
        <p:nvSpPr>
          <p:cNvPr id="46" name="rect-33">
            <a:extLst xmlns:a="http://schemas.openxmlformats.org/drawingml/2006/main">
              <a:ext uri="{FF2B5EF4-FFF2-40B4-BE49-F238E27FC236}">
                <a16:creationId xmlns:a16="http://schemas.microsoft.com/office/drawing/2014/main" id="{A9578B97-82C8-43EC-927F-C19B4DF5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910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C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rect-34">
            <a:extLst xmlns:a="http://schemas.openxmlformats.org/drawingml/2006/main">
              <a:ext uri="{FF2B5EF4-FFF2-40B4-BE49-F238E27FC236}">
                <a16:creationId xmlns:a16="http://schemas.microsoft.com/office/drawing/2014/main" id="{E68FBAA8-0459-4F98-A61A-1016ABCC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7910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9D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rect-35">
            <a:extLst xmlns:a="http://schemas.openxmlformats.org/drawingml/2006/main">
              <a:ext uri="{FF2B5EF4-FFF2-40B4-BE49-F238E27FC236}">
                <a16:creationId xmlns:a16="http://schemas.microsoft.com/office/drawing/2014/main" id="{D3CB3441-581C-44D7-B820-C3B3F87D4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7910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rect-36">
            <a:extLst xmlns:a="http://schemas.openxmlformats.org/drawingml/2006/main">
              <a:ext uri="{FF2B5EF4-FFF2-40B4-BE49-F238E27FC236}">
                <a16:creationId xmlns:a16="http://schemas.microsoft.com/office/drawing/2014/main" id="{356F85EF-8416-4DAC-B913-4ED1FA68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7910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C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rect-37">
            <a:extLst xmlns:a="http://schemas.openxmlformats.org/drawingml/2006/main">
              <a:ext uri="{FF2B5EF4-FFF2-40B4-BE49-F238E27FC236}">
                <a16:creationId xmlns:a16="http://schemas.microsoft.com/office/drawing/2014/main" id="{69BD646B-9832-4088-A015-F992F8DB9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7910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9D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rect-38">
            <a:extLst xmlns:a="http://schemas.openxmlformats.org/drawingml/2006/main">
              <a:ext uri="{FF2B5EF4-FFF2-40B4-BE49-F238E27FC236}">
                <a16:creationId xmlns:a16="http://schemas.microsoft.com/office/drawing/2014/main" id="{68D50035-9BD9-4410-AE4E-0751D8900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7910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rect-39">
            <a:extLst xmlns:a="http://schemas.openxmlformats.org/drawingml/2006/main">
              <a:ext uri="{FF2B5EF4-FFF2-40B4-BE49-F238E27FC236}">
                <a16:creationId xmlns:a16="http://schemas.microsoft.com/office/drawing/2014/main" id="{CD58C716-7FE7-48BA-9CE4-24C88F334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7910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C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rect-40">
            <a:extLst xmlns:a="http://schemas.openxmlformats.org/drawingml/2006/main">
              <a:ext uri="{FF2B5EF4-FFF2-40B4-BE49-F238E27FC236}">
                <a16:creationId xmlns:a16="http://schemas.microsoft.com/office/drawing/2014/main" id="{58C65DE6-88A5-45FF-930F-4CD1A00D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47910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9D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rect-41">
            <a:extLst xmlns:a="http://schemas.openxmlformats.org/drawingml/2006/main">
              <a:ext uri="{FF2B5EF4-FFF2-40B4-BE49-F238E27FC236}">
                <a16:creationId xmlns:a16="http://schemas.microsoft.com/office/drawing/2014/main" id="{F6FDB361-C8AE-413F-AB2A-58C5E3A53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910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rect-42">
            <a:extLst xmlns:a="http://schemas.openxmlformats.org/drawingml/2006/main">
              <a:ext uri="{FF2B5EF4-FFF2-40B4-BE49-F238E27FC236}">
                <a16:creationId xmlns:a16="http://schemas.microsoft.com/office/drawing/2014/main" id="{B77CF132-CD3F-43A2-B3A6-F7F1FA63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47910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C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rect-43">
            <a:extLst xmlns:a="http://schemas.openxmlformats.org/drawingml/2006/main">
              <a:ext uri="{FF2B5EF4-FFF2-40B4-BE49-F238E27FC236}">
                <a16:creationId xmlns:a16="http://schemas.microsoft.com/office/drawing/2014/main" id="{76465EE3-8C72-4A17-B391-9B79D3C60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7910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9D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rect-44">
            <a:extLst xmlns:a="http://schemas.openxmlformats.org/drawingml/2006/main">
              <a:ext uri="{FF2B5EF4-FFF2-40B4-BE49-F238E27FC236}">
                <a16:creationId xmlns:a16="http://schemas.microsoft.com/office/drawing/2014/main" id="{68D63C79-BF80-4AF1-A2FA-1B0A27E4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7910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rect-45">
            <a:extLst xmlns:a="http://schemas.openxmlformats.org/drawingml/2006/main">
              <a:ext uri="{FF2B5EF4-FFF2-40B4-BE49-F238E27FC236}">
                <a16:creationId xmlns:a16="http://schemas.microsoft.com/office/drawing/2014/main" id="{E61C0C51-BB9A-459B-A49A-EB4D4CD4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7910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C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rect-46">
            <a:extLst xmlns:a="http://schemas.openxmlformats.org/drawingml/2006/main">
              <a:ext uri="{FF2B5EF4-FFF2-40B4-BE49-F238E27FC236}">
                <a16:creationId xmlns:a16="http://schemas.microsoft.com/office/drawing/2014/main" id="{C34084BC-FABE-4E23-80D4-41632505F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47910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9D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rect-47">
            <a:extLst xmlns:a="http://schemas.openxmlformats.org/drawingml/2006/main">
              <a:ext uri="{FF2B5EF4-FFF2-40B4-BE49-F238E27FC236}">
                <a16:creationId xmlns:a16="http://schemas.microsoft.com/office/drawing/2014/main" id="{AFA173FB-C92E-4924-8B10-E1960787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7910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rect-48">
            <a:extLst xmlns:a="http://schemas.openxmlformats.org/drawingml/2006/main">
              <a:ext uri="{FF2B5EF4-FFF2-40B4-BE49-F238E27FC236}">
                <a16:creationId xmlns:a16="http://schemas.microsoft.com/office/drawing/2014/main" id="{9F383AD4-2CD7-4E89-8843-5171B309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7910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C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ABB2B03-D9DE-4AD5-A5D5-7C8366DD2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" y="5267325"/>
            <a:ext cx="2619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666666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AB455E2-443B-484E-BE79-FDEA1D88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184259">
            <a:off x="3976056" y="5284580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666666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D80204B-2B9F-47E0-8093-71A6A4997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184259">
            <a:off x="3976056" y="5250070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666666"/>
            </a:solidFill>
            <a:prstDash val="solid"/>
          </a:ln>
        </p:spPr>
      </p:sp>
      <p:sp>
        <p:nvSpPr>
          <p:cNvPr id="65" name="t − 29">
            <a:extLst xmlns:a="http://schemas.openxmlformats.org/drawingml/2006/main">
              <a:ext uri="{FF2B5EF4-FFF2-40B4-BE49-F238E27FC236}">
                <a16:creationId xmlns:a16="http://schemas.microsoft.com/office/drawing/2014/main" id="{E7376C08-8E0F-4C73-AC6B-4CCB901D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391150"/>
            <a:ext cx="66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2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t − 29</a:t>
            </a:r>
          </a:p>
        </p:txBody>
      </p:sp>
      <p:sp>
        <p:nvSpPr>
          <p:cNvPr id="66" name="t">
            <a:extLst xmlns:a="http://schemas.openxmlformats.org/drawingml/2006/main">
              <a:ext uri="{FF2B5EF4-FFF2-40B4-BE49-F238E27FC236}">
                <a16:creationId xmlns:a16="http://schemas.microsoft.com/office/drawing/2014/main" id="{B4B0D5FB-A49A-4F8D-AD74-0F6D90E0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5391150"/>
            <a:ext cx="285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 i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25" b="0" i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67" name="Observed history">
            <a:extLst xmlns:a="http://schemas.openxmlformats.org/drawingml/2006/main">
              <a:ext uri="{FF2B5EF4-FFF2-40B4-BE49-F238E27FC236}">
                <a16:creationId xmlns:a16="http://schemas.microsoft.com/office/drawing/2014/main" id="{6FC1F80B-69B0-4208-8445-5258EE884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334000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Observed history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EBBEF9A-18FF-4A86-84FD-1BEEEFAC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62425" y="2276475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666666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319C107-006A-4961-B53C-483C30E5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184259">
            <a:off x="4776156" y="2293730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666666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0CBA920-67EF-4C8C-8AE9-70A6B885D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184259">
            <a:off x="4776156" y="2259220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666666"/>
            </a:solidFill>
            <a:prstDash val="solid"/>
          </a:ln>
        </p:spPr>
      </p:sp>
      <p:sp>
        <p:nvSpPr>
          <p:cNvPr id="71" name="windowing">
            <a:extLst xmlns:a="http://schemas.openxmlformats.org/drawingml/2006/main">
              <a:ext uri="{FF2B5EF4-FFF2-40B4-BE49-F238E27FC236}">
                <a16:creationId xmlns:a16="http://schemas.microsoft.com/office/drawing/2014/main" id="{375F81F1-2EC1-4C3F-BB0D-B2C1E96D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89547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 i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50" b="0" i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windowing</a:t>
            </a:r>
          </a:p>
        </p:txBody>
      </p:sp>
      <p:sp>
        <p:nvSpPr>
          <p:cNvPr id="72" name="rect-49">
            <a:extLst xmlns:a="http://schemas.openxmlformats.org/drawingml/2006/main">
              <a:ext uri="{FF2B5EF4-FFF2-40B4-BE49-F238E27FC236}">
                <a16:creationId xmlns:a16="http://schemas.microsoft.com/office/drawing/2014/main" id="{DF1EFC03-31D8-4128-AFC3-43114F770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847850"/>
            <a:ext cx="17621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4"/>
          </a:solidFill>
          <a:ln xmlns:a="http://schemas.openxmlformats.org/drawingml/2006/main" w="7620">
            <a:solidFill>
              <a:srgbClr val="D5D7D8"/>
            </a:solidFill>
            <a:prstDash val="solid"/>
          </a:ln>
        </p:spPr>
      </p:sp>
      <p:sp>
        <p:nvSpPr>
          <p:cNvPr id="73" name="rect-50">
            <a:extLst xmlns:a="http://schemas.openxmlformats.org/drawingml/2006/main">
              <a:ext uri="{FF2B5EF4-FFF2-40B4-BE49-F238E27FC236}">
                <a16:creationId xmlns:a16="http://schemas.microsoft.com/office/drawing/2014/main" id="{1316266E-C1AB-4A9B-B854-E3B2BE06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1933575"/>
            <a:ext cx="17621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4"/>
          </a:solidFill>
          <a:ln xmlns:a="http://schemas.openxmlformats.org/drawingml/2006/main" w="7620">
            <a:solidFill>
              <a:srgbClr val="D5D7D8"/>
            </a:solidFill>
            <a:prstDash val="solid"/>
          </a:ln>
        </p:spPr>
      </p:sp>
      <p:sp>
        <p:nvSpPr>
          <p:cNvPr id="74" name="rect-51">
            <a:extLst xmlns:a="http://schemas.openxmlformats.org/drawingml/2006/main">
              <a:ext uri="{FF2B5EF4-FFF2-40B4-BE49-F238E27FC236}">
                <a16:creationId xmlns:a16="http://schemas.microsoft.com/office/drawing/2014/main" id="{F8809F3D-3A94-4BBE-AE7D-4B27B043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19300"/>
            <a:ext cx="195792" cy="16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75" name="rect-52">
            <a:extLst xmlns:a="http://schemas.openxmlformats.org/drawingml/2006/main">
              <a:ext uri="{FF2B5EF4-FFF2-40B4-BE49-F238E27FC236}">
                <a16:creationId xmlns:a16="http://schemas.microsoft.com/office/drawing/2014/main" id="{595730EE-839B-446E-B9B6-D56E9E04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4042" y="2019300"/>
            <a:ext cx="195792" cy="16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76" name="rect-53">
            <a:extLst xmlns:a="http://schemas.openxmlformats.org/drawingml/2006/main">
              <a:ext uri="{FF2B5EF4-FFF2-40B4-BE49-F238E27FC236}">
                <a16:creationId xmlns:a16="http://schemas.microsoft.com/office/drawing/2014/main" id="{AA1B1E50-EDA0-44B7-AFD0-5DBAED17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9833" y="2019300"/>
            <a:ext cx="195792" cy="16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5BC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77" name="rect-54">
            <a:extLst xmlns:a="http://schemas.openxmlformats.org/drawingml/2006/main">
              <a:ext uri="{FF2B5EF4-FFF2-40B4-BE49-F238E27FC236}">
                <a16:creationId xmlns:a16="http://schemas.microsoft.com/office/drawing/2014/main" id="{49471DD3-9412-41A7-9C8A-F3941DC0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5625" y="2019300"/>
            <a:ext cx="195792" cy="16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CD9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78" name="rect-55">
            <a:extLst xmlns:a="http://schemas.openxmlformats.org/drawingml/2006/main">
              <a:ext uri="{FF2B5EF4-FFF2-40B4-BE49-F238E27FC236}">
                <a16:creationId xmlns:a16="http://schemas.microsoft.com/office/drawing/2014/main" id="{A9E394D9-9339-4FC4-BB7F-0112CFD1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1417" y="2019300"/>
            <a:ext cx="195792" cy="16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79" name="rect-56">
            <a:extLst xmlns:a="http://schemas.openxmlformats.org/drawingml/2006/main">
              <a:ext uri="{FF2B5EF4-FFF2-40B4-BE49-F238E27FC236}">
                <a16:creationId xmlns:a16="http://schemas.microsoft.com/office/drawing/2014/main" id="{D6DF9F05-9C1C-4A8F-8277-E92EE8CB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7208" y="2019300"/>
            <a:ext cx="195792" cy="16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80" name="rect-57">
            <a:extLst xmlns:a="http://schemas.openxmlformats.org/drawingml/2006/main">
              <a:ext uri="{FF2B5EF4-FFF2-40B4-BE49-F238E27FC236}">
                <a16:creationId xmlns:a16="http://schemas.microsoft.com/office/drawing/2014/main" id="{335F34EE-A5C0-42FE-8475-6523F382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2019300"/>
            <a:ext cx="195792" cy="16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5BC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81" name="rect-58">
            <a:extLst xmlns:a="http://schemas.openxmlformats.org/drawingml/2006/main">
              <a:ext uri="{FF2B5EF4-FFF2-40B4-BE49-F238E27FC236}">
                <a16:creationId xmlns:a16="http://schemas.microsoft.com/office/drawing/2014/main" id="{47A90CE2-0B49-499B-8ED0-824A8C75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792" y="2019300"/>
            <a:ext cx="195792" cy="16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CD9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82" name="rect-59">
            <a:extLst xmlns:a="http://schemas.openxmlformats.org/drawingml/2006/main">
              <a:ext uri="{FF2B5EF4-FFF2-40B4-BE49-F238E27FC236}">
                <a16:creationId xmlns:a16="http://schemas.microsoft.com/office/drawing/2014/main" id="{B9283C86-6093-4266-A387-C89A0F4ED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583" y="2019300"/>
            <a:ext cx="195792" cy="16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83" name="rect-60">
            <a:extLst xmlns:a="http://schemas.openxmlformats.org/drawingml/2006/main">
              <a:ext uri="{FF2B5EF4-FFF2-40B4-BE49-F238E27FC236}">
                <a16:creationId xmlns:a16="http://schemas.microsoft.com/office/drawing/2014/main" id="{FF5AA861-1707-44ED-8939-23C6B9ED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84400"/>
            <a:ext cx="195792" cy="16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84" name="rect-61">
            <a:extLst xmlns:a="http://schemas.openxmlformats.org/drawingml/2006/main">
              <a:ext uri="{FF2B5EF4-FFF2-40B4-BE49-F238E27FC236}">
                <a16:creationId xmlns:a16="http://schemas.microsoft.com/office/drawing/2014/main" id="{879D3AC0-50CB-4474-A25C-A704FC6E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4042" y="2184400"/>
            <a:ext cx="195792" cy="16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85" name="rect-62">
            <a:extLst xmlns:a="http://schemas.openxmlformats.org/drawingml/2006/main">
              <a:ext uri="{FF2B5EF4-FFF2-40B4-BE49-F238E27FC236}">
                <a16:creationId xmlns:a16="http://schemas.microsoft.com/office/drawing/2014/main" id="{54357691-70EA-4824-8449-2488CAC28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9833" y="2184400"/>
            <a:ext cx="195792" cy="16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86" name="rect-63">
            <a:extLst xmlns:a="http://schemas.openxmlformats.org/drawingml/2006/main">
              <a:ext uri="{FF2B5EF4-FFF2-40B4-BE49-F238E27FC236}">
                <a16:creationId xmlns:a16="http://schemas.microsoft.com/office/drawing/2014/main" id="{915C1505-8F88-4559-98B9-3CFDBDBD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5625" y="2184400"/>
            <a:ext cx="195792" cy="16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87" name="rect-64">
            <a:extLst xmlns:a="http://schemas.openxmlformats.org/drawingml/2006/main">
              <a:ext uri="{FF2B5EF4-FFF2-40B4-BE49-F238E27FC236}">
                <a16:creationId xmlns:a16="http://schemas.microsoft.com/office/drawing/2014/main" id="{538AD2FC-2163-41A1-A95A-A34D453D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1417" y="2184400"/>
            <a:ext cx="195792" cy="16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88" name="rect-65">
            <a:extLst xmlns:a="http://schemas.openxmlformats.org/drawingml/2006/main">
              <a:ext uri="{FF2B5EF4-FFF2-40B4-BE49-F238E27FC236}">
                <a16:creationId xmlns:a16="http://schemas.microsoft.com/office/drawing/2014/main" id="{8AE0ADA0-705B-4FB6-9419-C76023A82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7208" y="2184400"/>
            <a:ext cx="195792" cy="16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89" name="rect-66">
            <a:extLst xmlns:a="http://schemas.openxmlformats.org/drawingml/2006/main">
              <a:ext uri="{FF2B5EF4-FFF2-40B4-BE49-F238E27FC236}">
                <a16:creationId xmlns:a16="http://schemas.microsoft.com/office/drawing/2014/main" id="{13B9C92B-977E-471E-9342-03FB7F5E3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2184400"/>
            <a:ext cx="195792" cy="16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90" name="rect-67">
            <a:extLst xmlns:a="http://schemas.openxmlformats.org/drawingml/2006/main">
              <a:ext uri="{FF2B5EF4-FFF2-40B4-BE49-F238E27FC236}">
                <a16:creationId xmlns:a16="http://schemas.microsoft.com/office/drawing/2014/main" id="{6465363E-C8CC-445E-B7D1-5FDC4BBEC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792" y="2184400"/>
            <a:ext cx="195792" cy="16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91" name="rect-68">
            <a:extLst xmlns:a="http://schemas.openxmlformats.org/drawingml/2006/main">
              <a:ext uri="{FF2B5EF4-FFF2-40B4-BE49-F238E27FC236}">
                <a16:creationId xmlns:a16="http://schemas.microsoft.com/office/drawing/2014/main" id="{8E746204-2CDB-422D-BAAD-24CF661B9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583" y="2184400"/>
            <a:ext cx="195792" cy="16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92" name="rect-69">
            <a:extLst xmlns:a="http://schemas.openxmlformats.org/drawingml/2006/main">
              <a:ext uri="{FF2B5EF4-FFF2-40B4-BE49-F238E27FC236}">
                <a16:creationId xmlns:a16="http://schemas.microsoft.com/office/drawing/2014/main" id="{C4689927-5737-4D8F-97E2-0FBEA6702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49500"/>
            <a:ext cx="195792" cy="16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5BC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93" name="rect-70">
            <a:extLst xmlns:a="http://schemas.openxmlformats.org/drawingml/2006/main">
              <a:ext uri="{FF2B5EF4-FFF2-40B4-BE49-F238E27FC236}">
                <a16:creationId xmlns:a16="http://schemas.microsoft.com/office/drawing/2014/main" id="{F1ADDF1F-95C8-42F7-812B-ABE0A926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4042" y="2349500"/>
            <a:ext cx="195792" cy="16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94" name="rect-71">
            <a:extLst xmlns:a="http://schemas.openxmlformats.org/drawingml/2006/main">
              <a:ext uri="{FF2B5EF4-FFF2-40B4-BE49-F238E27FC236}">
                <a16:creationId xmlns:a16="http://schemas.microsoft.com/office/drawing/2014/main" id="{549134FE-1EFF-4055-AA26-5ADD5828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9833" y="2349500"/>
            <a:ext cx="195792" cy="16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95" name="rect-72">
            <a:extLst xmlns:a="http://schemas.openxmlformats.org/drawingml/2006/main">
              <a:ext uri="{FF2B5EF4-FFF2-40B4-BE49-F238E27FC236}">
                <a16:creationId xmlns:a16="http://schemas.microsoft.com/office/drawing/2014/main" id="{F2EB9B48-D0FF-491B-BAE3-CA148490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5625" y="2349500"/>
            <a:ext cx="195792" cy="16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CD9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96" name="rect-73">
            <a:extLst xmlns:a="http://schemas.openxmlformats.org/drawingml/2006/main">
              <a:ext uri="{FF2B5EF4-FFF2-40B4-BE49-F238E27FC236}">
                <a16:creationId xmlns:a16="http://schemas.microsoft.com/office/drawing/2014/main" id="{3220A2C2-BFE4-4E5B-9004-D7330136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1417" y="2349500"/>
            <a:ext cx="195792" cy="16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5BC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97" name="rect-74">
            <a:extLst xmlns:a="http://schemas.openxmlformats.org/drawingml/2006/main">
              <a:ext uri="{FF2B5EF4-FFF2-40B4-BE49-F238E27FC236}">
                <a16:creationId xmlns:a16="http://schemas.microsoft.com/office/drawing/2014/main" id="{DC92CD65-3FF8-48C6-8A12-1A8BE6E8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7208" y="2349500"/>
            <a:ext cx="195792" cy="16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98" name="rect-75">
            <a:extLst xmlns:a="http://schemas.openxmlformats.org/drawingml/2006/main">
              <a:ext uri="{FF2B5EF4-FFF2-40B4-BE49-F238E27FC236}">
                <a16:creationId xmlns:a16="http://schemas.microsoft.com/office/drawing/2014/main" id="{C7DC330D-A98A-4341-AB34-37FF65E77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2349500"/>
            <a:ext cx="195792" cy="16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99" name="rect-76">
            <a:extLst xmlns:a="http://schemas.openxmlformats.org/drawingml/2006/main">
              <a:ext uri="{FF2B5EF4-FFF2-40B4-BE49-F238E27FC236}">
                <a16:creationId xmlns:a16="http://schemas.microsoft.com/office/drawing/2014/main" id="{82C31803-B13A-4E55-BF98-8556B734C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792" y="2349500"/>
            <a:ext cx="195792" cy="16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CD9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00" name="rect-77">
            <a:extLst xmlns:a="http://schemas.openxmlformats.org/drawingml/2006/main">
              <a:ext uri="{FF2B5EF4-FFF2-40B4-BE49-F238E27FC236}">
                <a16:creationId xmlns:a16="http://schemas.microsoft.com/office/drawing/2014/main" id="{97679C8B-048E-46AD-B19F-92FC3F37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583" y="2349500"/>
            <a:ext cx="195792" cy="16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5BC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01" name="rect-78">
            <a:extLst xmlns:a="http://schemas.openxmlformats.org/drawingml/2006/main">
              <a:ext uri="{FF2B5EF4-FFF2-40B4-BE49-F238E27FC236}">
                <a16:creationId xmlns:a16="http://schemas.microsoft.com/office/drawing/2014/main" id="{F195F41E-5BDD-4ED0-8CD6-EC666EBF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14600"/>
            <a:ext cx="195792" cy="16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CD9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02" name="rect-79">
            <a:extLst xmlns:a="http://schemas.openxmlformats.org/drawingml/2006/main">
              <a:ext uri="{FF2B5EF4-FFF2-40B4-BE49-F238E27FC236}">
                <a16:creationId xmlns:a16="http://schemas.microsoft.com/office/drawing/2014/main" id="{01A36F86-B742-4B54-9F6F-B29F73EA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4042" y="2514600"/>
            <a:ext cx="195792" cy="16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03" name="rect-80">
            <a:extLst xmlns:a="http://schemas.openxmlformats.org/drawingml/2006/main">
              <a:ext uri="{FF2B5EF4-FFF2-40B4-BE49-F238E27FC236}">
                <a16:creationId xmlns:a16="http://schemas.microsoft.com/office/drawing/2014/main" id="{C2908619-B148-4665-BA7D-D811E607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9833" y="2514600"/>
            <a:ext cx="195792" cy="16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CD9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04" name="rect-81">
            <a:extLst xmlns:a="http://schemas.openxmlformats.org/drawingml/2006/main">
              <a:ext uri="{FF2B5EF4-FFF2-40B4-BE49-F238E27FC236}">
                <a16:creationId xmlns:a16="http://schemas.microsoft.com/office/drawing/2014/main" id="{33320F1B-587C-4A3B-B31E-BEC222EE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5625" y="2514600"/>
            <a:ext cx="195792" cy="16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05" name="rect-82">
            <a:extLst xmlns:a="http://schemas.openxmlformats.org/drawingml/2006/main">
              <a:ext uri="{FF2B5EF4-FFF2-40B4-BE49-F238E27FC236}">
                <a16:creationId xmlns:a16="http://schemas.microsoft.com/office/drawing/2014/main" id="{29B11916-2FBF-4017-92E7-B7D1556F4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1417" y="2514600"/>
            <a:ext cx="195792" cy="16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CD9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06" name="rect-83">
            <a:extLst xmlns:a="http://schemas.openxmlformats.org/drawingml/2006/main">
              <a:ext uri="{FF2B5EF4-FFF2-40B4-BE49-F238E27FC236}">
                <a16:creationId xmlns:a16="http://schemas.microsoft.com/office/drawing/2014/main" id="{58415BC5-49B8-4C90-8124-945B94FA5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7208" y="2514600"/>
            <a:ext cx="195792" cy="16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07" name="rect-84">
            <a:extLst xmlns:a="http://schemas.openxmlformats.org/drawingml/2006/main">
              <a:ext uri="{FF2B5EF4-FFF2-40B4-BE49-F238E27FC236}">
                <a16:creationId xmlns:a16="http://schemas.microsoft.com/office/drawing/2014/main" id="{3EF89E99-6057-4658-A2BB-D7830087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2514600"/>
            <a:ext cx="195792" cy="16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CD9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08" name="rect-85">
            <a:extLst xmlns:a="http://schemas.openxmlformats.org/drawingml/2006/main">
              <a:ext uri="{FF2B5EF4-FFF2-40B4-BE49-F238E27FC236}">
                <a16:creationId xmlns:a16="http://schemas.microsoft.com/office/drawing/2014/main" id="{0459A14C-0C5F-4CB0-AB8E-3AF1A647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792" y="2514600"/>
            <a:ext cx="195792" cy="16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09" name="rect-86">
            <a:extLst xmlns:a="http://schemas.openxmlformats.org/drawingml/2006/main">
              <a:ext uri="{FF2B5EF4-FFF2-40B4-BE49-F238E27FC236}">
                <a16:creationId xmlns:a16="http://schemas.microsoft.com/office/drawing/2014/main" id="{3A2201EA-8AFC-4242-82B9-0BAB6D8C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583" y="2514600"/>
            <a:ext cx="195792" cy="16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CD9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10" name="rect-87">
            <a:extLst xmlns:a="http://schemas.openxmlformats.org/drawingml/2006/main">
              <a:ext uri="{FF2B5EF4-FFF2-40B4-BE49-F238E27FC236}">
                <a16:creationId xmlns:a16="http://schemas.microsoft.com/office/drawing/2014/main" id="{B4CC4881-C346-4A58-B875-1AF141063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79700"/>
            <a:ext cx="195792" cy="16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11" name="rect-88">
            <a:extLst xmlns:a="http://schemas.openxmlformats.org/drawingml/2006/main">
              <a:ext uri="{FF2B5EF4-FFF2-40B4-BE49-F238E27FC236}">
                <a16:creationId xmlns:a16="http://schemas.microsoft.com/office/drawing/2014/main" id="{7231E9AE-C308-4DA6-951B-580E20CE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4042" y="2679700"/>
            <a:ext cx="195792" cy="16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12" name="rect-89">
            <a:extLst xmlns:a="http://schemas.openxmlformats.org/drawingml/2006/main">
              <a:ext uri="{FF2B5EF4-FFF2-40B4-BE49-F238E27FC236}">
                <a16:creationId xmlns:a16="http://schemas.microsoft.com/office/drawing/2014/main" id="{89B98114-0A8D-4CF3-AA0E-1DB5FFAF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9833" y="2679700"/>
            <a:ext cx="195792" cy="16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5BC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13" name="rect-90">
            <a:extLst xmlns:a="http://schemas.openxmlformats.org/drawingml/2006/main">
              <a:ext uri="{FF2B5EF4-FFF2-40B4-BE49-F238E27FC236}">
                <a16:creationId xmlns:a16="http://schemas.microsoft.com/office/drawing/2014/main" id="{174E0B21-886B-4D51-A78E-863E82D56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5625" y="2679700"/>
            <a:ext cx="195792" cy="16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CD9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14" name="rect-91">
            <a:extLst xmlns:a="http://schemas.openxmlformats.org/drawingml/2006/main">
              <a:ext uri="{FF2B5EF4-FFF2-40B4-BE49-F238E27FC236}">
                <a16:creationId xmlns:a16="http://schemas.microsoft.com/office/drawing/2014/main" id="{3BF8A857-D3AA-4AC7-A567-FC8CE786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1417" y="2679700"/>
            <a:ext cx="195792" cy="16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15" name="rect-92">
            <a:extLst xmlns:a="http://schemas.openxmlformats.org/drawingml/2006/main">
              <a:ext uri="{FF2B5EF4-FFF2-40B4-BE49-F238E27FC236}">
                <a16:creationId xmlns:a16="http://schemas.microsoft.com/office/drawing/2014/main" id="{463CC7A2-B3EA-45CD-89C8-FE84D56D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7208" y="2679700"/>
            <a:ext cx="195792" cy="16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16" name="rect-93">
            <a:extLst xmlns:a="http://schemas.openxmlformats.org/drawingml/2006/main">
              <a:ext uri="{FF2B5EF4-FFF2-40B4-BE49-F238E27FC236}">
                <a16:creationId xmlns:a16="http://schemas.microsoft.com/office/drawing/2014/main" id="{173D6FFA-4079-4DA5-A5FD-5AA63845A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2679700"/>
            <a:ext cx="195792" cy="16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5BC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17" name="rect-94">
            <a:extLst xmlns:a="http://schemas.openxmlformats.org/drawingml/2006/main">
              <a:ext uri="{FF2B5EF4-FFF2-40B4-BE49-F238E27FC236}">
                <a16:creationId xmlns:a16="http://schemas.microsoft.com/office/drawing/2014/main" id="{3FABFAD2-78B5-40D5-8009-2464A1B3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792" y="2679700"/>
            <a:ext cx="195792" cy="16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CD9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18" name="rect-95">
            <a:extLst xmlns:a="http://schemas.openxmlformats.org/drawingml/2006/main">
              <a:ext uri="{FF2B5EF4-FFF2-40B4-BE49-F238E27FC236}">
                <a16:creationId xmlns:a16="http://schemas.microsoft.com/office/drawing/2014/main" id="{A8F7D34B-8833-4500-B7B9-BF675051A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583" y="2679700"/>
            <a:ext cx="195792" cy="16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19" name="rect-96">
            <a:extLst xmlns:a="http://schemas.openxmlformats.org/drawingml/2006/main">
              <a:ext uri="{FF2B5EF4-FFF2-40B4-BE49-F238E27FC236}">
                <a16:creationId xmlns:a16="http://schemas.microsoft.com/office/drawing/2014/main" id="{E16B6990-F9FD-4BFB-910B-D8F970C78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44800"/>
            <a:ext cx="195792" cy="16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20" name="rect-97">
            <a:extLst xmlns:a="http://schemas.openxmlformats.org/drawingml/2006/main">
              <a:ext uri="{FF2B5EF4-FFF2-40B4-BE49-F238E27FC236}">
                <a16:creationId xmlns:a16="http://schemas.microsoft.com/office/drawing/2014/main" id="{F09DEF7E-81B4-4A2E-A4BA-92AD873F2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4042" y="2844800"/>
            <a:ext cx="195792" cy="16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21" name="rect-98">
            <a:extLst xmlns:a="http://schemas.openxmlformats.org/drawingml/2006/main">
              <a:ext uri="{FF2B5EF4-FFF2-40B4-BE49-F238E27FC236}">
                <a16:creationId xmlns:a16="http://schemas.microsoft.com/office/drawing/2014/main" id="{777C24BA-40DF-447D-AAA7-C7E85AFB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9833" y="2844800"/>
            <a:ext cx="195792" cy="16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22" name="rect-99">
            <a:extLst xmlns:a="http://schemas.openxmlformats.org/drawingml/2006/main">
              <a:ext uri="{FF2B5EF4-FFF2-40B4-BE49-F238E27FC236}">
                <a16:creationId xmlns:a16="http://schemas.microsoft.com/office/drawing/2014/main" id="{301AE462-2227-4D38-9E23-BA3BF931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5625" y="2844800"/>
            <a:ext cx="195792" cy="16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23" name="rect-100">
            <a:extLst xmlns:a="http://schemas.openxmlformats.org/drawingml/2006/main">
              <a:ext uri="{FF2B5EF4-FFF2-40B4-BE49-F238E27FC236}">
                <a16:creationId xmlns:a16="http://schemas.microsoft.com/office/drawing/2014/main" id="{2A8C6EF5-3B52-4775-8412-95BB49C3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1417" y="2844800"/>
            <a:ext cx="195792" cy="16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24" name="rect-101">
            <a:extLst xmlns:a="http://schemas.openxmlformats.org/drawingml/2006/main">
              <a:ext uri="{FF2B5EF4-FFF2-40B4-BE49-F238E27FC236}">
                <a16:creationId xmlns:a16="http://schemas.microsoft.com/office/drawing/2014/main" id="{0F8828B2-BDB7-432B-A24F-CAA90D6E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7208" y="2844800"/>
            <a:ext cx="195792" cy="16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25" name="rect-102">
            <a:extLst xmlns:a="http://schemas.openxmlformats.org/drawingml/2006/main">
              <a:ext uri="{FF2B5EF4-FFF2-40B4-BE49-F238E27FC236}">
                <a16:creationId xmlns:a16="http://schemas.microsoft.com/office/drawing/2014/main" id="{7B3DF982-3B15-46E8-B0DD-268B3B80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2844800"/>
            <a:ext cx="195792" cy="16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26" name="rect-103">
            <a:extLst xmlns:a="http://schemas.openxmlformats.org/drawingml/2006/main">
              <a:ext uri="{FF2B5EF4-FFF2-40B4-BE49-F238E27FC236}">
                <a16:creationId xmlns:a16="http://schemas.microsoft.com/office/drawing/2014/main" id="{C0FA89AB-1972-48DD-97C4-A3B7686E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792" y="2844800"/>
            <a:ext cx="195792" cy="16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27" name="rect-104">
            <a:extLst xmlns:a="http://schemas.openxmlformats.org/drawingml/2006/main">
              <a:ext uri="{FF2B5EF4-FFF2-40B4-BE49-F238E27FC236}">
                <a16:creationId xmlns:a16="http://schemas.microsoft.com/office/drawing/2014/main" id="{78ADE9CE-0ECA-41C9-B430-557AE15E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583" y="2844800"/>
            <a:ext cx="195792" cy="16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28" name="rect-105">
            <a:extLst xmlns:a="http://schemas.openxmlformats.org/drawingml/2006/main">
              <a:ext uri="{FF2B5EF4-FFF2-40B4-BE49-F238E27FC236}">
                <a16:creationId xmlns:a16="http://schemas.microsoft.com/office/drawing/2014/main" id="{7CA066BA-8D23-4692-B2B3-1685CE36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19300"/>
            <a:ext cx="1762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396B88"/>
            </a:solidFill>
            <a:prstDash val="solid"/>
          </a:ln>
        </p:spPr>
      </p:sp>
      <p:sp>
        <p:nvSpPr>
          <p:cNvPr id="129" name="X: 30 × 38 × 27">
            <a:extLst xmlns:a="http://schemas.openxmlformats.org/drawingml/2006/main">
              <a:ext uri="{FF2B5EF4-FFF2-40B4-BE49-F238E27FC236}">
                <a16:creationId xmlns:a16="http://schemas.microsoft.com/office/drawing/2014/main" id="{A172C1AF-2A18-45D5-9464-8C0F23605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200400"/>
            <a:ext cx="2362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 i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800" b="0" i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X: 30 × 38 × 27</a:t>
            </a:r>
          </a:p>
        </p:txBody>
      </p:sp>
      <p:sp>
        <p:nvSpPr>
          <p:cNvPr id="130" name="time × resources × features">
            <a:extLst xmlns:a="http://schemas.openxmlformats.org/drawingml/2006/main">
              <a:ext uri="{FF2B5EF4-FFF2-40B4-BE49-F238E27FC236}">
                <a16:creationId xmlns:a16="http://schemas.microsoft.com/office/drawing/2014/main" id="{25DF303A-72A0-4BBE-B1ED-84428434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533775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time × resources × features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EBAF612A-32FB-40F0-A0DD-453C92B2C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38725" y="4833938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396B88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84E7FF74-80F1-459E-B473-E7AA509F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05475" y="4833938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396B88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5B06DF78-CE90-402F-86CE-E28CDFF2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388334">
            <a:off x="4990446" y="4700588"/>
            <a:ext cx="41659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396B88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7C3820DB-684D-475C-827D-13AC87FB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388334">
            <a:off x="5657196" y="4700588"/>
            <a:ext cx="41659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396B88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FF484F4B-4833-4DE1-AEFE-C93534345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854863">
            <a:off x="4924554" y="4583906"/>
            <a:ext cx="6617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8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8A76AF1C-D7D7-487D-B594-B1ED7CB8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898986">
            <a:off x="5312877" y="4583906"/>
            <a:ext cx="55183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8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D72DD12E-F4B8-41DE-A861-D1706787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743276">
            <a:off x="5407323" y="4583906"/>
            <a:ext cx="10296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8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7FD6E6FE-A3A0-417F-B2CF-392C93FB3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115651">
            <a:off x="4972050" y="5100638"/>
            <a:ext cx="1133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8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CCB279F5-8F36-47D3-9FEE-9EC632572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320323">
            <a:off x="5557657" y="5100638"/>
            <a:ext cx="62901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8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3C253BC0-C03A-4F76-85C7-A34953DC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479677">
            <a:off x="5891032" y="5100638"/>
            <a:ext cx="62901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8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E7BB2AD6-945F-4147-8D21-C44A3D250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185420">
            <a:off x="4754836" y="5100638"/>
            <a:ext cx="53444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8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4B1ADCD8-8297-4504-8814-2E5F8BD2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238237">
            <a:off x="4915364" y="5100638"/>
            <a:ext cx="88013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8"/>
            </a:solidFill>
            <a:prstDash val="solid"/>
          </a:ln>
        </p:spPr>
      </p:sp>
      <p:sp>
        <p:nvSpPr>
          <p:cNvPr id="143" name="M1">
            <a:extLst xmlns:a="http://schemas.openxmlformats.org/drawingml/2006/main">
              <a:ext uri="{FF2B5EF4-FFF2-40B4-BE49-F238E27FC236}">
                <a16:creationId xmlns:a16="http://schemas.microsoft.com/office/drawing/2014/main" id="{5E9AA1E2-0384-47A0-9A61-3C6BCD57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5378" y="4720590"/>
            <a:ext cx="226695" cy="2266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4"/>
          </a:solidFill>
          <a:ln xmlns:a="http://schemas.openxmlformats.org/drawingml/2006/main" w="16193">
            <a:solidFill>
              <a:srgbClr val="396B88"/>
            </a:solidFill>
            <a:prstDash val="solid"/>
          </a:ln>
        </p:spPr>
      </p:sp>
      <p:sp>
        <p:nvSpPr>
          <p:cNvPr id="144" name="M1">
            <a:extLst xmlns:a="http://schemas.openxmlformats.org/drawingml/2006/main">
              <a:ext uri="{FF2B5EF4-FFF2-40B4-BE49-F238E27FC236}">
                <a16:creationId xmlns:a16="http://schemas.microsoft.com/office/drawing/2014/main" id="{AABD3C48-A102-4463-A783-F0D14EE2D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5378" y="4720590"/>
            <a:ext cx="226695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14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714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4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M1</a:t>
            </a:r>
          </a:p>
        </p:txBody>
      </p:sp>
      <p:sp>
        <p:nvSpPr>
          <p:cNvPr id="145" name="M2">
            <a:extLst xmlns:a="http://schemas.openxmlformats.org/drawingml/2006/main">
              <a:ext uri="{FF2B5EF4-FFF2-40B4-BE49-F238E27FC236}">
                <a16:creationId xmlns:a16="http://schemas.microsoft.com/office/drawing/2014/main" id="{CB49F5C0-B8E4-492E-B16D-BCC2E44F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2128" y="4720590"/>
            <a:ext cx="226695" cy="2266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4"/>
          </a:solidFill>
          <a:ln xmlns:a="http://schemas.openxmlformats.org/drawingml/2006/main" w="16193">
            <a:solidFill>
              <a:srgbClr val="396B88"/>
            </a:solidFill>
            <a:prstDash val="solid"/>
          </a:ln>
        </p:spPr>
      </p:sp>
      <p:sp>
        <p:nvSpPr>
          <p:cNvPr id="146" name="M2">
            <a:extLst xmlns:a="http://schemas.openxmlformats.org/drawingml/2006/main">
              <a:ext uri="{FF2B5EF4-FFF2-40B4-BE49-F238E27FC236}">
                <a16:creationId xmlns:a16="http://schemas.microsoft.com/office/drawing/2014/main" id="{673EECF1-AF78-4B80-930C-465F9EF1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2128" y="4720590"/>
            <a:ext cx="226695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14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714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4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M2</a:t>
            </a:r>
          </a:p>
        </p:txBody>
      </p:sp>
      <p:sp>
        <p:nvSpPr>
          <p:cNvPr id="147" name="M3">
            <a:extLst xmlns:a="http://schemas.openxmlformats.org/drawingml/2006/main">
              <a:ext uri="{FF2B5EF4-FFF2-40B4-BE49-F238E27FC236}">
                <a16:creationId xmlns:a16="http://schemas.microsoft.com/office/drawing/2014/main" id="{B314C435-F393-45FB-8EA1-1A65ADBC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878" y="4720590"/>
            <a:ext cx="226695" cy="2266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4"/>
          </a:solidFill>
          <a:ln xmlns:a="http://schemas.openxmlformats.org/drawingml/2006/main" w="16193">
            <a:solidFill>
              <a:srgbClr val="396B88"/>
            </a:solidFill>
            <a:prstDash val="solid"/>
          </a:ln>
        </p:spPr>
      </p:sp>
      <p:sp>
        <p:nvSpPr>
          <p:cNvPr id="148" name="M3">
            <a:extLst xmlns:a="http://schemas.openxmlformats.org/drawingml/2006/main">
              <a:ext uri="{FF2B5EF4-FFF2-40B4-BE49-F238E27FC236}">
                <a16:creationId xmlns:a16="http://schemas.microsoft.com/office/drawing/2014/main" id="{80E8904C-63FE-4568-9BBD-C7BDFD0B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878" y="4720590"/>
            <a:ext cx="226695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14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714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4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M3</a:t>
            </a:r>
          </a:p>
        </p:txBody>
      </p:sp>
      <p:sp>
        <p:nvSpPr>
          <p:cNvPr id="149" name="G1">
            <a:extLst xmlns:a="http://schemas.openxmlformats.org/drawingml/2006/main">
              <a:ext uri="{FF2B5EF4-FFF2-40B4-BE49-F238E27FC236}">
                <a16:creationId xmlns:a16="http://schemas.microsoft.com/office/drawing/2014/main" id="{DC736159-4089-430C-85FC-BD752031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765" y="4220528"/>
            <a:ext cx="226695" cy="226695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F6F0E5"/>
          </a:solidFill>
          <a:ln xmlns:a="http://schemas.openxmlformats.org/drawingml/2006/main" w="16193">
            <a:solidFill>
              <a:srgbClr val="B28A44"/>
            </a:solidFill>
            <a:prstDash val="solid"/>
          </a:ln>
        </p:spPr>
      </p:sp>
      <p:sp>
        <p:nvSpPr>
          <p:cNvPr id="150" name="G1">
            <a:extLst xmlns:a="http://schemas.openxmlformats.org/drawingml/2006/main">
              <a:ext uri="{FF2B5EF4-FFF2-40B4-BE49-F238E27FC236}">
                <a16:creationId xmlns:a16="http://schemas.microsoft.com/office/drawing/2014/main" id="{D27AF0A4-E8AC-48AF-B3EB-FABBEC1D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765" y="4220528"/>
            <a:ext cx="226695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14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714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4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G1</a:t>
            </a:r>
          </a:p>
        </p:txBody>
      </p:sp>
      <p:sp>
        <p:nvSpPr>
          <p:cNvPr id="151" name="R1">
            <a:extLst xmlns:a="http://schemas.openxmlformats.org/drawingml/2006/main">
              <a:ext uri="{FF2B5EF4-FFF2-40B4-BE49-F238E27FC236}">
                <a16:creationId xmlns:a16="http://schemas.microsoft.com/office/drawing/2014/main" id="{651AD58A-DFDB-4027-A053-2FA9F0DA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503" y="5253990"/>
            <a:ext cx="226695" cy="22669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8ECE7"/>
          </a:solidFill>
          <a:ln xmlns:a="http://schemas.openxmlformats.org/drawingml/2006/main" w="16193">
            <a:solidFill>
              <a:srgbClr val="B46954"/>
            </a:solidFill>
            <a:prstDash val="solid"/>
          </a:ln>
        </p:spPr>
      </p:sp>
      <p:sp>
        <p:nvSpPr>
          <p:cNvPr id="152" name="R1">
            <a:extLst xmlns:a="http://schemas.openxmlformats.org/drawingml/2006/main">
              <a:ext uri="{FF2B5EF4-FFF2-40B4-BE49-F238E27FC236}">
                <a16:creationId xmlns:a16="http://schemas.microsoft.com/office/drawing/2014/main" id="{2391D861-09D6-4910-B2A3-5908BCE7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503" y="5253990"/>
            <a:ext cx="226695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14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714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4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R1</a:t>
            </a:r>
          </a:p>
        </p:txBody>
      </p:sp>
      <p:sp>
        <p:nvSpPr>
          <p:cNvPr id="153" name="H1">
            <a:extLst xmlns:a="http://schemas.openxmlformats.org/drawingml/2006/main">
              <a:ext uri="{FF2B5EF4-FFF2-40B4-BE49-F238E27FC236}">
                <a16:creationId xmlns:a16="http://schemas.microsoft.com/office/drawing/2014/main" id="{84552D17-07E9-45F2-B28A-15137D8B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5253990"/>
            <a:ext cx="226695" cy="2266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16193">
            <a:solidFill>
              <a:srgbClr val="488778"/>
            </a:solidFill>
            <a:prstDash val="solid"/>
          </a:ln>
        </p:spPr>
      </p:sp>
      <p:sp>
        <p:nvSpPr>
          <p:cNvPr id="154" name="H1">
            <a:extLst xmlns:a="http://schemas.openxmlformats.org/drawingml/2006/main">
              <a:ext uri="{FF2B5EF4-FFF2-40B4-BE49-F238E27FC236}">
                <a16:creationId xmlns:a16="http://schemas.microsoft.com/office/drawing/2014/main" id="{943BB8B1-0395-4248-9586-0B552D4D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5253990"/>
            <a:ext cx="226695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14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714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4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H1</a:t>
            </a:r>
          </a:p>
        </p:txBody>
      </p:sp>
      <p:sp>
        <p:nvSpPr>
          <p:cNvPr id="155" name="B1">
            <a:extLst xmlns:a="http://schemas.openxmlformats.org/drawingml/2006/main">
              <a:ext uri="{FF2B5EF4-FFF2-40B4-BE49-F238E27FC236}">
                <a16:creationId xmlns:a16="http://schemas.microsoft.com/office/drawing/2014/main" id="{7B745842-6741-4AE1-80A0-E46EC712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5418" y="4453890"/>
            <a:ext cx="226695" cy="2266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5"/>
          </a:solidFill>
          <a:ln xmlns:a="http://schemas.openxmlformats.org/drawingml/2006/main" w="16193">
            <a:solidFill>
              <a:srgbClr val="8A789A"/>
            </a:solidFill>
            <a:prstDash val="solid"/>
          </a:ln>
        </p:spPr>
      </p:sp>
      <p:sp>
        <p:nvSpPr>
          <p:cNvPr id="156" name="B1">
            <a:extLst xmlns:a="http://schemas.openxmlformats.org/drawingml/2006/main">
              <a:ext uri="{FF2B5EF4-FFF2-40B4-BE49-F238E27FC236}">
                <a16:creationId xmlns:a16="http://schemas.microsoft.com/office/drawing/2014/main" id="{AA48D6D6-DEEE-4D47-9EE8-3BABC9680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5418" y="4453890"/>
            <a:ext cx="226695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14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714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4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B1</a:t>
            </a:r>
          </a:p>
        </p:txBody>
      </p:sp>
      <p:sp>
        <p:nvSpPr>
          <p:cNvPr id="157" name="B2">
            <a:extLst xmlns:a="http://schemas.openxmlformats.org/drawingml/2006/main">
              <a:ext uri="{FF2B5EF4-FFF2-40B4-BE49-F238E27FC236}">
                <a16:creationId xmlns:a16="http://schemas.microsoft.com/office/drawing/2014/main" id="{A44A394A-318D-4194-B261-F4F36BCE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2168" y="4453890"/>
            <a:ext cx="226695" cy="2266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5"/>
          </a:solidFill>
          <a:ln xmlns:a="http://schemas.openxmlformats.org/drawingml/2006/main" w="16193">
            <a:solidFill>
              <a:srgbClr val="8A789A"/>
            </a:solidFill>
            <a:prstDash val="solid"/>
          </a:ln>
        </p:spPr>
      </p:sp>
      <p:sp>
        <p:nvSpPr>
          <p:cNvPr id="158" name="B2">
            <a:extLst xmlns:a="http://schemas.openxmlformats.org/drawingml/2006/main">
              <a:ext uri="{FF2B5EF4-FFF2-40B4-BE49-F238E27FC236}">
                <a16:creationId xmlns:a16="http://schemas.microsoft.com/office/drawing/2014/main" id="{35189D1A-8A5F-4574-BD27-844F914E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2168" y="4453890"/>
            <a:ext cx="226695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14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714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4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B2</a:t>
            </a:r>
          </a:p>
        </p:txBody>
      </p:sp>
      <p:sp>
        <p:nvSpPr>
          <p:cNvPr id="159" name="Shared resource graph">
            <a:extLst xmlns:a="http://schemas.openxmlformats.org/drawingml/2006/main">
              <a:ext uri="{FF2B5EF4-FFF2-40B4-BE49-F238E27FC236}">
                <a16:creationId xmlns:a16="http://schemas.microsoft.com/office/drawing/2014/main" id="{F6BD809F-77CD-48E8-A499-74392979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524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Shared resource graph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34D0E9A3-E287-40CC-B4A4-D169FDB6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0" y="4714875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666666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D49EAA46-325E-46CE-81BA-8000E7D3D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6805613" y="3786188"/>
            <a:ext cx="1857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666666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5A46DB11-864E-44F8-AA3C-E6DFDC113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34300" y="28575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666666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6A09145D-46BC-49A5-A818-9214DFDD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184259">
            <a:off x="7986081" y="2874755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666666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8942B53A-3C4F-41C9-B8D9-64B209A0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184259">
            <a:off x="7986081" y="2840245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666666"/>
            </a:solidFill>
            <a:prstDash val="solid"/>
          </a:ln>
        </p:spPr>
      </p:sp>
      <p:sp>
        <p:nvSpPr>
          <p:cNvPr id="165" name="Topology + resource types">
            <a:extLst xmlns:a="http://schemas.openxmlformats.org/drawingml/2006/main">
              <a:ext uri="{FF2B5EF4-FFF2-40B4-BE49-F238E27FC236}">
                <a16:creationId xmlns:a16="http://schemas.microsoft.com/office/drawing/2014/main" id="{52727C8C-B7E2-49E2-8672-84E5F234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914775"/>
            <a:ext cx="26955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Topology + resource types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01A76C52-D135-4C65-8EA9-036AA2A3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0" y="2562225"/>
            <a:ext cx="1009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52525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B103A417-AA79-4ACE-BD7E-0564D08F2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184259">
            <a:off x="7986081" y="2579480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52525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BE5D421B-2861-480F-9A1D-CA9B48DC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184259">
            <a:off x="7986081" y="2544970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52525"/>
            </a:solidFill>
            <a:prstDash val="solid"/>
          </a:ln>
        </p:spPr>
      </p:sp>
      <p:sp>
        <p:nvSpPr>
          <p:cNvPr id="169" name="rect-106">
            <a:extLst xmlns:a="http://schemas.openxmlformats.org/drawingml/2006/main">
              <a:ext uri="{FF2B5EF4-FFF2-40B4-BE49-F238E27FC236}">
                <a16:creationId xmlns:a16="http://schemas.microsoft.com/office/drawing/2014/main" id="{9DBF9C06-0148-4C6B-BD81-2842533A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762125"/>
            <a:ext cx="1876425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5D7D8"/>
            </a:solidFill>
            <a:prstDash val="solid"/>
          </a:ln>
        </p:spPr>
      </p:sp>
      <p:sp>
        <p:nvSpPr>
          <p:cNvPr id="170" name="rect-107">
            <a:extLst xmlns:a="http://schemas.openxmlformats.org/drawingml/2006/main">
              <a:ext uri="{FF2B5EF4-FFF2-40B4-BE49-F238E27FC236}">
                <a16:creationId xmlns:a16="http://schemas.microsoft.com/office/drawing/2014/main" id="{2CE58396-6772-4CF1-AD89-EF7806541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38325"/>
            <a:ext cx="1876425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5D7D8"/>
            </a:solidFill>
            <a:prstDash val="solid"/>
          </a:ln>
        </p:spPr>
      </p:sp>
      <p:sp>
        <p:nvSpPr>
          <p:cNvPr id="171" name="rect-108">
            <a:extLst xmlns:a="http://schemas.openxmlformats.org/drawingml/2006/main">
              <a:ext uri="{FF2B5EF4-FFF2-40B4-BE49-F238E27FC236}">
                <a16:creationId xmlns:a16="http://schemas.microsoft.com/office/drawing/2014/main" id="{A2F027B8-A077-4B03-8301-7A126C1EE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14525"/>
            <a:ext cx="1876425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4"/>
          </a:solidFill>
          <a:ln xmlns:a="http://schemas.openxmlformats.org/drawingml/2006/main" w="11430">
            <a:solidFill>
              <a:srgbClr val="396B88"/>
            </a:solidFill>
            <a:prstDash val="solid"/>
          </a:ln>
        </p:spPr>
      </p:sp>
      <p:sp>
        <p:nvSpPr>
          <p:cNvPr id="172" name="PHAST-DP">
            <a:extLst xmlns:a="http://schemas.openxmlformats.org/drawingml/2006/main">
              <a:ext uri="{FF2B5EF4-FFF2-40B4-BE49-F238E27FC236}">
                <a16:creationId xmlns:a16="http://schemas.microsoft.com/office/drawing/2014/main" id="{27463DEB-60BB-496F-9557-CF49E542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1621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025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PHAST-DP</a:t>
            </a:r>
          </a:p>
        </p:txBody>
      </p:sp>
      <p:sp>
        <p:nvSpPr>
          <p:cNvPr id="173" name="spatiotemporal encoder">
            <a:extLst xmlns:a="http://schemas.openxmlformats.org/drawingml/2006/main">
              <a:ext uri="{FF2B5EF4-FFF2-40B4-BE49-F238E27FC236}">
                <a16:creationId xmlns:a16="http://schemas.microsoft.com/office/drawing/2014/main" id="{198F7B18-506A-487C-87AA-9BDF2F410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533650"/>
            <a:ext cx="1857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spatiotemporal encoder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A0F1E12C-3EB0-4172-9954-93955D3EF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948738" y="3309938"/>
            <a:ext cx="466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252525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4CF4F691-3112-43BC-8115-F73A10EF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015741">
            <a:off x="9126745" y="3509331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252525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C731E6F2-6464-4D9A-BBEC-F7893125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784259">
            <a:off x="9161255" y="3509331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252525"/>
            </a:solidFill>
            <a:prstDash val="solid"/>
          </a:ln>
        </p:spPr>
      </p:sp>
      <p:sp>
        <p:nvSpPr>
          <p:cNvPr id="177" name="Process-informed heads">
            <a:extLst xmlns:a="http://schemas.openxmlformats.org/drawingml/2006/main">
              <a:ext uri="{FF2B5EF4-FFF2-40B4-BE49-F238E27FC236}">
                <a16:creationId xmlns:a16="http://schemas.microsoft.com/office/drawing/2014/main" id="{FDE80845-B81D-4EF3-BCD5-8625230C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629025"/>
            <a:ext cx="21145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11430">
            <a:solidFill>
              <a:srgbClr val="488778"/>
            </a:solidFill>
            <a:prstDash val="solid"/>
          </a:ln>
        </p:spPr>
      </p:sp>
      <p:sp>
        <p:nvSpPr>
          <p:cNvPr id="178" name="Process-informed heads">
            <a:extLst xmlns:a="http://schemas.openxmlformats.org/drawingml/2006/main">
              <a:ext uri="{FF2B5EF4-FFF2-40B4-BE49-F238E27FC236}">
                <a16:creationId xmlns:a16="http://schemas.microsoft.com/office/drawing/2014/main" id="{BC04E9C6-CD9E-47C7-9F87-6E1B9540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648075"/>
            <a:ext cx="2000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Process-informed heads</a:t>
            </a:r>
          </a:p>
        </p:txBody>
      </p:sp>
      <p:sp>
        <p:nvSpPr>
          <p:cNvPr id="179" name="history regime + precursor cues">
            <a:extLst xmlns:a="http://schemas.openxmlformats.org/drawingml/2006/main">
              <a:ext uri="{FF2B5EF4-FFF2-40B4-BE49-F238E27FC236}">
                <a16:creationId xmlns:a16="http://schemas.microsoft.com/office/drawing/2014/main" id="{DBB9C8EC-3948-48A7-A786-9048B02E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10075"/>
            <a:ext cx="2686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 i="1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 b="0" i="1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1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history regime + precursor cues</a:t>
            </a:r>
          </a:p>
        </p:txBody>
      </p:sp>
      <p:sp>
        <p:nvSpPr>
          <p:cNvPr id="180" name="Bottleneck report">
            <a:extLst xmlns:a="http://schemas.openxmlformats.org/drawingml/2006/main">
              <a:ext uri="{FF2B5EF4-FFF2-40B4-BE49-F238E27FC236}">
                <a16:creationId xmlns:a16="http://schemas.microsoft.com/office/drawing/2014/main" id="{23402AFD-79A2-4E48-B0FB-B3F274A84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1628775"/>
            <a:ext cx="23526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Bottleneck report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68331157-7EB4-4CF7-8D22-2C354C84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53750" y="2028825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252525"/>
            </a:solidFill>
            <a:prstDash val="solid"/>
          </a:ln>
        </p:spPr>
      </p:sp>
      <p:sp>
        <p:nvSpPr>
          <p:cNvPr id="182" name="Affected resource">
            <a:extLst xmlns:a="http://schemas.openxmlformats.org/drawingml/2006/main">
              <a:ext uri="{FF2B5EF4-FFF2-40B4-BE49-F238E27FC236}">
                <a16:creationId xmlns:a16="http://schemas.microsoft.com/office/drawing/2014/main" id="{64D22E26-1067-44D4-8E11-A0A174DAB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181225"/>
            <a:ext cx="2171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Affected resource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58BF3ACF-2FAF-4A70-8718-9C985239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63275" y="2543175"/>
            <a:ext cx="2276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5D7D8"/>
            </a:solidFill>
            <a:prstDash val="solid"/>
          </a:ln>
        </p:spPr>
      </p:sp>
      <p:sp>
        <p:nvSpPr>
          <p:cNvPr id="184" name="Onset and duration">
            <a:extLst xmlns:a="http://schemas.openxmlformats.org/drawingml/2006/main">
              <a:ext uri="{FF2B5EF4-FFF2-40B4-BE49-F238E27FC236}">
                <a16:creationId xmlns:a16="http://schemas.microsoft.com/office/drawing/2014/main" id="{6AAEFF1D-1A9C-4EF0-B922-7414D36BB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647950"/>
            <a:ext cx="2171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Onset and duration</a:t>
            </a: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082A1130-9CE7-4641-8EB1-03DA913A8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63275" y="3009900"/>
            <a:ext cx="2276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5D7D8"/>
            </a:solidFill>
            <a:prstDash val="solid"/>
          </a:ln>
        </p:spPr>
      </p:sp>
      <p:sp>
        <p:nvSpPr>
          <p:cNvPr id="186" name="Future bottleneck state">
            <a:extLst xmlns:a="http://schemas.openxmlformats.org/drawingml/2006/main">
              <a:ext uri="{FF2B5EF4-FFF2-40B4-BE49-F238E27FC236}">
                <a16:creationId xmlns:a16="http://schemas.microsoft.com/office/drawing/2014/main" id="{F5FC8991-8274-41DA-B91B-A130263B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114675"/>
            <a:ext cx="2171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Future bottleneck state</a:t>
            </a:r>
          </a:p>
        </p:txBody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64DF9E9E-914D-43FD-8D27-782F46399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63275" y="3476625"/>
            <a:ext cx="2276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5D7D8"/>
            </a:solidFill>
            <a:prstDash val="solid"/>
          </a:ln>
        </p:spPr>
      </p:sp>
      <p:sp>
        <p:nvSpPr>
          <p:cNvPr id="188" name="Process cause">
            <a:extLst xmlns:a="http://schemas.openxmlformats.org/drawingml/2006/main">
              <a:ext uri="{FF2B5EF4-FFF2-40B4-BE49-F238E27FC236}">
                <a16:creationId xmlns:a16="http://schemas.microsoft.com/office/drawing/2014/main" id="{6D831D3E-3636-452F-AAED-93885AE1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581400"/>
            <a:ext cx="2171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Process cause</a:t>
            </a:r>
          </a:p>
        </p:txBody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942843C0-1E6A-462E-A16E-E6A08BAA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63275" y="3943350"/>
            <a:ext cx="2276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5D7D8"/>
            </a:solidFill>
            <a:prstDash val="solid"/>
          </a:ln>
        </p:spPr>
      </p:sp>
      <p:sp>
        <p:nvSpPr>
          <p:cNvPr id="190" name="Remaining order time">
            <a:extLst xmlns:a="http://schemas.openxmlformats.org/drawingml/2006/main">
              <a:ext uri="{FF2B5EF4-FFF2-40B4-BE49-F238E27FC236}">
                <a16:creationId xmlns:a16="http://schemas.microsoft.com/office/drawing/2014/main" id="{4002F343-6D9D-41AD-A6AA-3B436D9E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048125"/>
            <a:ext cx="2171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Remaining order time</a:t>
            </a:r>
          </a:p>
        </p:txBody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DEB1C777-CC6E-42EA-A1C9-F2366630E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63275" y="4410075"/>
            <a:ext cx="2276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5D7D8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3E3BB933-5E1C-4B7A-830B-DFBB5A7F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39375" y="3914775"/>
            <a:ext cx="409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488778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F1A45167-2CCB-4E42-A6ED-7C63EA6E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0363200" y="3629025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488778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C27580FF-07FD-4046-87C0-17268C68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48950" y="3343275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488778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E2CDED47-1477-4379-BD91-68DF78AB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184259">
            <a:off x="10843581" y="3360530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488778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53EAA1F3-5114-481F-A21C-3F12448C8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184259">
            <a:off x="10843581" y="3326020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488778"/>
            </a:solidFill>
            <a:prstDash val="solid"/>
          </a:ln>
        </p:spPr>
      </p:sp>
      <p:sp>
        <p:nvSpPr>
          <p:cNvPr id="197" name="20-window forecast">
            <a:extLst xmlns:a="http://schemas.openxmlformats.org/drawingml/2006/main">
              <a:ext uri="{FF2B5EF4-FFF2-40B4-BE49-F238E27FC236}">
                <a16:creationId xmlns:a16="http://schemas.microsoft.com/office/drawing/2014/main" id="{AFA170D8-E2E0-4039-870D-D0778883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800600"/>
            <a:ext cx="2333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 i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75" b="0" i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20-window forecast</a:t>
            </a:r>
          </a:p>
        </p:txBody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C6A3EFE6-5627-4CBB-A02E-4513F65E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150" y="5962650"/>
            <a:ext cx="12801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8"/>
            </a:solidFill>
            <a:prstDash val="solid"/>
          </a:ln>
        </p:spPr>
      </p:sp>
      <p:sp>
        <p:nvSpPr>
          <p:cNvPr id="199" name="Training supervision">
            <a:extLst xmlns:a="http://schemas.openxmlformats.org/drawingml/2006/main">
              <a:ext uri="{FF2B5EF4-FFF2-40B4-BE49-F238E27FC236}">
                <a16:creationId xmlns:a16="http://schemas.microsoft.com/office/drawing/2014/main" id="{3BD65AC1-BAD4-46EA-8575-17BFF7924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1912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B4695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B4695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B46954"/>
                </a:solidFill>
                <a:latin typeface="Times New Roman"/>
                <a:ea typeface="Times New Roman"/>
                <a:cs typeface="Times New Roman"/>
              </a:rPr>
              <a:t>Training supervision</a:t>
            </a:r>
          </a:p>
        </p:txBody>
      </p:sp>
      <p:sp>
        <p:nvSpPr>
          <p:cNvPr id="200" name="Future operational states">
            <a:extLst xmlns:a="http://schemas.openxmlformats.org/drawingml/2006/main">
              <a:ext uri="{FF2B5EF4-FFF2-40B4-BE49-F238E27FC236}">
                <a16:creationId xmlns:a16="http://schemas.microsoft.com/office/drawing/2014/main" id="{C66C7B33-206D-474C-B747-760B9F87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6772275"/>
            <a:ext cx="2724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7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Future operational states</a:t>
            </a:r>
          </a:p>
        </p:txBody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52BDE986-C948-491E-B0C3-2D23FB9B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38475" y="6934200"/>
            <a:ext cx="657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46954"/>
            </a:solidFill>
            <a:prstDash val="dash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D20BA979-4F0C-4F99-A435-E015A841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184259">
            <a:off x="3623631" y="6951455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46954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84CB06D5-6B0B-4706-9677-98C0C7E2D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184259">
            <a:off x="3623631" y="6916945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46954"/>
            </a:solidFill>
            <a:prstDash val="solid"/>
          </a:ln>
        </p:spPr>
      </p:sp>
      <p:sp>
        <p:nvSpPr>
          <p:cNvPr id="204" name="Process-based event labels">
            <a:extLst xmlns:a="http://schemas.openxmlformats.org/drawingml/2006/main">
              <a:ext uri="{FF2B5EF4-FFF2-40B4-BE49-F238E27FC236}">
                <a16:creationId xmlns:a16="http://schemas.microsoft.com/office/drawing/2014/main" id="{732C8CBA-97B7-4631-86C7-1719E260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562725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65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Process-based event labels</a:t>
            </a:r>
          </a:p>
        </p:txBody>
      </p:sp>
      <p:sp>
        <p:nvSpPr>
          <p:cNvPr id="205" name="resource rules + persistence">
            <a:extLst xmlns:a="http://schemas.openxmlformats.org/drawingml/2006/main">
              <a:ext uri="{FF2B5EF4-FFF2-40B4-BE49-F238E27FC236}">
                <a16:creationId xmlns:a16="http://schemas.microsoft.com/office/drawing/2014/main" id="{FC446689-B3DA-47C5-9B10-AC93D0B75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93420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 i="1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00" b="0" i="1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1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resource rules + persistence</a:t>
            </a:r>
          </a:p>
        </p:txBody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5B0CBDCD-5E8F-4A93-8EDE-65AAEEFBE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62775" y="6934200"/>
            <a:ext cx="752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46954"/>
            </a:solidFill>
            <a:prstDash val="dash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51712FC2-CA80-461B-8AF4-2AA2DDE9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184259">
            <a:off x="7643181" y="6951455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46954"/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5B7157D9-8880-4AAF-8DB1-25938CDBC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184259">
            <a:off x="7643181" y="6916945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46954"/>
            </a:solidFill>
            <a:prstDash val="solid"/>
          </a:ln>
        </p:spPr>
      </p:sp>
      <p:sp>
        <p:nvSpPr>
          <p:cNvPr id="209" name="Joint training objectives">
            <a:extLst xmlns:a="http://schemas.openxmlformats.org/drawingml/2006/main">
              <a:ext uri="{FF2B5EF4-FFF2-40B4-BE49-F238E27FC236}">
                <a16:creationId xmlns:a16="http://schemas.microsoft.com/office/drawing/2014/main" id="{6E57B9CD-97EE-419F-A495-5E4FC73C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6562725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65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Joint training objectives</a:t>
            </a:r>
          </a:p>
        </p:txBody>
      </p:sp>
      <p:sp>
        <p:nvSpPr>
          <p:cNvPr id="210" name="events · states · time · cause">
            <a:extLst xmlns:a="http://schemas.openxmlformats.org/drawingml/2006/main">
              <a:ext uri="{FF2B5EF4-FFF2-40B4-BE49-F238E27FC236}">
                <a16:creationId xmlns:a16="http://schemas.microsoft.com/office/drawing/2014/main" id="{610EADF5-F80B-4BD4-9708-74AA0240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6934200"/>
            <a:ext cx="295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events · states · time · cause</a:t>
            </a:r>
          </a:p>
        </p:txBody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49036E99-E545-41C8-B637-4A670E91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7600950" y="64770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46954"/>
            </a:solidFill>
            <a:prstDash val="dash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6C26551B-18A2-4C90-9646-788DA0410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6034088" y="4910138"/>
            <a:ext cx="3133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46954"/>
            </a:solidFill>
            <a:prstDash val="dash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242F1DD9-6547-4DB0-9850-F8DC39B1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00950" y="3343275"/>
            <a:ext cx="676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46954"/>
            </a:solidFill>
            <a:prstDash val="dash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1E9625C5-7A46-471F-9BC0-FBC9E9A4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8153400" y="32194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46954"/>
            </a:solidFill>
            <a:prstDash val="dash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BD238BC3-CEF2-443C-BF8A-49FA56061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784259">
            <a:off x="8256380" y="3129594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46954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E0594A10-C486-4E89-A9FA-E61FA094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015741">
            <a:off x="8221870" y="3129594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46954"/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8F05D030-7FD7-4773-88FF-C53D638E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68075" y="65722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52525"/>
            </a:solidFill>
            <a:prstDash val="solid"/>
          </a:ln>
        </p:spPr>
      </p:sp>
      <p:sp>
        <p:nvSpPr>
          <p:cNvPr id="218" name="prediction flow">
            <a:extLst xmlns:a="http://schemas.openxmlformats.org/drawingml/2006/main">
              <a:ext uri="{FF2B5EF4-FFF2-40B4-BE49-F238E27FC236}">
                <a16:creationId xmlns:a16="http://schemas.microsoft.com/office/drawing/2014/main" id="{FC36E2E0-CDF0-403D-9D28-AC16B9943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64293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prediction flow</a:t>
            </a:r>
          </a:p>
        </p:txBody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BBC40959-3F6C-4697-B39D-637B36DD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68075" y="7000875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46954"/>
            </a:solidFill>
            <a:prstDash val="dash"/>
          </a:ln>
        </p:spPr>
      </p:sp>
      <p:sp>
        <p:nvSpPr>
          <p:cNvPr id="220" name="training supervision">
            <a:extLst xmlns:a="http://schemas.openxmlformats.org/drawingml/2006/main">
              <a:ext uri="{FF2B5EF4-FFF2-40B4-BE49-F238E27FC236}">
                <a16:creationId xmlns:a16="http://schemas.microsoft.com/office/drawing/2014/main" id="{54FF7752-1A14-4B93-9C94-F55075A0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685800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training supervision</a:t>
            </a:r>
          </a:p>
        </p:txBody>
      </p:sp>
    </p:spTree>
    <p:extLst>
      <p:ext uri="{BB962C8B-B14F-4D97-AF65-F5344CB8AC3E}">
        <p14:creationId xmlns:p14="http://schemas.microsoft.com/office/powerpoint/2010/main" val="571092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4" name="PHAST-DP model architecture">
            <a:extLst xmlns:a="http://schemas.openxmlformats.org/drawingml/2006/main">
              <a:ext uri="{FF2B5EF4-FFF2-40B4-BE49-F238E27FC236}">
                <a16:creationId xmlns:a16="http://schemas.microsoft.com/office/drawing/2014/main" id="{58B32062-5B03-44C1-A2DC-00FEA7CB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285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PHAST-DP model architecture</a:t>
            </a:r>
          </a:p>
        </p:txBody>
      </p:sp>
      <p:sp>
        <p:nvSpPr>
          <p:cNvPr id="2" name="(a)">
            <a:extLst xmlns:a="http://schemas.openxmlformats.org/drawingml/2006/main">
              <a:ext uri="{FF2B5EF4-FFF2-40B4-BE49-F238E27FC236}">
                <a16:creationId xmlns:a16="http://schemas.microsoft.com/office/drawing/2014/main" id="{74D38D9D-352E-43A1-8BB5-010FB76F5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81075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(a)</a:t>
            </a:r>
          </a:p>
        </p:txBody>
      </p:sp>
      <p:sp>
        <p:nvSpPr>
          <p:cNvPr id="3" name="Input embedding">
            <a:extLst xmlns:a="http://schemas.openxmlformats.org/drawingml/2006/main">
              <a:ext uri="{FF2B5EF4-FFF2-40B4-BE49-F238E27FC236}">
                <a16:creationId xmlns:a16="http://schemas.microsoft.com/office/drawing/2014/main" id="{2B0C3C35-895D-4146-8D32-634E8170A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981075"/>
            <a:ext cx="27527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Input embedding</a:t>
            </a:r>
          </a:p>
        </p:txBody>
      </p:sp>
      <p:sp>
        <p:nvSpPr>
          <p:cNvPr id="4" name="(b)">
            <a:extLst xmlns:a="http://schemas.openxmlformats.org/drawingml/2006/main">
              <a:ext uri="{FF2B5EF4-FFF2-40B4-BE49-F238E27FC236}">
                <a16:creationId xmlns:a16="http://schemas.microsoft.com/office/drawing/2014/main" id="{6C68E8F8-7912-43FF-A472-AC8583A2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981075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(b)</a:t>
            </a:r>
          </a:p>
        </p:txBody>
      </p:sp>
      <p:sp>
        <p:nvSpPr>
          <p:cNvPr id="5" name="Spatiotemporal encoder">
            <a:extLst xmlns:a="http://schemas.openxmlformats.org/drawingml/2006/main">
              <a:ext uri="{FF2B5EF4-FFF2-40B4-BE49-F238E27FC236}">
                <a16:creationId xmlns:a16="http://schemas.microsoft.com/office/drawing/2014/main" id="{37F9A948-8AD4-4CE0-9BBC-FA44FE070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981075"/>
            <a:ext cx="5153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Spatiotemporal encoder</a:t>
            </a:r>
          </a:p>
        </p:txBody>
      </p:sp>
      <p:sp>
        <p:nvSpPr>
          <p:cNvPr id="6" name="(c)">
            <a:extLst xmlns:a="http://schemas.openxmlformats.org/drawingml/2006/main">
              <a:ext uri="{FF2B5EF4-FFF2-40B4-BE49-F238E27FC236}">
                <a16:creationId xmlns:a16="http://schemas.microsoft.com/office/drawing/2014/main" id="{C7D5FC5B-B0A9-4A1E-912D-7A6C24A4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981075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(c)</a:t>
            </a:r>
          </a:p>
        </p:txBody>
      </p:sp>
      <p:sp>
        <p:nvSpPr>
          <p:cNvPr id="7" name="Prediction heads">
            <a:extLst xmlns:a="http://schemas.openxmlformats.org/drawingml/2006/main">
              <a:ext uri="{FF2B5EF4-FFF2-40B4-BE49-F238E27FC236}">
                <a16:creationId xmlns:a16="http://schemas.microsoft.com/office/drawing/2014/main" id="{B93BA116-FD79-43A3-A082-8A146A30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981075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Prediction heads</a:t>
            </a:r>
          </a:p>
        </p:txBody>
      </p:sp>
      <p:sp>
        <p:nvSpPr>
          <p:cNvPr id="8" name="rect-109">
            <a:extLst xmlns:a="http://schemas.openxmlformats.org/drawingml/2006/main">
              <a:ext uri="{FF2B5EF4-FFF2-40B4-BE49-F238E27FC236}">
                <a16:creationId xmlns:a16="http://schemas.microsoft.com/office/drawing/2014/main" id="{AE4131C6-2355-402C-A5A0-AC09BA9C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85925"/>
            <a:ext cx="1809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4"/>
          </a:solidFill>
          <a:ln xmlns:a="http://schemas.openxmlformats.org/drawingml/2006/main" w="7620">
            <a:solidFill>
              <a:srgbClr val="D5D7D8"/>
            </a:solidFill>
            <a:prstDash val="solid"/>
          </a:ln>
        </p:spPr>
      </p:sp>
      <p:sp>
        <p:nvSpPr>
          <p:cNvPr id="9" name="rect-110">
            <a:extLst xmlns:a="http://schemas.openxmlformats.org/drawingml/2006/main">
              <a:ext uri="{FF2B5EF4-FFF2-40B4-BE49-F238E27FC236}">
                <a16:creationId xmlns:a16="http://schemas.microsoft.com/office/drawing/2014/main" id="{F4F8C694-F1B8-4437-B734-1213B004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71650"/>
            <a:ext cx="1809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4"/>
          </a:solidFill>
          <a:ln xmlns:a="http://schemas.openxmlformats.org/drawingml/2006/main" w="7620">
            <a:solidFill>
              <a:srgbClr val="D5D7D8"/>
            </a:solidFill>
            <a:prstDash val="solid"/>
          </a:ln>
        </p:spPr>
      </p:sp>
      <p:sp>
        <p:nvSpPr>
          <p:cNvPr id="10" name="rect-111">
            <a:extLst xmlns:a="http://schemas.openxmlformats.org/drawingml/2006/main">
              <a:ext uri="{FF2B5EF4-FFF2-40B4-BE49-F238E27FC236}">
                <a16:creationId xmlns:a16="http://schemas.microsoft.com/office/drawing/2014/main" id="{0C8ABCE8-73F2-44DB-9156-A35410F44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857375"/>
            <a:ext cx="1809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1" name="rect-112">
            <a:extLst xmlns:a="http://schemas.openxmlformats.org/drawingml/2006/main">
              <a:ext uri="{FF2B5EF4-FFF2-40B4-BE49-F238E27FC236}">
                <a16:creationId xmlns:a16="http://schemas.microsoft.com/office/drawing/2014/main" id="{BA79F674-50C6-4575-A1E5-77B61F18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57375"/>
            <a:ext cx="1809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2" name="rect-113">
            <a:extLst xmlns:a="http://schemas.openxmlformats.org/drawingml/2006/main">
              <a:ext uri="{FF2B5EF4-FFF2-40B4-BE49-F238E27FC236}">
                <a16:creationId xmlns:a16="http://schemas.microsoft.com/office/drawing/2014/main" id="{BD4A8D5C-4AE2-47FC-9CCF-8C8B5E08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857375"/>
            <a:ext cx="1809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5BC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3" name="rect-114">
            <a:extLst xmlns:a="http://schemas.openxmlformats.org/drawingml/2006/main">
              <a:ext uri="{FF2B5EF4-FFF2-40B4-BE49-F238E27FC236}">
                <a16:creationId xmlns:a16="http://schemas.microsoft.com/office/drawing/2014/main" id="{78219B47-AB03-48F8-B5E0-79FE4299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57375"/>
            <a:ext cx="1809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CD9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4" name="rect-115">
            <a:extLst xmlns:a="http://schemas.openxmlformats.org/drawingml/2006/main">
              <a:ext uri="{FF2B5EF4-FFF2-40B4-BE49-F238E27FC236}">
                <a16:creationId xmlns:a16="http://schemas.microsoft.com/office/drawing/2014/main" id="{B5E104E1-CCB2-4195-B3E0-2E34B783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1857375"/>
            <a:ext cx="1809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5" name="rect-116">
            <a:extLst xmlns:a="http://schemas.openxmlformats.org/drawingml/2006/main">
              <a:ext uri="{FF2B5EF4-FFF2-40B4-BE49-F238E27FC236}">
                <a16:creationId xmlns:a16="http://schemas.microsoft.com/office/drawing/2014/main" id="{EB75AA24-CE84-45A5-AEDB-10AB9A050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57375"/>
            <a:ext cx="1809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6" name="rect-117">
            <a:extLst xmlns:a="http://schemas.openxmlformats.org/drawingml/2006/main">
              <a:ext uri="{FF2B5EF4-FFF2-40B4-BE49-F238E27FC236}">
                <a16:creationId xmlns:a16="http://schemas.microsoft.com/office/drawing/2014/main" id="{D1E64FC0-49CD-402D-BC49-F034C22F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1857375"/>
            <a:ext cx="1809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5BC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7" name="rect-118">
            <a:extLst xmlns:a="http://schemas.openxmlformats.org/drawingml/2006/main">
              <a:ext uri="{FF2B5EF4-FFF2-40B4-BE49-F238E27FC236}">
                <a16:creationId xmlns:a16="http://schemas.microsoft.com/office/drawing/2014/main" id="{D2205579-38F6-4119-9020-40904D65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857375"/>
            <a:ext cx="1809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CD9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8" name="rect-119">
            <a:extLst xmlns:a="http://schemas.openxmlformats.org/drawingml/2006/main">
              <a:ext uri="{FF2B5EF4-FFF2-40B4-BE49-F238E27FC236}">
                <a16:creationId xmlns:a16="http://schemas.microsoft.com/office/drawing/2014/main" id="{29754076-0C37-4C85-BCFB-D5AE2318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857375"/>
            <a:ext cx="1809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9" name="rect-120">
            <a:extLst xmlns:a="http://schemas.openxmlformats.org/drawingml/2006/main">
              <a:ext uri="{FF2B5EF4-FFF2-40B4-BE49-F238E27FC236}">
                <a16:creationId xmlns:a16="http://schemas.microsoft.com/office/drawing/2014/main" id="{BE3575FC-B601-460B-9508-F93BD3101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857375"/>
            <a:ext cx="1809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20" name="rect-121">
            <a:extLst xmlns:a="http://schemas.openxmlformats.org/drawingml/2006/main">
              <a:ext uri="{FF2B5EF4-FFF2-40B4-BE49-F238E27FC236}">
                <a16:creationId xmlns:a16="http://schemas.microsoft.com/office/drawing/2014/main" id="{F855AAC1-75CA-4074-8541-27909C03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019300"/>
            <a:ext cx="1809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21" name="rect-122">
            <a:extLst xmlns:a="http://schemas.openxmlformats.org/drawingml/2006/main">
              <a:ext uri="{FF2B5EF4-FFF2-40B4-BE49-F238E27FC236}">
                <a16:creationId xmlns:a16="http://schemas.microsoft.com/office/drawing/2014/main" id="{3D8C889F-4C9D-4AFF-9AD9-00B92A8D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1809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22" name="rect-123">
            <a:extLst xmlns:a="http://schemas.openxmlformats.org/drawingml/2006/main">
              <a:ext uri="{FF2B5EF4-FFF2-40B4-BE49-F238E27FC236}">
                <a16:creationId xmlns:a16="http://schemas.microsoft.com/office/drawing/2014/main" id="{B49C608E-D893-404B-8DFF-7ED49DAB0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019300"/>
            <a:ext cx="1809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23" name="rect-124">
            <a:extLst xmlns:a="http://schemas.openxmlformats.org/drawingml/2006/main">
              <a:ext uri="{FF2B5EF4-FFF2-40B4-BE49-F238E27FC236}">
                <a16:creationId xmlns:a16="http://schemas.microsoft.com/office/drawing/2014/main" id="{94AF4398-858B-4980-8C2D-F9463953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19300"/>
            <a:ext cx="1809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24" name="rect-125">
            <a:extLst xmlns:a="http://schemas.openxmlformats.org/drawingml/2006/main">
              <a:ext uri="{FF2B5EF4-FFF2-40B4-BE49-F238E27FC236}">
                <a16:creationId xmlns:a16="http://schemas.microsoft.com/office/drawing/2014/main" id="{9A5234ED-D11E-427C-BBE5-9048710D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019300"/>
            <a:ext cx="1809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25" name="rect-126">
            <a:extLst xmlns:a="http://schemas.openxmlformats.org/drawingml/2006/main">
              <a:ext uri="{FF2B5EF4-FFF2-40B4-BE49-F238E27FC236}">
                <a16:creationId xmlns:a16="http://schemas.microsoft.com/office/drawing/2014/main" id="{3D95D5C5-52A3-4692-8375-B8F4C3A4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19300"/>
            <a:ext cx="1809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26" name="rect-127">
            <a:extLst xmlns:a="http://schemas.openxmlformats.org/drawingml/2006/main">
              <a:ext uri="{FF2B5EF4-FFF2-40B4-BE49-F238E27FC236}">
                <a16:creationId xmlns:a16="http://schemas.microsoft.com/office/drawing/2014/main" id="{12A8524E-10C2-4E34-B868-03705A58E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019300"/>
            <a:ext cx="1809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27" name="rect-128">
            <a:extLst xmlns:a="http://schemas.openxmlformats.org/drawingml/2006/main">
              <a:ext uri="{FF2B5EF4-FFF2-40B4-BE49-F238E27FC236}">
                <a16:creationId xmlns:a16="http://schemas.microsoft.com/office/drawing/2014/main" id="{5DAD5218-1E4B-42DF-99FA-56843F8B8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019300"/>
            <a:ext cx="1809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28" name="rect-129">
            <a:extLst xmlns:a="http://schemas.openxmlformats.org/drawingml/2006/main">
              <a:ext uri="{FF2B5EF4-FFF2-40B4-BE49-F238E27FC236}">
                <a16:creationId xmlns:a16="http://schemas.microsoft.com/office/drawing/2014/main" id="{004FEC46-9C27-4406-B853-E70A081F1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019300"/>
            <a:ext cx="1809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29" name="rect-130">
            <a:extLst xmlns:a="http://schemas.openxmlformats.org/drawingml/2006/main">
              <a:ext uri="{FF2B5EF4-FFF2-40B4-BE49-F238E27FC236}">
                <a16:creationId xmlns:a16="http://schemas.microsoft.com/office/drawing/2014/main" id="{314B92A0-5D3C-49D4-B433-C5B09CC3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019300"/>
            <a:ext cx="1809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30" name="rect-131">
            <a:extLst xmlns:a="http://schemas.openxmlformats.org/drawingml/2006/main">
              <a:ext uri="{FF2B5EF4-FFF2-40B4-BE49-F238E27FC236}">
                <a16:creationId xmlns:a16="http://schemas.microsoft.com/office/drawing/2014/main" id="{AE870F94-EDBC-4263-A207-FEF73CCC2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181225"/>
            <a:ext cx="1809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5BC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31" name="rect-132">
            <a:extLst xmlns:a="http://schemas.openxmlformats.org/drawingml/2006/main">
              <a:ext uri="{FF2B5EF4-FFF2-40B4-BE49-F238E27FC236}">
                <a16:creationId xmlns:a16="http://schemas.microsoft.com/office/drawing/2014/main" id="{E87C1834-EFA2-4986-93A0-DC428C7B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81225"/>
            <a:ext cx="1809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32" name="rect-133">
            <a:extLst xmlns:a="http://schemas.openxmlformats.org/drawingml/2006/main">
              <a:ext uri="{FF2B5EF4-FFF2-40B4-BE49-F238E27FC236}">
                <a16:creationId xmlns:a16="http://schemas.microsoft.com/office/drawing/2014/main" id="{D6092FC7-278D-483F-AA47-B9C8ED29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181225"/>
            <a:ext cx="1809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33" name="rect-134">
            <a:extLst xmlns:a="http://schemas.openxmlformats.org/drawingml/2006/main">
              <a:ext uri="{FF2B5EF4-FFF2-40B4-BE49-F238E27FC236}">
                <a16:creationId xmlns:a16="http://schemas.microsoft.com/office/drawing/2014/main" id="{9C9BC495-BE53-4682-834C-4CA289965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81225"/>
            <a:ext cx="1809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CD9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34" name="rect-135">
            <a:extLst xmlns:a="http://schemas.openxmlformats.org/drawingml/2006/main">
              <a:ext uri="{FF2B5EF4-FFF2-40B4-BE49-F238E27FC236}">
                <a16:creationId xmlns:a16="http://schemas.microsoft.com/office/drawing/2014/main" id="{A9452B6F-F606-49AD-B7B0-AF6E0092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181225"/>
            <a:ext cx="1809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5BC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35" name="rect-136">
            <a:extLst xmlns:a="http://schemas.openxmlformats.org/drawingml/2006/main">
              <a:ext uri="{FF2B5EF4-FFF2-40B4-BE49-F238E27FC236}">
                <a16:creationId xmlns:a16="http://schemas.microsoft.com/office/drawing/2014/main" id="{6B355E99-567D-4FA7-8297-75C2B8C4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181225"/>
            <a:ext cx="1809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36" name="rect-137">
            <a:extLst xmlns:a="http://schemas.openxmlformats.org/drawingml/2006/main">
              <a:ext uri="{FF2B5EF4-FFF2-40B4-BE49-F238E27FC236}">
                <a16:creationId xmlns:a16="http://schemas.microsoft.com/office/drawing/2014/main" id="{773A046C-87D1-45D8-87A8-7CC9AE2B9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181225"/>
            <a:ext cx="1809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37" name="rect-138">
            <a:extLst xmlns:a="http://schemas.openxmlformats.org/drawingml/2006/main">
              <a:ext uri="{FF2B5EF4-FFF2-40B4-BE49-F238E27FC236}">
                <a16:creationId xmlns:a16="http://schemas.microsoft.com/office/drawing/2014/main" id="{DD448FC3-4251-48FE-B583-756BD3B57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181225"/>
            <a:ext cx="1809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CD9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38" name="rect-139">
            <a:extLst xmlns:a="http://schemas.openxmlformats.org/drawingml/2006/main">
              <a:ext uri="{FF2B5EF4-FFF2-40B4-BE49-F238E27FC236}">
                <a16:creationId xmlns:a16="http://schemas.microsoft.com/office/drawing/2014/main" id="{97645944-CAC7-4456-AF87-DE2F7104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181225"/>
            <a:ext cx="1809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5BC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39" name="rect-140">
            <a:extLst xmlns:a="http://schemas.openxmlformats.org/drawingml/2006/main">
              <a:ext uri="{FF2B5EF4-FFF2-40B4-BE49-F238E27FC236}">
                <a16:creationId xmlns:a16="http://schemas.microsoft.com/office/drawing/2014/main" id="{025FF9BD-F21B-456A-8951-9DCFDD80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181225"/>
            <a:ext cx="1809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40" name="rect-141">
            <a:extLst xmlns:a="http://schemas.openxmlformats.org/drawingml/2006/main">
              <a:ext uri="{FF2B5EF4-FFF2-40B4-BE49-F238E27FC236}">
                <a16:creationId xmlns:a16="http://schemas.microsoft.com/office/drawing/2014/main" id="{2E1D5702-5E5A-4D47-85D4-4B4B0A3C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343150"/>
            <a:ext cx="1809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CD9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41" name="rect-142">
            <a:extLst xmlns:a="http://schemas.openxmlformats.org/drawingml/2006/main">
              <a:ext uri="{FF2B5EF4-FFF2-40B4-BE49-F238E27FC236}">
                <a16:creationId xmlns:a16="http://schemas.microsoft.com/office/drawing/2014/main" id="{A9FCDFD3-0A79-4555-AA66-219C98E7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1809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42" name="rect-143">
            <a:extLst xmlns:a="http://schemas.openxmlformats.org/drawingml/2006/main">
              <a:ext uri="{FF2B5EF4-FFF2-40B4-BE49-F238E27FC236}">
                <a16:creationId xmlns:a16="http://schemas.microsoft.com/office/drawing/2014/main" id="{97DDE74F-0A7E-4FDD-BC55-A7A154D2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343150"/>
            <a:ext cx="1809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CD9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43" name="rect-144">
            <a:extLst xmlns:a="http://schemas.openxmlformats.org/drawingml/2006/main">
              <a:ext uri="{FF2B5EF4-FFF2-40B4-BE49-F238E27FC236}">
                <a16:creationId xmlns:a16="http://schemas.microsoft.com/office/drawing/2014/main" id="{EF296E06-735A-4EA7-BAC5-A85336D5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43150"/>
            <a:ext cx="1809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44" name="rect-145">
            <a:extLst xmlns:a="http://schemas.openxmlformats.org/drawingml/2006/main">
              <a:ext uri="{FF2B5EF4-FFF2-40B4-BE49-F238E27FC236}">
                <a16:creationId xmlns:a16="http://schemas.microsoft.com/office/drawing/2014/main" id="{A2C4F953-518D-47B0-A309-12C69F26C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343150"/>
            <a:ext cx="1809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CD9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45" name="rect-146">
            <a:extLst xmlns:a="http://schemas.openxmlformats.org/drawingml/2006/main">
              <a:ext uri="{FF2B5EF4-FFF2-40B4-BE49-F238E27FC236}">
                <a16:creationId xmlns:a16="http://schemas.microsoft.com/office/drawing/2014/main" id="{B9198DF7-A8FF-4DAA-AF98-392976A5A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343150"/>
            <a:ext cx="1809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46" name="rect-147">
            <a:extLst xmlns:a="http://schemas.openxmlformats.org/drawingml/2006/main">
              <a:ext uri="{FF2B5EF4-FFF2-40B4-BE49-F238E27FC236}">
                <a16:creationId xmlns:a16="http://schemas.microsoft.com/office/drawing/2014/main" id="{B142A0B8-BFB7-44E9-9C14-DFED0B34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343150"/>
            <a:ext cx="1809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CD9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47" name="rect-148">
            <a:extLst xmlns:a="http://schemas.openxmlformats.org/drawingml/2006/main">
              <a:ext uri="{FF2B5EF4-FFF2-40B4-BE49-F238E27FC236}">
                <a16:creationId xmlns:a16="http://schemas.microsoft.com/office/drawing/2014/main" id="{19202F88-D370-4927-981A-8514A1AC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343150"/>
            <a:ext cx="1809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48" name="rect-149">
            <a:extLst xmlns:a="http://schemas.openxmlformats.org/drawingml/2006/main">
              <a:ext uri="{FF2B5EF4-FFF2-40B4-BE49-F238E27FC236}">
                <a16:creationId xmlns:a16="http://schemas.microsoft.com/office/drawing/2014/main" id="{105987B9-76CE-4E6B-B3F6-932748B3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343150"/>
            <a:ext cx="1809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CD9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49" name="rect-150">
            <a:extLst xmlns:a="http://schemas.openxmlformats.org/drawingml/2006/main">
              <a:ext uri="{FF2B5EF4-FFF2-40B4-BE49-F238E27FC236}">
                <a16:creationId xmlns:a16="http://schemas.microsoft.com/office/drawing/2014/main" id="{71DA6CFA-3F00-42A0-A10D-94EF03D8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343150"/>
            <a:ext cx="1809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50" name="rect-151">
            <a:extLst xmlns:a="http://schemas.openxmlformats.org/drawingml/2006/main">
              <a:ext uri="{FF2B5EF4-FFF2-40B4-BE49-F238E27FC236}">
                <a16:creationId xmlns:a16="http://schemas.microsoft.com/office/drawing/2014/main" id="{F41A05BD-FCF4-4604-A842-A9C0BB4D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505075"/>
            <a:ext cx="1809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51" name="rect-152">
            <a:extLst xmlns:a="http://schemas.openxmlformats.org/drawingml/2006/main">
              <a:ext uri="{FF2B5EF4-FFF2-40B4-BE49-F238E27FC236}">
                <a16:creationId xmlns:a16="http://schemas.microsoft.com/office/drawing/2014/main" id="{87DA3CDE-D51A-4569-9513-3F755BAE8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05075"/>
            <a:ext cx="1809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52" name="rect-153">
            <a:extLst xmlns:a="http://schemas.openxmlformats.org/drawingml/2006/main">
              <a:ext uri="{FF2B5EF4-FFF2-40B4-BE49-F238E27FC236}">
                <a16:creationId xmlns:a16="http://schemas.microsoft.com/office/drawing/2014/main" id="{A6A9B670-27E4-4DA0-AB22-F7A51070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505075"/>
            <a:ext cx="1809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5BC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53" name="rect-154">
            <a:extLst xmlns:a="http://schemas.openxmlformats.org/drawingml/2006/main">
              <a:ext uri="{FF2B5EF4-FFF2-40B4-BE49-F238E27FC236}">
                <a16:creationId xmlns:a16="http://schemas.microsoft.com/office/drawing/2014/main" id="{C7F8E905-BF0A-4A45-8EC1-452DDC0B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05075"/>
            <a:ext cx="1809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CD9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54" name="rect-155">
            <a:extLst xmlns:a="http://schemas.openxmlformats.org/drawingml/2006/main">
              <a:ext uri="{FF2B5EF4-FFF2-40B4-BE49-F238E27FC236}">
                <a16:creationId xmlns:a16="http://schemas.microsoft.com/office/drawing/2014/main" id="{C1FE64F1-6927-48AE-ADA2-B46EF624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505075"/>
            <a:ext cx="1809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55" name="rect-156">
            <a:extLst xmlns:a="http://schemas.openxmlformats.org/drawingml/2006/main">
              <a:ext uri="{FF2B5EF4-FFF2-40B4-BE49-F238E27FC236}">
                <a16:creationId xmlns:a16="http://schemas.microsoft.com/office/drawing/2014/main" id="{31A123B3-6C64-43B7-B288-F25CF727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505075"/>
            <a:ext cx="1809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56" name="rect-157">
            <a:extLst xmlns:a="http://schemas.openxmlformats.org/drawingml/2006/main">
              <a:ext uri="{FF2B5EF4-FFF2-40B4-BE49-F238E27FC236}">
                <a16:creationId xmlns:a16="http://schemas.microsoft.com/office/drawing/2014/main" id="{D3850598-35B0-48DE-B715-573893A43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505075"/>
            <a:ext cx="1809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5BC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57" name="rect-158">
            <a:extLst xmlns:a="http://schemas.openxmlformats.org/drawingml/2006/main">
              <a:ext uri="{FF2B5EF4-FFF2-40B4-BE49-F238E27FC236}">
                <a16:creationId xmlns:a16="http://schemas.microsoft.com/office/drawing/2014/main" id="{683E229E-D7A7-4C64-8AE6-66F28D19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505075"/>
            <a:ext cx="1809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CD9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58" name="rect-159">
            <a:extLst xmlns:a="http://schemas.openxmlformats.org/drawingml/2006/main">
              <a:ext uri="{FF2B5EF4-FFF2-40B4-BE49-F238E27FC236}">
                <a16:creationId xmlns:a16="http://schemas.microsoft.com/office/drawing/2014/main" id="{902E125C-4B6C-461E-B6F2-1C6166D4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505075"/>
            <a:ext cx="1809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59" name="rect-160">
            <a:extLst xmlns:a="http://schemas.openxmlformats.org/drawingml/2006/main">
              <a:ext uri="{FF2B5EF4-FFF2-40B4-BE49-F238E27FC236}">
                <a16:creationId xmlns:a16="http://schemas.microsoft.com/office/drawing/2014/main" id="{94EE7F19-CCE2-472A-87F1-A613A802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505075"/>
            <a:ext cx="1809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60" name="rect-161">
            <a:extLst xmlns:a="http://schemas.openxmlformats.org/drawingml/2006/main">
              <a:ext uri="{FF2B5EF4-FFF2-40B4-BE49-F238E27FC236}">
                <a16:creationId xmlns:a16="http://schemas.microsoft.com/office/drawing/2014/main" id="{AFFBE86E-239D-41D6-8E99-3B7504150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667000"/>
            <a:ext cx="1809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61" name="rect-162">
            <a:extLst xmlns:a="http://schemas.openxmlformats.org/drawingml/2006/main">
              <a:ext uri="{FF2B5EF4-FFF2-40B4-BE49-F238E27FC236}">
                <a16:creationId xmlns:a16="http://schemas.microsoft.com/office/drawing/2014/main" id="{B6EB2D7B-5EFD-49E7-A831-527583F4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1809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62" name="rect-163">
            <a:extLst xmlns:a="http://schemas.openxmlformats.org/drawingml/2006/main">
              <a:ext uri="{FF2B5EF4-FFF2-40B4-BE49-F238E27FC236}">
                <a16:creationId xmlns:a16="http://schemas.microsoft.com/office/drawing/2014/main" id="{BC291C0D-48A0-45E3-8B53-30AFC2149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667000"/>
            <a:ext cx="1809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63" name="rect-164">
            <a:extLst xmlns:a="http://schemas.openxmlformats.org/drawingml/2006/main">
              <a:ext uri="{FF2B5EF4-FFF2-40B4-BE49-F238E27FC236}">
                <a16:creationId xmlns:a16="http://schemas.microsoft.com/office/drawing/2014/main" id="{ACDB4CBF-CDB3-49A0-9D13-0EF82113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7000"/>
            <a:ext cx="1809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64" name="rect-165">
            <a:extLst xmlns:a="http://schemas.openxmlformats.org/drawingml/2006/main">
              <a:ext uri="{FF2B5EF4-FFF2-40B4-BE49-F238E27FC236}">
                <a16:creationId xmlns:a16="http://schemas.microsoft.com/office/drawing/2014/main" id="{06528DA4-E59C-42E6-8544-1546893B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667000"/>
            <a:ext cx="1809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65" name="rect-166">
            <a:extLst xmlns:a="http://schemas.openxmlformats.org/drawingml/2006/main">
              <a:ext uri="{FF2B5EF4-FFF2-40B4-BE49-F238E27FC236}">
                <a16:creationId xmlns:a16="http://schemas.microsoft.com/office/drawing/2014/main" id="{23AD060E-CE53-4CC9-A1F8-7E83535DB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667000"/>
            <a:ext cx="1809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66" name="rect-167">
            <a:extLst xmlns:a="http://schemas.openxmlformats.org/drawingml/2006/main">
              <a:ext uri="{FF2B5EF4-FFF2-40B4-BE49-F238E27FC236}">
                <a16:creationId xmlns:a16="http://schemas.microsoft.com/office/drawing/2014/main" id="{B4DF0895-BA72-47E2-A2F3-758361595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667000"/>
            <a:ext cx="1809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67" name="rect-168">
            <a:extLst xmlns:a="http://schemas.openxmlformats.org/drawingml/2006/main">
              <a:ext uri="{FF2B5EF4-FFF2-40B4-BE49-F238E27FC236}">
                <a16:creationId xmlns:a16="http://schemas.microsoft.com/office/drawing/2014/main" id="{634625FC-D6D5-4554-9DA0-9CD32DCB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667000"/>
            <a:ext cx="1809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68" name="rect-169">
            <a:extLst xmlns:a="http://schemas.openxmlformats.org/drawingml/2006/main">
              <a:ext uri="{FF2B5EF4-FFF2-40B4-BE49-F238E27FC236}">
                <a16:creationId xmlns:a16="http://schemas.microsoft.com/office/drawing/2014/main" id="{44A87683-44CD-417F-BB44-CCC26D13B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667000"/>
            <a:ext cx="1809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69" name="rect-170">
            <a:extLst xmlns:a="http://schemas.openxmlformats.org/drawingml/2006/main">
              <a:ext uri="{FF2B5EF4-FFF2-40B4-BE49-F238E27FC236}">
                <a16:creationId xmlns:a16="http://schemas.microsoft.com/office/drawing/2014/main" id="{C943F8D8-0366-4038-B8D5-C38A511D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667000"/>
            <a:ext cx="1809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70" name="rect-171">
            <a:extLst xmlns:a="http://schemas.openxmlformats.org/drawingml/2006/main">
              <a:ext uri="{FF2B5EF4-FFF2-40B4-BE49-F238E27FC236}">
                <a16:creationId xmlns:a16="http://schemas.microsoft.com/office/drawing/2014/main" id="{74EE0DF7-240F-4840-B7C7-6ED69377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857375"/>
            <a:ext cx="1809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396B88"/>
            </a:solidFill>
            <a:prstDash val="solid"/>
          </a:ln>
        </p:spPr>
      </p:sp>
      <p:sp>
        <p:nvSpPr>
          <p:cNvPr id="71" name="30 × 38 × 27">
            <a:extLst xmlns:a="http://schemas.openxmlformats.org/drawingml/2006/main">
              <a:ext uri="{FF2B5EF4-FFF2-40B4-BE49-F238E27FC236}">
                <a16:creationId xmlns:a16="http://schemas.microsoft.com/office/drawing/2014/main" id="{4A3727C5-8A64-40F4-A475-890456FB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19425"/>
            <a:ext cx="1790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 i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0" i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30 × 38 × 27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7C9A60C-E17E-4354-B960-44AB5748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328738" y="3500438"/>
            <a:ext cx="352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25252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0B035FC-B05F-43F3-B968-8EC016E4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015741">
            <a:off x="1449595" y="3642681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25252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77AAD7F-83C0-48D0-931B-C15BA812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784259">
            <a:off x="1484105" y="3642681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252525"/>
            </a:solidFill>
            <a:prstDash val="solid"/>
          </a:ln>
        </p:spPr>
      </p:sp>
      <p:sp>
        <p:nvSpPr>
          <p:cNvPr id="75" name="Group-wise Linear + GELU">
            <a:extLst xmlns:a="http://schemas.openxmlformats.org/drawingml/2006/main">
              <a:ext uri="{FF2B5EF4-FFF2-40B4-BE49-F238E27FC236}">
                <a16:creationId xmlns:a16="http://schemas.microsoft.com/office/drawing/2014/main" id="{1224B54F-112F-4EE9-A23C-095B8CA2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762375"/>
            <a:ext cx="25146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4"/>
          </a:solidFill>
          <a:ln xmlns:a="http://schemas.openxmlformats.org/drawingml/2006/main" w="11430">
            <a:solidFill>
              <a:srgbClr val="396B88"/>
            </a:solidFill>
            <a:prstDash val="solid"/>
          </a:ln>
        </p:spPr>
      </p:sp>
      <p:sp>
        <p:nvSpPr>
          <p:cNvPr id="76" name="Group-wise Linear + GELU">
            <a:extLst xmlns:a="http://schemas.openxmlformats.org/drawingml/2006/main">
              <a:ext uri="{FF2B5EF4-FFF2-40B4-BE49-F238E27FC236}">
                <a16:creationId xmlns:a16="http://schemas.microsoft.com/office/drawing/2014/main" id="{BAE36FC9-6892-45E2-B1F1-A09A61B8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781425"/>
            <a:ext cx="2400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Group-wise Linear + GELU</a:t>
            </a:r>
          </a:p>
        </p:txBody>
      </p:sp>
      <p:sp>
        <p:nvSpPr>
          <p:cNvPr id="77" name="queue · stall · logistics">
            <a:extLst xmlns:a="http://schemas.openxmlformats.org/drawingml/2006/main">
              <a:ext uri="{FF2B5EF4-FFF2-40B4-BE49-F238E27FC236}">
                <a16:creationId xmlns:a16="http://schemas.microsoft.com/office/drawing/2014/main" id="{13BEAE54-C381-479A-B6D7-325C8157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0"/>
            <a:ext cx="2457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2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queue · stall · logistics</a:t>
            </a:r>
          </a:p>
        </p:txBody>
      </p:sp>
      <p:sp>
        <p:nvSpPr>
          <p:cNvPr id="78" name="shortage · context · type">
            <a:extLst xmlns:a="http://schemas.openxmlformats.org/drawingml/2006/main">
              <a:ext uri="{FF2B5EF4-FFF2-40B4-BE49-F238E27FC236}">
                <a16:creationId xmlns:a16="http://schemas.microsoft.com/office/drawing/2014/main" id="{10ADD791-4BB1-4552-BEC6-035CA7CA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57725"/>
            <a:ext cx="2457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2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shortage · context · type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2DC91B2-9D27-4448-8F5C-D4AAB532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395413" y="5148263"/>
            <a:ext cx="219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25252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5D9E49F-3812-4546-9DE1-119A88655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015741">
            <a:off x="1449595" y="5223831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25252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7DE3953-8F20-4FA9-A770-DF2B4E31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784259">
            <a:off x="1484105" y="5223831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252525"/>
            </a:solidFill>
            <a:prstDash val="solid"/>
          </a:ln>
        </p:spPr>
      </p:sp>
      <p:sp>
        <p:nvSpPr>
          <p:cNvPr id="82" name="Mean of six groups">
            <a:extLst xmlns:a="http://schemas.openxmlformats.org/drawingml/2006/main">
              <a:ext uri="{FF2B5EF4-FFF2-40B4-BE49-F238E27FC236}">
                <a16:creationId xmlns:a16="http://schemas.microsoft.com/office/drawing/2014/main" id="{04F51CDB-FDF3-46FC-BA8A-50965737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62575"/>
            <a:ext cx="22383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4"/>
          </a:solidFill>
          <a:ln xmlns:a="http://schemas.openxmlformats.org/drawingml/2006/main" w="11430">
            <a:solidFill>
              <a:srgbClr val="396B88"/>
            </a:solidFill>
            <a:prstDash val="solid"/>
          </a:ln>
        </p:spPr>
      </p:sp>
      <p:sp>
        <p:nvSpPr>
          <p:cNvPr id="83" name="Mean of six groups">
            <a:extLst xmlns:a="http://schemas.openxmlformats.org/drawingml/2006/main">
              <a:ext uri="{FF2B5EF4-FFF2-40B4-BE49-F238E27FC236}">
                <a16:creationId xmlns:a16="http://schemas.microsoft.com/office/drawing/2014/main" id="{EFACFB97-8845-4CAB-80E7-AC700438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21240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Mean of six groups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82078A3-BAD9-4B31-AA7A-239C65F1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381125" y="594360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25252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190B87A-DEA8-4512-829F-19BBEED2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015741">
            <a:off x="1449595" y="6033456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25252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67418CA-E2CC-46E5-9FC9-154F81A65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784259">
            <a:off x="1484105" y="6033456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252525"/>
            </a:solidFill>
            <a:prstDash val="solid"/>
          </a:ln>
        </p:spPr>
      </p:sp>
      <p:sp>
        <p:nvSpPr>
          <p:cNvPr id="87" name="ellipse-172">
            <a:extLst xmlns:a="http://schemas.openxmlformats.org/drawingml/2006/main">
              <a:ext uri="{FF2B5EF4-FFF2-40B4-BE49-F238E27FC236}">
                <a16:creationId xmlns:a16="http://schemas.microsoft.com/office/drawing/2014/main" id="{0090C491-AA7A-4B7F-8948-0FB9EDAF0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0864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666666"/>
            </a:solidFill>
            <a:prstDash val="solid"/>
          </a:ln>
        </p:spPr>
      </p:sp>
      <p:sp>
        <p:nvSpPr>
          <p:cNvPr id="88" name="+">
            <a:extLst xmlns:a="http://schemas.openxmlformats.org/drawingml/2006/main">
              <a:ext uri="{FF2B5EF4-FFF2-40B4-BE49-F238E27FC236}">
                <a16:creationId xmlns:a16="http://schemas.microsoft.com/office/drawing/2014/main" id="{A974C772-BA2D-4E6E-BA14-C00FC416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608647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89" name="Time + Laplacian + node ID">
            <a:extLst xmlns:a="http://schemas.openxmlformats.org/drawingml/2006/main">
              <a:ext uri="{FF2B5EF4-FFF2-40B4-BE49-F238E27FC236}">
                <a16:creationId xmlns:a16="http://schemas.microsoft.com/office/drawing/2014/main" id="{96934B79-3429-4113-B22B-935DD281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6294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Time + Laplacian + node ID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104D3F9-1B28-481D-B900-8058E5369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362075" y="648652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666666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EEABCCF-8D45-44DB-B4E9-204E33EE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784259">
            <a:off x="1484105" y="6377619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666666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2DC447E-3476-4218-8C52-342059A9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015741">
            <a:off x="1449595" y="6377619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666666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ED51807-59F6-4AC5-8B8E-AE1989BF2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7825" y="6200775"/>
            <a:ext cx="1628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5252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9011C1F-0479-44E2-ACB1-B055F909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2562225" y="548640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5252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8648AB7-C16F-4BF7-8D8E-A73531DFB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76600" y="4772025"/>
            <a:ext cx="83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5252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42730F0-4091-4F12-A4CF-A463ECE0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184259">
            <a:off x="4042731" y="4789280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5252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24B6CCB-A422-4439-BC2C-7C7B8EC51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184259">
            <a:off x="4042731" y="4754770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52525"/>
            </a:solidFill>
            <a:prstDash val="solid"/>
          </a:ln>
        </p:spPr>
      </p:sp>
      <p:sp>
        <p:nvSpPr>
          <p:cNvPr id="98" name="d = 80">
            <a:extLst xmlns:a="http://schemas.openxmlformats.org/drawingml/2006/main">
              <a:ext uri="{FF2B5EF4-FFF2-40B4-BE49-F238E27FC236}">
                <a16:creationId xmlns:a16="http://schemas.microsoft.com/office/drawing/2014/main" id="{ACBEA03A-446D-4798-BD5F-CA2F7C36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6257925"/>
            <a:ext cx="695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 i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75" b="0" i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d = 80</a:t>
            </a:r>
          </a:p>
        </p:txBody>
      </p:sp>
      <p:sp>
        <p:nvSpPr>
          <p:cNvPr id="99" name="rect-173">
            <a:extLst xmlns:a="http://schemas.openxmlformats.org/drawingml/2006/main">
              <a:ext uri="{FF2B5EF4-FFF2-40B4-BE49-F238E27FC236}">
                <a16:creationId xmlns:a16="http://schemas.microsoft.com/office/drawing/2014/main" id="{0C48DFEB-F265-4FA4-8A60-788EBAC2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514725"/>
            <a:ext cx="5229225" cy="397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5D7D8"/>
            </a:solidFill>
            <a:prstDash val="solid"/>
          </a:ln>
        </p:spPr>
      </p:sp>
      <p:sp>
        <p:nvSpPr>
          <p:cNvPr id="100" name="rect-174">
            <a:extLst xmlns:a="http://schemas.openxmlformats.org/drawingml/2006/main">
              <a:ext uri="{FF2B5EF4-FFF2-40B4-BE49-F238E27FC236}">
                <a16:creationId xmlns:a16="http://schemas.microsoft.com/office/drawing/2014/main" id="{E664282B-663C-4CC9-B9ED-2BFAE598A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448050"/>
            <a:ext cx="5229225" cy="397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5D7D8"/>
            </a:solidFill>
            <a:prstDash val="solid"/>
          </a:ln>
        </p:spPr>
      </p:sp>
      <p:sp>
        <p:nvSpPr>
          <p:cNvPr id="101" name="rect-175">
            <a:extLst xmlns:a="http://schemas.openxmlformats.org/drawingml/2006/main">
              <a:ext uri="{FF2B5EF4-FFF2-40B4-BE49-F238E27FC236}">
                <a16:creationId xmlns:a16="http://schemas.microsoft.com/office/drawing/2014/main" id="{42F4AE46-F119-46D3-BAD6-8C8995A1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81375"/>
            <a:ext cx="5229225" cy="397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96B88"/>
            </a:solidFill>
            <a:prstDash val="solid"/>
          </a:ln>
        </p:spPr>
      </p:sp>
      <p:sp>
        <p:nvSpPr>
          <p:cNvPr id="102" name="Encoder block × 5">
            <a:extLst xmlns:a="http://schemas.openxmlformats.org/drawingml/2006/main">
              <a:ext uri="{FF2B5EF4-FFF2-40B4-BE49-F238E27FC236}">
                <a16:creationId xmlns:a16="http://schemas.microsoft.com/office/drawing/2014/main" id="{ED3C24AD-780A-494D-8B5F-FCA7227C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895600"/>
            <a:ext cx="26003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Encoder block × 5</a:t>
            </a:r>
          </a:p>
        </p:txBody>
      </p:sp>
      <p:sp>
        <p:nvSpPr>
          <p:cNvPr id="103" name="LN">
            <a:extLst xmlns:a="http://schemas.openxmlformats.org/drawingml/2006/main">
              <a:ext uri="{FF2B5EF4-FFF2-40B4-BE49-F238E27FC236}">
                <a16:creationId xmlns:a16="http://schemas.microsoft.com/office/drawing/2014/main" id="{E99B0188-7AF5-4938-9054-773B7D22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429125"/>
            <a:ext cx="5048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3"/>
          </a:solidFill>
          <a:ln xmlns:a="http://schemas.openxmlformats.org/drawingml/2006/main" w="11430">
            <a:solidFill>
              <a:srgbClr val="666666"/>
            </a:solidFill>
            <a:prstDash val="solid"/>
          </a:ln>
        </p:spPr>
      </p:sp>
      <p:sp>
        <p:nvSpPr>
          <p:cNvPr id="104" name="LN">
            <a:extLst xmlns:a="http://schemas.openxmlformats.org/drawingml/2006/main">
              <a:ext uri="{FF2B5EF4-FFF2-40B4-BE49-F238E27FC236}">
                <a16:creationId xmlns:a16="http://schemas.microsoft.com/office/drawing/2014/main" id="{F8F0622A-3FC3-45A3-B3B7-EF87316D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448175"/>
            <a:ext cx="3905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LN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99B6340-FE5E-41A0-AF15-3CA24D82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8200" y="476250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252525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6D1AC34-48F6-46CE-A26D-886B537B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184259">
            <a:off x="4823781" y="4779755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25252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C32DCDA-3053-4494-8C2B-2CD9D407C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184259">
            <a:off x="4823781" y="4745245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25252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28EBF71-38E2-42E3-8BA0-23469319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143375" y="4752975"/>
            <a:ext cx="1543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6666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F392288-79C7-4665-92C6-6646FD7C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14900" y="39814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66666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4A2F54E8-1A3E-4354-8D51-426EA31B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14900" y="476250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66666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F50A19E-CF23-4462-8DDD-757AE182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14900" y="552450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66666"/>
            </a:solidFill>
            <a:prstDash val="solid"/>
          </a:ln>
        </p:spPr>
      </p:sp>
      <p:sp>
        <p:nvSpPr>
          <p:cNvPr id="112" name="Temporal attention&#10;4 heads">
            <a:extLst xmlns:a="http://schemas.openxmlformats.org/drawingml/2006/main">
              <a:ext uri="{FF2B5EF4-FFF2-40B4-BE49-F238E27FC236}">
                <a16:creationId xmlns:a16="http://schemas.microsoft.com/office/drawing/2014/main" id="{B6A614E0-5D77-4661-9BA1-F9C76AE6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676650"/>
            <a:ext cx="21621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4"/>
          </a:solidFill>
          <a:ln xmlns:a="http://schemas.openxmlformats.org/drawingml/2006/main" w="11430">
            <a:solidFill>
              <a:srgbClr val="396B88"/>
            </a:solidFill>
            <a:prstDash val="solid"/>
          </a:ln>
        </p:spPr>
      </p:sp>
      <p:sp>
        <p:nvSpPr>
          <p:cNvPr id="113" name="Temporal attention&#10;4 heads">
            <a:extLst xmlns:a="http://schemas.openxmlformats.org/drawingml/2006/main">
              <a:ext uri="{FF2B5EF4-FFF2-40B4-BE49-F238E27FC236}">
                <a16:creationId xmlns:a16="http://schemas.microsoft.com/office/drawing/2014/main" id="{2E1E3224-0D9F-4AAB-91DB-05FDA7BF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3695700"/>
            <a:ext cx="2047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Temporal attention</a:t>
            </a:r>
          </a:p>
          <a:p xmlns:a="http://schemas.openxmlformats.org/drawingml/2006/main">
            <a:pPr algn="ctr">
              <a:def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4 heads</a:t>
            </a:r>
          </a:p>
        </p:txBody>
      </p:sp>
      <p:sp>
        <p:nvSpPr>
          <p:cNvPr id="114" name="Geographic attention&#10;2 heads">
            <a:extLst xmlns:a="http://schemas.openxmlformats.org/drawingml/2006/main">
              <a:ext uri="{FF2B5EF4-FFF2-40B4-BE49-F238E27FC236}">
                <a16:creationId xmlns:a16="http://schemas.microsoft.com/office/drawing/2014/main" id="{34E908F6-582B-492E-A790-19A3B731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457700"/>
            <a:ext cx="21621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11430">
            <a:solidFill>
              <a:srgbClr val="488778"/>
            </a:solidFill>
            <a:prstDash val="solid"/>
          </a:ln>
        </p:spPr>
      </p:sp>
      <p:sp>
        <p:nvSpPr>
          <p:cNvPr id="115" name="Geographic attention&#10;2 heads">
            <a:extLst xmlns:a="http://schemas.openxmlformats.org/drawingml/2006/main">
              <a:ext uri="{FF2B5EF4-FFF2-40B4-BE49-F238E27FC236}">
                <a16:creationId xmlns:a16="http://schemas.microsoft.com/office/drawing/2014/main" id="{11AB985C-5E52-40C1-87DD-2449D4E0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4476750"/>
            <a:ext cx="2047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Geographic attention</a:t>
            </a:r>
          </a:p>
          <a:p xmlns:a="http://schemas.openxmlformats.org/drawingml/2006/main">
            <a:pPr algn="ctr">
              <a:def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2 heads</a:t>
            </a:r>
          </a:p>
        </p:txBody>
      </p:sp>
      <p:sp>
        <p:nvSpPr>
          <p:cNvPr id="116" name="Semantic attention&#10;2 heads">
            <a:extLst xmlns:a="http://schemas.openxmlformats.org/drawingml/2006/main">
              <a:ext uri="{FF2B5EF4-FFF2-40B4-BE49-F238E27FC236}">
                <a16:creationId xmlns:a16="http://schemas.microsoft.com/office/drawing/2014/main" id="{74EDCE57-7B81-4A25-85E7-5695ED9C1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219700"/>
            <a:ext cx="21621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5"/>
          </a:solidFill>
          <a:ln xmlns:a="http://schemas.openxmlformats.org/drawingml/2006/main" w="11430">
            <a:solidFill>
              <a:srgbClr val="B28A44"/>
            </a:solidFill>
            <a:prstDash val="solid"/>
          </a:ln>
        </p:spPr>
      </p:sp>
      <p:sp>
        <p:nvSpPr>
          <p:cNvPr id="117" name="Semantic attention&#10;2 heads">
            <a:extLst xmlns:a="http://schemas.openxmlformats.org/drawingml/2006/main">
              <a:ext uri="{FF2B5EF4-FFF2-40B4-BE49-F238E27FC236}">
                <a16:creationId xmlns:a16="http://schemas.microsoft.com/office/drawing/2014/main" id="{5E21F3E9-24EE-48D4-B8A2-DEA98C392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5238750"/>
            <a:ext cx="2047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Semantic attention</a:t>
            </a:r>
          </a:p>
          <a:p xmlns:a="http://schemas.openxmlformats.org/drawingml/2006/main">
            <a:pPr algn="ctr">
              <a:def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2 heads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12B5A20C-0C3C-4CC9-8B5A-C3BA9B396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477125" y="4752975"/>
            <a:ext cx="1543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66666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EE01BDA5-7776-41D7-A11E-6DD1715F2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62825" y="3981450"/>
            <a:ext cx="885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666666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FE83D408-D01E-4B88-AFA0-BF664C0F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62825" y="4762500"/>
            <a:ext cx="885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666666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D2B68171-0144-41D0-8869-64043788A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62825" y="5524500"/>
            <a:ext cx="885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666666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5F382901-89A4-4CCE-A584-6E61F9E9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48650" y="476250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252525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99A9016F-80A5-4F06-B4B5-FB9AE99D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184259">
            <a:off x="8471856" y="4779755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25252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2214A624-1802-4327-96ED-8EF563237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184259">
            <a:off x="8471856" y="4745245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252525"/>
            </a:solidFill>
            <a:prstDash val="solid"/>
          </a:ln>
        </p:spPr>
      </p:sp>
      <p:sp>
        <p:nvSpPr>
          <p:cNvPr id="125" name="Concat">
            <a:extLst xmlns:a="http://schemas.openxmlformats.org/drawingml/2006/main">
              <a:ext uri="{FF2B5EF4-FFF2-40B4-BE49-F238E27FC236}">
                <a16:creationId xmlns:a16="http://schemas.microsoft.com/office/drawing/2014/main" id="{DABFAB4A-281C-4394-B7EC-7C9A98BC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86740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 i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50" b="0" i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Concat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2757AB62-65F0-4B89-9E98-55BF9FF76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81900" y="5734050"/>
            <a:ext cx="194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52525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842B682-24E2-449C-B8F2-28FDDF7A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6924675" y="6705600"/>
            <a:ext cx="1628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52525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53AA18B3-2A45-4188-9D7E-25BD58DBE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15741">
            <a:off x="6920544" y="6688345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52525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6EC9FD01-B0E4-4C0D-BAA8-0EC518BC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15741">
            <a:off x="6920544" y="6722855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52525"/>
            </a:solidFill>
            <a:prstDash val="solid"/>
          </a:ln>
        </p:spPr>
      </p:sp>
      <p:sp>
        <p:nvSpPr>
          <p:cNvPr id="130" name="Project">
            <a:extLst xmlns:a="http://schemas.openxmlformats.org/drawingml/2006/main">
              <a:ext uri="{FF2B5EF4-FFF2-40B4-BE49-F238E27FC236}">
                <a16:creationId xmlns:a16="http://schemas.microsoft.com/office/drawing/2014/main" id="{AF337663-D179-48F8-8C14-B6DBADD9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6505575"/>
            <a:ext cx="8382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4"/>
          </a:solidFill>
          <a:ln xmlns:a="http://schemas.openxmlformats.org/drawingml/2006/main" w="11430">
            <a:solidFill>
              <a:srgbClr val="396B88"/>
            </a:solidFill>
            <a:prstDash val="solid"/>
          </a:ln>
        </p:spPr>
      </p:sp>
      <p:sp>
        <p:nvSpPr>
          <p:cNvPr id="131" name="Project">
            <a:extLst xmlns:a="http://schemas.openxmlformats.org/drawingml/2006/main">
              <a:ext uri="{FF2B5EF4-FFF2-40B4-BE49-F238E27FC236}">
                <a16:creationId xmlns:a16="http://schemas.microsoft.com/office/drawing/2014/main" id="{AFFACFE2-FE50-427E-BBF5-FECDF813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524625"/>
            <a:ext cx="723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Project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B512EF12-9A89-4322-A394-F25FD10C0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5810250" y="6715125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252525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BBD30209-082F-4A4D-95DB-C3FE532A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15741">
            <a:off x="5806119" y="6697870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252525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E5DC9FD9-D51D-4884-AACA-CA0C47C1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15741">
            <a:off x="5806119" y="6732380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252525"/>
            </a:solidFill>
            <a:prstDash val="solid"/>
          </a:ln>
        </p:spPr>
      </p:sp>
      <p:sp>
        <p:nvSpPr>
          <p:cNvPr id="135" name="ellipse-176">
            <a:extLst xmlns:a="http://schemas.openxmlformats.org/drawingml/2006/main">
              <a:ext uri="{FF2B5EF4-FFF2-40B4-BE49-F238E27FC236}">
                <a16:creationId xmlns:a16="http://schemas.microsoft.com/office/drawing/2014/main" id="{4FFE096C-B68B-4C3D-8A83-DF3B7A01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66008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666666"/>
            </a:solidFill>
            <a:prstDash val="solid"/>
          </a:ln>
        </p:spPr>
      </p:sp>
      <p:sp>
        <p:nvSpPr>
          <p:cNvPr id="136" name="+">
            <a:extLst xmlns:a="http://schemas.openxmlformats.org/drawingml/2006/main">
              <a:ext uri="{FF2B5EF4-FFF2-40B4-BE49-F238E27FC236}">
                <a16:creationId xmlns:a16="http://schemas.microsoft.com/office/drawing/2014/main" id="{44F9A875-1EFF-475F-AEA3-18FC2C71A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66008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77CF204B-4C25-494C-886B-BE7125BB7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5257800" y="6715125"/>
            <a:ext cx="257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252525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AAEA60F3-E865-48FD-BB25-986BA9FC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15741">
            <a:off x="5253669" y="6697870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252525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81EF92B3-4040-43DA-8E3F-5FC16287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15741">
            <a:off x="5253669" y="6732380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252525"/>
            </a:solidFill>
            <a:prstDash val="solid"/>
          </a:ln>
        </p:spPr>
      </p:sp>
      <p:sp>
        <p:nvSpPr>
          <p:cNvPr id="140" name="LN + FFN">
            <a:extLst xmlns:a="http://schemas.openxmlformats.org/drawingml/2006/main">
              <a:ext uri="{FF2B5EF4-FFF2-40B4-BE49-F238E27FC236}">
                <a16:creationId xmlns:a16="http://schemas.microsoft.com/office/drawing/2014/main" id="{64D777AE-4027-48F4-B53A-F5BA72D0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6505575"/>
            <a:ext cx="10382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4"/>
          </a:solidFill>
          <a:ln xmlns:a="http://schemas.openxmlformats.org/drawingml/2006/main" w="11430">
            <a:solidFill>
              <a:srgbClr val="396B88"/>
            </a:solidFill>
            <a:prstDash val="solid"/>
          </a:ln>
        </p:spPr>
      </p:sp>
      <p:sp>
        <p:nvSpPr>
          <p:cNvPr id="141" name="LN + FFN">
            <a:extLst xmlns:a="http://schemas.openxmlformats.org/drawingml/2006/main">
              <a:ext uri="{FF2B5EF4-FFF2-40B4-BE49-F238E27FC236}">
                <a16:creationId xmlns:a16="http://schemas.microsoft.com/office/drawing/2014/main" id="{56FCA513-2132-4C3B-B5DB-41F2779D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24625"/>
            <a:ext cx="9239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42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LN + FFN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5B06B07A-D7B1-4B3B-BA49-772BB160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933825" y="6715125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252525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BDE1D7B1-E6C9-48B8-A27E-7C2FFD35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15741">
            <a:off x="3929694" y="6697870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252525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034916C5-0DD7-44A4-BC09-9932E149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15741">
            <a:off x="3929694" y="6732380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252525"/>
            </a:solidFill>
            <a:prstDash val="solid"/>
          </a:ln>
        </p:spPr>
      </p:sp>
      <p:sp>
        <p:nvSpPr>
          <p:cNvPr id="145" name="ellipse-177">
            <a:extLst xmlns:a="http://schemas.openxmlformats.org/drawingml/2006/main">
              <a:ext uri="{FF2B5EF4-FFF2-40B4-BE49-F238E27FC236}">
                <a16:creationId xmlns:a16="http://schemas.microsoft.com/office/drawing/2014/main" id="{18C13321-1DB1-4022-94C2-F768CBE4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66008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666666"/>
            </a:solidFill>
            <a:prstDash val="solid"/>
          </a:ln>
        </p:spPr>
      </p:sp>
      <p:sp>
        <p:nvSpPr>
          <p:cNvPr id="146" name="+">
            <a:extLst xmlns:a="http://schemas.openxmlformats.org/drawingml/2006/main">
              <a:ext uri="{FF2B5EF4-FFF2-40B4-BE49-F238E27FC236}">
                <a16:creationId xmlns:a16="http://schemas.microsoft.com/office/drawing/2014/main" id="{849C1512-0FD7-424B-BCAA-9A4DC147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66008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49580C35-090D-4B77-AE5B-4EB4E5BA6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619500" y="4800600"/>
            <a:ext cx="371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  <a:prstDash val="dash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8FF987BB-C0D1-4D63-8FE5-D681DD58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376488" y="6043613"/>
            <a:ext cx="2486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  <a:prstDash val="dash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B1086A3C-15E8-4C36-ADFE-06210F92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9500" y="7286625"/>
            <a:ext cx="2066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  <a:prstDash val="dash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BA902D1F-2ED4-42B2-88CE-9D905FB2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5472113" y="7072313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  <a:prstDash val="dash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6D35506D-0AB9-4C39-A67D-192B01572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784259">
            <a:off x="5665580" y="6891969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BAFD992B-CCAF-40AA-B59E-19585A37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015741">
            <a:off x="5631070" y="6891969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2B1867D3-CDE1-47AE-A782-B661014E1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391150" y="697230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  <a:prstDash val="dash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AD04EA91-AEE2-471C-A9F8-101028F2A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800475" y="7115175"/>
            <a:ext cx="1733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  <a:prstDash val="dash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15820FB1-30AA-4CD7-8BF0-8BD6D5D57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3671888" y="6986588"/>
            <a:ext cx="257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  <a:prstDash val="dash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6CF50A1F-A259-4C4A-A821-D62EAB31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784259">
            <a:off x="3779630" y="6891969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21A25644-3E47-49F0-8DF1-4BA5959F8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015741">
            <a:off x="3745120" y="6891969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2B8A10DC-1278-4119-B657-2CBF850D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2124075" y="4895850"/>
            <a:ext cx="335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396B88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1B7811CA-80E8-4A1C-9383-7A034725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00475" y="3219450"/>
            <a:ext cx="5343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396B88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0066D06B-00B1-4020-A1A4-6D44F788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184259">
            <a:off x="9071931" y="3236705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396B88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2391047E-472B-4AEA-8163-A4CBE8F5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184259">
            <a:off x="9071931" y="3202195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396B88"/>
            </a:solidFill>
            <a:prstDash val="solid"/>
          </a:ln>
        </p:spPr>
      </p:sp>
      <p:sp>
        <p:nvSpPr>
          <p:cNvPr id="162" name="H(t)">
            <a:extLst xmlns:a="http://schemas.openxmlformats.org/drawingml/2006/main">
              <a:ext uri="{FF2B5EF4-FFF2-40B4-BE49-F238E27FC236}">
                <a16:creationId xmlns:a16="http://schemas.microsoft.com/office/drawing/2014/main" id="{9B5DD960-1B2A-4EB8-9D12-06009F55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105150"/>
            <a:ext cx="485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 i="1">
                <a:solidFill>
                  <a:srgbClr val="396B8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00" b="0" i="1">
                <a:solidFill>
                  <a:srgbClr val="396B8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1">
                <a:solidFill>
                  <a:srgbClr val="396B88"/>
                </a:solidFill>
                <a:latin typeface="Times New Roman"/>
                <a:ea typeface="Times New Roman"/>
                <a:cs typeface="Times New Roman"/>
              </a:rPr>
              <a:t>H(t)</a:t>
            </a:r>
          </a:p>
        </p:txBody>
      </p:sp>
      <p:sp>
        <p:nvSpPr>
          <p:cNvPr id="163" name="Delay-pattern context">
            <a:extLst xmlns:a="http://schemas.openxmlformats.org/drawingml/2006/main">
              <a:ext uri="{FF2B5EF4-FFF2-40B4-BE49-F238E27FC236}">
                <a16:creationId xmlns:a16="http://schemas.microsoft.com/office/drawing/2014/main" id="{625C03DD-C381-4B2C-8102-241168B8A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1552575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48877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4887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488778"/>
                </a:solidFill>
                <a:latin typeface="Times New Roman"/>
                <a:ea typeface="Times New Roman"/>
                <a:cs typeface="Times New Roman"/>
              </a:rPr>
              <a:t>Delay-pattern context</a:t>
            </a:r>
          </a:p>
        </p:txBody>
      </p:sp>
      <p:sp>
        <p:nvSpPr>
          <p:cNvPr id="164" name="rect-178">
            <a:extLst xmlns:a="http://schemas.openxmlformats.org/drawingml/2006/main">
              <a:ext uri="{FF2B5EF4-FFF2-40B4-BE49-F238E27FC236}">
                <a16:creationId xmlns:a16="http://schemas.microsoft.com/office/drawing/2014/main" id="{25211C84-EC96-48B5-AC70-3D39DECE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71675"/>
            <a:ext cx="2190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7620">
            <a:solidFill>
              <a:srgbClr val="488778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5979F8AB-480D-4506-ABE7-AD55F8F4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93903">
            <a:off x="4310961" y="2271713"/>
            <a:ext cx="15060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88778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BB80D43B-134D-41C1-AEAD-6A8D7E15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187806">
            <a:off x="4391025" y="2238375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88778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D1819F20-B935-4225-B3A5-2F53466E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752942">
            <a:off x="4384464" y="2176463"/>
            <a:ext cx="20362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88778"/>
            </a:solidFill>
            <a:prstDash val="solid"/>
          </a:ln>
        </p:spPr>
      </p:sp>
      <p:sp>
        <p:nvSpPr>
          <p:cNvPr id="168" name="rect-179">
            <a:extLst xmlns:a="http://schemas.openxmlformats.org/drawingml/2006/main">
              <a:ext uri="{FF2B5EF4-FFF2-40B4-BE49-F238E27FC236}">
                <a16:creationId xmlns:a16="http://schemas.microsoft.com/office/drawing/2014/main" id="{0FA1761B-360F-47BD-A9D9-9D19DDD36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33575"/>
            <a:ext cx="2190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7620">
            <a:solidFill>
              <a:srgbClr val="488778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5D95C4ED-C141-4B03-A2D6-32DBFCB5F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93903">
            <a:off x="4606236" y="2233613"/>
            <a:ext cx="15060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88778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3A197F45-C2C5-4CD4-91E2-F012C259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187806">
            <a:off x="4686300" y="2200275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88778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4991882F-BE75-48F0-B0C8-D2AEAC0A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752942">
            <a:off x="4679739" y="2138363"/>
            <a:ext cx="20362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88778"/>
            </a:solidFill>
            <a:prstDash val="solid"/>
          </a:ln>
        </p:spPr>
      </p:sp>
      <p:sp>
        <p:nvSpPr>
          <p:cNvPr id="172" name="rect-180">
            <a:extLst xmlns:a="http://schemas.openxmlformats.org/drawingml/2006/main">
              <a:ext uri="{FF2B5EF4-FFF2-40B4-BE49-F238E27FC236}">
                <a16:creationId xmlns:a16="http://schemas.microsoft.com/office/drawing/2014/main" id="{A8C6F225-CB1D-410B-AEF2-159A687F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895475"/>
            <a:ext cx="2190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7620">
            <a:solidFill>
              <a:srgbClr val="488778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10A45ADC-ABD9-4BAC-AA70-543BF6AD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93903">
            <a:off x="4901511" y="2195513"/>
            <a:ext cx="15060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88778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07FCADBB-D454-4624-9A5B-4619903DE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187806">
            <a:off x="4981575" y="2162175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88778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7FF8A043-D185-483E-AF07-F0B3D3917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752942">
            <a:off x="4975014" y="2100263"/>
            <a:ext cx="20362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88778"/>
            </a:solidFill>
            <a:prstDash val="solid"/>
          </a:ln>
        </p:spPr>
      </p:sp>
      <p:sp>
        <p:nvSpPr>
          <p:cNvPr id="176" name="rect-181">
            <a:extLst xmlns:a="http://schemas.openxmlformats.org/drawingml/2006/main">
              <a:ext uri="{FF2B5EF4-FFF2-40B4-BE49-F238E27FC236}">
                <a16:creationId xmlns:a16="http://schemas.microsoft.com/office/drawing/2014/main" id="{B750C638-CBCF-4978-B6CD-73955A92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1857375"/>
            <a:ext cx="2190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7620">
            <a:solidFill>
              <a:srgbClr val="488778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1750D60E-E7A9-4A97-BAE8-1A927A7ED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93903">
            <a:off x="5196786" y="2157413"/>
            <a:ext cx="15060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88778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0F18C9BD-A1DD-479B-9B2D-37EEA2A6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187806">
            <a:off x="5276850" y="2124075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88778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A04707E2-2812-42F7-B8BB-E228833D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752942">
            <a:off x="5270289" y="2062163"/>
            <a:ext cx="20362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88778"/>
            </a:solidFill>
            <a:prstDash val="solid"/>
          </a:ln>
        </p:spPr>
      </p:sp>
      <p:sp>
        <p:nvSpPr>
          <p:cNvPr id="180" name="16 patterns">
            <a:extLst xmlns:a="http://schemas.openxmlformats.org/drawingml/2006/main">
              <a:ext uri="{FF2B5EF4-FFF2-40B4-BE49-F238E27FC236}">
                <a16:creationId xmlns:a16="http://schemas.microsoft.com/office/drawing/2014/main" id="{3FBFB13B-83E0-4E0B-9C1E-3D3FA743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581275"/>
            <a:ext cx="1381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16 patterns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AD3D8B25-12E3-46B3-8D52-A7DD5349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86400" y="219075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488778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8BDBEC7A-DE1A-48A6-8CA1-58667BBD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184259">
            <a:off x="5776281" y="2208005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488778"/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69A9EA34-B467-41D4-9B01-2614A0EE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184259">
            <a:off x="5776281" y="2173495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488778"/>
            </a:solidFill>
            <a:prstDash val="solid"/>
          </a:ln>
        </p:spPr>
      </p:sp>
      <p:sp>
        <p:nvSpPr>
          <p:cNvPr id="184" name="Pattern matching">
            <a:extLst xmlns:a="http://schemas.openxmlformats.org/drawingml/2006/main">
              <a:ext uri="{FF2B5EF4-FFF2-40B4-BE49-F238E27FC236}">
                <a16:creationId xmlns:a16="http://schemas.microsoft.com/office/drawing/2014/main" id="{99B8E7CA-2678-42B2-980A-B6E4C994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1971675"/>
            <a:ext cx="1762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11430">
            <a:solidFill>
              <a:srgbClr val="488778"/>
            </a:solidFill>
            <a:prstDash val="solid"/>
          </a:ln>
        </p:spPr>
      </p:sp>
      <p:sp>
        <p:nvSpPr>
          <p:cNvPr id="185" name="Pattern matching">
            <a:extLst xmlns:a="http://schemas.openxmlformats.org/drawingml/2006/main">
              <a:ext uri="{FF2B5EF4-FFF2-40B4-BE49-F238E27FC236}">
                <a16:creationId xmlns:a16="http://schemas.microsoft.com/office/drawing/2014/main" id="{9A00754B-1DC2-43B0-BF56-27475CAB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1990725"/>
            <a:ext cx="1647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Pattern matching</a:t>
            </a:r>
          </a:p>
        </p:txBody>
      </p:sp>
      <p:sp>
        <p:nvSpPr>
          <p:cNvPr id="186" name="history query">
            <a:extLst xmlns:a="http://schemas.openxmlformats.org/drawingml/2006/main">
              <a:ext uri="{FF2B5EF4-FFF2-40B4-BE49-F238E27FC236}">
                <a16:creationId xmlns:a16="http://schemas.microsoft.com/office/drawing/2014/main" id="{80584861-21D2-498A-ACEF-A28E7DDC2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828800"/>
            <a:ext cx="14573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 i="1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25" b="0" i="1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1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history query</a:t>
            </a:r>
          </a:p>
        </p:txBody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CBCAA357-E9E3-4C4D-B92D-B01E6CD0A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146868">
            <a:off x="7739287" y="2143125"/>
            <a:ext cx="5043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666666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161E7C73-23E8-4730-BF26-444FA1AFD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268873">
            <a:off x="7735824" y="2167391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666666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0C264545-CE8F-4F62-990B-73F975A17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62609">
            <a:off x="7742341" y="2201280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666666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F8D7B329-6405-492F-8614-1C71FD623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657975" y="26193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488778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47A1A7A2-F9B2-4686-B661-48ADC82D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19900" y="2781300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488778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3C9B2FF8-1AFC-4D38-9801-29BD3C98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753225" y="3552825"/>
            <a:ext cx="1543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488778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3AA887AD-686D-4596-9726-4ED010DE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6829425" y="4324350"/>
            <a:ext cx="695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488778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BF4351C3-0D44-4868-A92E-631667A8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753225" y="4400550"/>
            <a:ext cx="152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488778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B281758B-DFF3-4991-ADDE-94D9FB262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015741">
            <a:off x="6774070" y="4442781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488778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231D0601-9469-425B-BDA4-9554D58A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784259">
            <a:off x="6808580" y="4442781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488778"/>
            </a:solidFill>
            <a:prstDash val="solid"/>
          </a:ln>
        </p:spPr>
      </p:sp>
      <p:sp>
        <p:nvSpPr>
          <p:cNvPr id="197" name="key context">
            <a:extLst xmlns:a="http://schemas.openxmlformats.org/drawingml/2006/main">
              <a:ext uri="{FF2B5EF4-FFF2-40B4-BE49-F238E27FC236}">
                <a16:creationId xmlns:a16="http://schemas.microsoft.com/office/drawing/2014/main" id="{7E36565F-8616-4BDA-9A61-A69FE6AC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50507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 i="1">
                <a:solidFill>
                  <a:srgbClr val="48877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50" b="0" i="1">
                <a:solidFill>
                  <a:srgbClr val="4887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1">
                <a:solidFill>
                  <a:srgbClr val="488778"/>
                </a:solidFill>
                <a:latin typeface="Times New Roman"/>
                <a:ea typeface="Times New Roman"/>
                <a:cs typeface="Times New Roman"/>
              </a:rPr>
              <a:t>key context</a:t>
            </a:r>
          </a:p>
        </p:txBody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1338FBC3-33EA-4039-B326-A4206973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324725" y="4124325"/>
            <a:ext cx="3790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96B88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FC11854E-C907-4B5D-94AB-794D159A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53525" y="3219450"/>
            <a:ext cx="66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96B88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58E30692-9BF0-4120-B65B-7A2D6B4F4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184259">
            <a:off x="9148131" y="3236705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96B88"/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BF1A9CB6-C38B-4906-8B5D-4AE762F9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184259">
            <a:off x="9148131" y="3202195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96B88"/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2A6D5797-67CC-4C48-BEF0-4D80A70DB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20200" y="2228850"/>
            <a:ext cx="561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96B88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993FF877-8E12-439F-838C-39E02F68A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184259">
            <a:off x="9710106" y="2246105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96B88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70698448-A928-4B12-BC7B-F299F482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184259">
            <a:off x="9710106" y="2211595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96B88"/>
            </a:solidFill>
            <a:prstDash val="solid"/>
          </a:ln>
        </p:spPr>
      </p:sp>
      <p:sp>
        <p:nvSpPr>
          <p:cNvPr id="205" name="Station events">
            <a:extLst xmlns:a="http://schemas.openxmlformats.org/drawingml/2006/main">
              <a:ext uri="{FF2B5EF4-FFF2-40B4-BE49-F238E27FC236}">
                <a16:creationId xmlns:a16="http://schemas.microsoft.com/office/drawing/2014/main" id="{B66DF4AF-F160-4284-AFB7-CC111435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981200"/>
            <a:ext cx="30194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4"/>
          </a:solidFill>
          <a:ln xmlns:a="http://schemas.openxmlformats.org/drawingml/2006/main" w="11430">
            <a:solidFill>
              <a:srgbClr val="396B88"/>
            </a:solidFill>
            <a:prstDash val="solid"/>
          </a:ln>
        </p:spPr>
      </p:sp>
      <p:sp>
        <p:nvSpPr>
          <p:cNvPr id="206" name="Station events">
            <a:extLst xmlns:a="http://schemas.openxmlformats.org/drawingml/2006/main">
              <a:ext uri="{FF2B5EF4-FFF2-40B4-BE49-F238E27FC236}">
                <a16:creationId xmlns:a16="http://schemas.microsoft.com/office/drawing/2014/main" id="{C7C97AC2-811A-49C4-8273-7AC1DC175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000250"/>
            <a:ext cx="2905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Station events</a:t>
            </a:r>
          </a:p>
        </p:txBody>
      </p:sp>
      <p:sp>
        <p:nvSpPr>
          <p:cNvPr id="207" name="continuation / onset · duration · prefix">
            <a:extLst xmlns:a="http://schemas.openxmlformats.org/drawingml/2006/main">
              <a:ext uri="{FF2B5EF4-FFF2-40B4-BE49-F238E27FC236}">
                <a16:creationId xmlns:a16="http://schemas.microsoft.com/office/drawing/2014/main" id="{452A7673-3594-4EB4-A948-D71AA1BD2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619375"/>
            <a:ext cx="3752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2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continuation / onset · duration · prefix</a:t>
            </a:r>
          </a:p>
        </p:txBody>
      </p:sp>
      <p:sp>
        <p:nvSpPr>
          <p:cNvPr id="208" name="History regime + precursor cues">
            <a:extLst xmlns:a="http://schemas.openxmlformats.org/drawingml/2006/main">
              <a:ext uri="{FF2B5EF4-FFF2-40B4-BE49-F238E27FC236}">
                <a16:creationId xmlns:a16="http://schemas.microsoft.com/office/drawing/2014/main" id="{660950E7-5391-4D1B-B6D1-4D9C4DB7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33525"/>
            <a:ext cx="3695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 i="1">
                <a:solidFill>
                  <a:srgbClr val="48877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00" b="0" i="1">
                <a:solidFill>
                  <a:srgbClr val="4887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1">
                <a:solidFill>
                  <a:srgbClr val="488778"/>
                </a:solidFill>
                <a:latin typeface="Times New Roman"/>
                <a:ea typeface="Times New Roman"/>
                <a:cs typeface="Times New Roman"/>
              </a:rPr>
              <a:t>History regime + precursor cues</a:t>
            </a:r>
          </a:p>
        </p:txBody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5BE40279-CE2F-4D19-9852-EED765D7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158538" y="1890713"/>
            <a:ext cx="123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488778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47A354E8-E962-417C-9CE0-A86A03860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015741">
            <a:off x="11165095" y="1918656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488778"/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A7D8D1B8-D845-468F-8B48-A55D125D6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784259">
            <a:off x="11199605" y="1918656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488778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34430AA3-C3C2-4BA4-9246-2C894C39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20200" y="3981450"/>
            <a:ext cx="561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96B88"/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601B23CE-25CA-4744-8299-CE64ECD2F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184259">
            <a:off x="9710106" y="3998705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96B88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C29B4C4E-C3B9-432D-871C-0786A210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184259">
            <a:off x="9710106" y="3964195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96B88"/>
            </a:solidFill>
            <a:prstDash val="solid"/>
          </a:ln>
        </p:spPr>
      </p:sp>
      <p:sp>
        <p:nvSpPr>
          <p:cNvPr id="215" name="Future state + remaining time">
            <a:extLst xmlns:a="http://schemas.openxmlformats.org/drawingml/2006/main">
              <a:ext uri="{FF2B5EF4-FFF2-40B4-BE49-F238E27FC236}">
                <a16:creationId xmlns:a16="http://schemas.microsoft.com/office/drawing/2014/main" id="{DC062BD8-884B-4AE7-BB2E-BA0DC7667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733800"/>
            <a:ext cx="30194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11430">
            <a:solidFill>
              <a:srgbClr val="488778"/>
            </a:solidFill>
            <a:prstDash val="solid"/>
          </a:ln>
        </p:spPr>
      </p:sp>
      <p:sp>
        <p:nvSpPr>
          <p:cNvPr id="216" name="Future state + remaining time">
            <a:extLst xmlns:a="http://schemas.openxmlformats.org/drawingml/2006/main">
              <a:ext uri="{FF2B5EF4-FFF2-40B4-BE49-F238E27FC236}">
                <a16:creationId xmlns:a16="http://schemas.microsoft.com/office/drawing/2014/main" id="{9F2C2E01-583A-42CE-A445-3B39B3258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752850"/>
            <a:ext cx="2905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Future state + remaining time</a:t>
            </a:r>
          </a:p>
        </p:txBody>
      </p:sp>
      <p:sp>
        <p:nvSpPr>
          <p:cNvPr id="217" name="Layer skips + order progress">
            <a:extLst xmlns:a="http://schemas.openxmlformats.org/drawingml/2006/main">
              <a:ext uri="{FF2B5EF4-FFF2-40B4-BE49-F238E27FC236}">
                <a16:creationId xmlns:a16="http://schemas.microsoft.com/office/drawing/2014/main" id="{D3D1BAF0-02CF-4ECF-9058-D53768D85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324350"/>
            <a:ext cx="3152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 i="1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00" b="0" i="1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1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Layer skips + order progress</a:t>
            </a:r>
          </a:p>
        </p:txBody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D48FEF8F-36B2-4AF5-B79B-7E5D42E7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20200" y="5657850"/>
            <a:ext cx="561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96B88"/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9E016AFF-CDDC-47AB-947C-F22D55F5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184259">
            <a:off x="9710106" y="5675105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96B88"/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184A8E76-506C-4759-B111-52BC45EB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184259">
            <a:off x="9710106" y="5640595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96B88"/>
            </a:solidFill>
            <a:prstDash val="solid"/>
          </a:ln>
        </p:spPr>
      </p:sp>
      <p:sp>
        <p:nvSpPr>
          <p:cNvPr id="221" name="Process cause">
            <a:extLst xmlns:a="http://schemas.openxmlformats.org/drawingml/2006/main">
              <a:ext uri="{FF2B5EF4-FFF2-40B4-BE49-F238E27FC236}">
                <a16:creationId xmlns:a16="http://schemas.microsoft.com/office/drawing/2014/main" id="{7901BAA5-965B-4B4E-943A-1AAFF5EA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410200"/>
            <a:ext cx="30194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5"/>
          </a:solidFill>
          <a:ln xmlns:a="http://schemas.openxmlformats.org/drawingml/2006/main" w="11430">
            <a:solidFill>
              <a:srgbClr val="B28A44"/>
            </a:solidFill>
            <a:prstDash val="solid"/>
          </a:ln>
        </p:spPr>
      </p:sp>
      <p:sp>
        <p:nvSpPr>
          <p:cNvPr id="222" name="Process cause">
            <a:extLst xmlns:a="http://schemas.openxmlformats.org/drawingml/2006/main">
              <a:ext uri="{FF2B5EF4-FFF2-40B4-BE49-F238E27FC236}">
                <a16:creationId xmlns:a16="http://schemas.microsoft.com/office/drawing/2014/main" id="{E3507DD1-E15A-4BAB-9B96-F536D81F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429250"/>
            <a:ext cx="2905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Process cause</a:t>
            </a:r>
          </a:p>
        </p:txBody>
      </p:sp>
      <p:sp>
        <p:nvSpPr>
          <p:cNvPr id="223" name="Graph pooling + gated node evidence">
            <a:extLst xmlns:a="http://schemas.openxmlformats.org/drawingml/2006/main">
              <a:ext uri="{FF2B5EF4-FFF2-40B4-BE49-F238E27FC236}">
                <a16:creationId xmlns:a16="http://schemas.microsoft.com/office/drawing/2014/main" id="{2F001B9F-7857-401B-A210-C9661CA14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01980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 i="1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00" b="0" i="1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1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Graph pooling + gated node evidence</a:t>
            </a:r>
          </a:p>
        </p:txBody>
      </p:sp>
      <p:sp>
        <p:nvSpPr>
          <p:cNvPr id="224" name="Decoding and report">
            <a:extLst xmlns:a="http://schemas.openxmlformats.org/drawingml/2006/main">
              <a:ext uri="{FF2B5EF4-FFF2-40B4-BE49-F238E27FC236}">
                <a16:creationId xmlns:a16="http://schemas.microsoft.com/office/drawing/2014/main" id="{4E8249F2-EFA2-47CC-92AE-1EF51BB7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743700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Decoding and report</a:t>
            </a:r>
          </a:p>
        </p:txBody>
      </p:sp>
      <p:sp>
        <p:nvSpPr>
          <p:cNvPr id="225" name="events · states · causes · remaining time">
            <a:extLst xmlns:a="http://schemas.openxmlformats.org/drawingml/2006/main">
              <a:ext uri="{FF2B5EF4-FFF2-40B4-BE49-F238E27FC236}">
                <a16:creationId xmlns:a16="http://schemas.microsoft.com/office/drawing/2014/main" id="{9D104A5C-CA56-4BA6-8A92-D4875F8A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7153275"/>
            <a:ext cx="3886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events · states · causes · remaining time</a:t>
            </a:r>
          </a:p>
        </p:txBody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F47ECDEE-A8F8-45E3-A24B-6D5A2814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49225" y="2228850"/>
            <a:ext cx="352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666666"/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5D16D56F-B6B1-47D2-AEB8-AEC8177C6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49225" y="3981450"/>
            <a:ext cx="352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666666"/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3785A04E-FA49-4516-ADD7-29220C770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49225" y="5657850"/>
            <a:ext cx="352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666666"/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DA7BDABC-3AC6-40C7-AADB-E73C0F3F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025188" y="4405313"/>
            <a:ext cx="4352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666666"/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D74167B4-FF12-4CB5-B431-8BF47666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1477625" y="6581775"/>
            <a:ext cx="1724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666666"/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8DA90A3C-CBBF-4647-8BA9-FA592106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415713" y="6643688"/>
            <a:ext cx="123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666666"/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62E91DD0-24BC-478C-90C0-68278733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015741">
            <a:off x="11422270" y="6671631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666666"/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4DC5CA80-9E6C-4F13-B08B-8EBCE863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784259">
            <a:off x="11456780" y="6671631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66666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706326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7" name="Heterogeneous representation of factory resources">
            <a:extLst xmlns:a="http://schemas.openxmlformats.org/drawingml/2006/main">
              <a:ext uri="{FF2B5EF4-FFF2-40B4-BE49-F238E27FC236}">
                <a16:creationId xmlns:a16="http://schemas.microsoft.com/office/drawing/2014/main" id="{732E9241-C85A-4460-A40F-75ECEAA4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285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Heterogeneous representation of factory resources</a:t>
            </a:r>
          </a:p>
        </p:txBody>
      </p:sp>
      <p:sp>
        <p:nvSpPr>
          <p:cNvPr id="2" name="(a)">
            <a:extLst xmlns:a="http://schemas.openxmlformats.org/drawingml/2006/main">
              <a:ext uri="{FF2B5EF4-FFF2-40B4-BE49-F238E27FC236}">
                <a16:creationId xmlns:a16="http://schemas.microsoft.com/office/drawing/2014/main" id="{A2664F58-B17D-4C45-A121-3170B0AC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981075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(a)</a:t>
            </a:r>
          </a:p>
        </p:txBody>
      </p:sp>
      <p:sp>
        <p:nvSpPr>
          <p:cNvPr id="3" name="Resource types">
            <a:extLst xmlns:a="http://schemas.openxmlformats.org/drawingml/2006/main">
              <a:ext uri="{FF2B5EF4-FFF2-40B4-BE49-F238E27FC236}">
                <a16:creationId xmlns:a16="http://schemas.microsoft.com/office/drawing/2014/main" id="{914FA4AB-0F3A-4B39-AEF4-F031FF7BD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81075"/>
            <a:ext cx="2771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Resource types</a:t>
            </a:r>
          </a:p>
        </p:txBody>
      </p:sp>
      <p:sp>
        <p:nvSpPr>
          <p:cNvPr id="4" name="(b)">
            <a:extLst xmlns:a="http://schemas.openxmlformats.org/drawingml/2006/main">
              <a:ext uri="{FF2B5EF4-FFF2-40B4-BE49-F238E27FC236}">
                <a16:creationId xmlns:a16="http://schemas.microsoft.com/office/drawing/2014/main" id="{D2064D04-8CD3-4083-8812-C1DE081F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981075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(b)</a:t>
            </a:r>
          </a:p>
        </p:txBody>
      </p:sp>
      <p:sp>
        <p:nvSpPr>
          <p:cNvPr id="5" name="Shared resource graph">
            <a:extLst xmlns:a="http://schemas.openxmlformats.org/drawingml/2006/main">
              <a:ext uri="{FF2B5EF4-FFF2-40B4-BE49-F238E27FC236}">
                <a16:creationId xmlns:a16="http://schemas.microsoft.com/office/drawing/2014/main" id="{AE9C9281-842F-448E-9E41-06392D65C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981075"/>
            <a:ext cx="50387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Shared resource graph</a:t>
            </a:r>
          </a:p>
        </p:txBody>
      </p:sp>
      <p:sp>
        <p:nvSpPr>
          <p:cNvPr id="6" name="(c)">
            <a:extLst xmlns:a="http://schemas.openxmlformats.org/drawingml/2006/main">
              <a:ext uri="{FF2B5EF4-FFF2-40B4-BE49-F238E27FC236}">
                <a16:creationId xmlns:a16="http://schemas.microsoft.com/office/drawing/2014/main" id="{CEE95C40-E7F0-4727-BCE6-936EBC99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981075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(c)</a:t>
            </a:r>
          </a:p>
        </p:txBody>
      </p:sp>
      <p:sp>
        <p:nvSpPr>
          <p:cNvPr id="7" name="Model inputs">
            <a:extLst xmlns:a="http://schemas.openxmlformats.org/drawingml/2006/main">
              <a:ext uri="{FF2B5EF4-FFF2-40B4-BE49-F238E27FC236}">
                <a16:creationId xmlns:a16="http://schemas.microsoft.com/office/drawing/2014/main" id="{C1BB0A07-43BD-4876-BDC5-CAF037AA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981075"/>
            <a:ext cx="3152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Model inputs</a:t>
            </a:r>
          </a:p>
        </p:txBody>
      </p:sp>
      <p:sp>
        <p:nvSpPr>
          <p:cNvPr id="8" name="M">
            <a:extLst xmlns:a="http://schemas.openxmlformats.org/drawingml/2006/main">
              <a:ext uri="{FF2B5EF4-FFF2-40B4-BE49-F238E27FC236}">
                <a16:creationId xmlns:a16="http://schemas.microsoft.com/office/drawing/2014/main" id="{967559F3-8431-4FE8-BA8A-E3DB81DE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66687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4"/>
          </a:solidFill>
          <a:ln xmlns:a="http://schemas.openxmlformats.org/drawingml/2006/main" w="16193">
            <a:solidFill>
              <a:srgbClr val="396B88"/>
            </a:solidFill>
            <a:prstDash val="solid"/>
          </a:ln>
        </p:spPr>
      </p:sp>
      <p:sp>
        <p:nvSpPr>
          <p:cNvPr id="9" name="M">
            <a:extLst xmlns:a="http://schemas.openxmlformats.org/drawingml/2006/main">
              <a:ext uri="{FF2B5EF4-FFF2-40B4-BE49-F238E27FC236}">
                <a16:creationId xmlns:a16="http://schemas.microsoft.com/office/drawing/2014/main" id="{653AA952-324B-4E0C-9666-7D5C42D6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66687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2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M</a:t>
            </a:r>
          </a:p>
        </p:txBody>
      </p:sp>
      <p:sp>
        <p:nvSpPr>
          <p:cNvPr id="10" name="Machines / workbenches">
            <a:extLst xmlns:a="http://schemas.openxmlformats.org/drawingml/2006/main">
              <a:ext uri="{FF2B5EF4-FFF2-40B4-BE49-F238E27FC236}">
                <a16:creationId xmlns:a16="http://schemas.microsoft.com/office/drawing/2014/main" id="{6F5B096D-30A9-42F4-967D-011099D9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666875"/>
            <a:ext cx="2628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7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Machines / workbenches</a:t>
            </a:r>
          </a:p>
        </p:txBody>
      </p:sp>
      <p:sp>
        <p:nvSpPr>
          <p:cNvPr id="11" name="7 nodes">
            <a:extLst xmlns:a="http://schemas.openxmlformats.org/drawingml/2006/main">
              <a:ext uri="{FF2B5EF4-FFF2-40B4-BE49-F238E27FC236}">
                <a16:creationId xmlns:a16="http://schemas.microsoft.com/office/drawing/2014/main" id="{97F10F91-D8D7-4B7F-AD02-282E51554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98120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7 nodes</a:t>
            </a:r>
          </a:p>
        </p:txBody>
      </p:sp>
      <p:sp>
        <p:nvSpPr>
          <p:cNvPr id="12" name="G">
            <a:extLst xmlns:a="http://schemas.openxmlformats.org/drawingml/2006/main">
              <a:ext uri="{FF2B5EF4-FFF2-40B4-BE49-F238E27FC236}">
                <a16:creationId xmlns:a16="http://schemas.microsoft.com/office/drawing/2014/main" id="{707E515F-0C11-4A4C-815A-BD156DEC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476500"/>
            <a:ext cx="381000" cy="3810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F6F0E5"/>
          </a:solidFill>
          <a:ln xmlns:a="http://schemas.openxmlformats.org/drawingml/2006/main" w="16193">
            <a:solidFill>
              <a:srgbClr val="B28A44"/>
            </a:solidFill>
            <a:prstDash val="solid"/>
          </a:ln>
        </p:spPr>
      </p:sp>
      <p:sp>
        <p:nvSpPr>
          <p:cNvPr id="13" name="G">
            <a:extLst xmlns:a="http://schemas.openxmlformats.org/drawingml/2006/main">
              <a:ext uri="{FF2B5EF4-FFF2-40B4-BE49-F238E27FC236}">
                <a16:creationId xmlns:a16="http://schemas.microsoft.com/office/drawing/2014/main" id="{3116A583-4ADE-45C9-B1DC-03B13FF1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476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2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G</a:t>
            </a:r>
          </a:p>
        </p:txBody>
      </p:sp>
      <p:sp>
        <p:nvSpPr>
          <p:cNvPr id="14" name="Gantries">
            <a:extLst xmlns:a="http://schemas.openxmlformats.org/drawingml/2006/main">
              <a:ext uri="{FF2B5EF4-FFF2-40B4-BE49-F238E27FC236}">
                <a16:creationId xmlns:a16="http://schemas.microsoft.com/office/drawing/2014/main" id="{376196ED-AE8E-4F4C-B4A6-B932B7A5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476500"/>
            <a:ext cx="2628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7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Gantries</a:t>
            </a:r>
          </a:p>
        </p:txBody>
      </p:sp>
      <p:sp>
        <p:nvSpPr>
          <p:cNvPr id="15" name="4 nodes">
            <a:extLst xmlns:a="http://schemas.openxmlformats.org/drawingml/2006/main">
              <a:ext uri="{FF2B5EF4-FFF2-40B4-BE49-F238E27FC236}">
                <a16:creationId xmlns:a16="http://schemas.microsoft.com/office/drawing/2014/main" id="{59102173-1ABB-4327-807F-E7392A48B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790825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4 nodes</a:t>
            </a:r>
          </a:p>
        </p:txBody>
      </p:sp>
      <p:sp>
        <p:nvSpPr>
          <p:cNvPr id="16" name="R">
            <a:extLst xmlns:a="http://schemas.openxmlformats.org/drawingml/2006/main">
              <a:ext uri="{FF2B5EF4-FFF2-40B4-BE49-F238E27FC236}">
                <a16:creationId xmlns:a16="http://schemas.microsoft.com/office/drawing/2014/main" id="{067B1406-8033-488C-A5F9-61A4A12B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286125"/>
            <a:ext cx="381000" cy="3810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8ECE7"/>
          </a:solidFill>
          <a:ln xmlns:a="http://schemas.openxmlformats.org/drawingml/2006/main" w="16193">
            <a:solidFill>
              <a:srgbClr val="B46954"/>
            </a:solidFill>
            <a:prstDash val="solid"/>
          </a:ln>
        </p:spPr>
      </p:sp>
      <p:sp>
        <p:nvSpPr>
          <p:cNvPr id="17" name="R">
            <a:extLst xmlns:a="http://schemas.openxmlformats.org/drawingml/2006/main">
              <a:ext uri="{FF2B5EF4-FFF2-40B4-BE49-F238E27FC236}">
                <a16:creationId xmlns:a16="http://schemas.microsoft.com/office/drawing/2014/main" id="{017345B7-F523-460E-9180-20E9A82A4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2861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2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  <p:sp>
        <p:nvSpPr>
          <p:cNvPr id="18" name="Transport robots">
            <a:extLst xmlns:a="http://schemas.openxmlformats.org/drawingml/2006/main">
              <a:ext uri="{FF2B5EF4-FFF2-40B4-BE49-F238E27FC236}">
                <a16:creationId xmlns:a16="http://schemas.microsoft.com/office/drawing/2014/main" id="{1871537C-1055-4C46-81D4-7B1AE9F0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86125"/>
            <a:ext cx="2628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7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Transport robots</a:t>
            </a:r>
          </a:p>
        </p:txBody>
      </p:sp>
      <p:sp>
        <p:nvSpPr>
          <p:cNvPr id="19" name="4 nodes">
            <a:extLst xmlns:a="http://schemas.openxmlformats.org/drawingml/2006/main">
              <a:ext uri="{FF2B5EF4-FFF2-40B4-BE49-F238E27FC236}">
                <a16:creationId xmlns:a16="http://schemas.microsoft.com/office/drawing/2014/main" id="{B2AD37D6-6218-42F5-B2D8-723B382A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60045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4 nodes</a:t>
            </a:r>
          </a:p>
        </p:txBody>
      </p:sp>
      <p:sp>
        <p:nvSpPr>
          <p:cNvPr id="20" name="H">
            <a:extLst xmlns:a="http://schemas.openxmlformats.org/drawingml/2006/main">
              <a:ext uri="{FF2B5EF4-FFF2-40B4-BE49-F238E27FC236}">
                <a16:creationId xmlns:a16="http://schemas.microsoft.com/office/drawing/2014/main" id="{DD8816DE-A085-4DE9-B85C-5968C13D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381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16193">
            <a:solidFill>
              <a:srgbClr val="488778"/>
            </a:solidFill>
            <a:prstDash val="solid"/>
          </a:ln>
        </p:spPr>
      </p:sp>
      <p:sp>
        <p:nvSpPr>
          <p:cNvPr id="21" name="H">
            <a:extLst xmlns:a="http://schemas.openxmlformats.org/drawingml/2006/main">
              <a:ext uri="{FF2B5EF4-FFF2-40B4-BE49-F238E27FC236}">
                <a16:creationId xmlns:a16="http://schemas.microsoft.com/office/drawing/2014/main" id="{23C1D819-87E1-4C4E-8D92-B0A319D2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381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2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H</a:t>
            </a:r>
          </a:p>
        </p:txBody>
      </p:sp>
      <p:sp>
        <p:nvSpPr>
          <p:cNvPr id="22" name="Workers">
            <a:extLst xmlns:a="http://schemas.openxmlformats.org/drawingml/2006/main">
              <a:ext uri="{FF2B5EF4-FFF2-40B4-BE49-F238E27FC236}">
                <a16:creationId xmlns:a16="http://schemas.microsoft.com/office/drawing/2014/main" id="{6D7B29B6-484A-4E74-AFCA-2C4F5904D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381500"/>
            <a:ext cx="2628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7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Workers</a:t>
            </a:r>
          </a:p>
        </p:txBody>
      </p:sp>
      <p:sp>
        <p:nvSpPr>
          <p:cNvPr id="23" name="5 nodes">
            <a:extLst xmlns:a="http://schemas.openxmlformats.org/drawingml/2006/main">
              <a:ext uri="{FF2B5EF4-FFF2-40B4-BE49-F238E27FC236}">
                <a16:creationId xmlns:a16="http://schemas.microsoft.com/office/drawing/2014/main" id="{02CC70F0-FDB1-4E40-93ED-9D5BFAC0E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695825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5 nodes</a:t>
            </a:r>
          </a:p>
        </p:txBody>
      </p:sp>
      <p:sp>
        <p:nvSpPr>
          <p:cNvPr id="24" name="B">
            <a:extLst xmlns:a="http://schemas.openxmlformats.org/drawingml/2006/main">
              <a:ext uri="{FF2B5EF4-FFF2-40B4-BE49-F238E27FC236}">
                <a16:creationId xmlns:a16="http://schemas.microsoft.com/office/drawing/2014/main" id="{47F5BA24-0C9F-4683-B25F-B3463BD0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51911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5"/>
          </a:solidFill>
          <a:ln xmlns:a="http://schemas.openxmlformats.org/drawingml/2006/main" w="16193">
            <a:solidFill>
              <a:srgbClr val="8A789A"/>
            </a:solidFill>
            <a:prstDash val="solid"/>
          </a:ln>
        </p:spPr>
      </p:sp>
      <p:sp>
        <p:nvSpPr>
          <p:cNvPr id="25" name="B">
            <a:extLst xmlns:a="http://schemas.openxmlformats.org/drawingml/2006/main">
              <a:ext uri="{FF2B5EF4-FFF2-40B4-BE49-F238E27FC236}">
                <a16:creationId xmlns:a16="http://schemas.microsoft.com/office/drawing/2014/main" id="{14C21BF6-B8DB-4D9A-B3B7-A3482E16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51911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2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26" name="Buffers">
            <a:extLst xmlns:a="http://schemas.openxmlformats.org/drawingml/2006/main">
              <a:ext uri="{FF2B5EF4-FFF2-40B4-BE49-F238E27FC236}">
                <a16:creationId xmlns:a16="http://schemas.microsoft.com/office/drawing/2014/main" id="{FAFD68DB-FB0C-4DB8-B43E-31A0E34E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191125"/>
            <a:ext cx="2628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7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Buffers</a:t>
            </a:r>
          </a:p>
        </p:txBody>
      </p:sp>
      <p:sp>
        <p:nvSpPr>
          <p:cNvPr id="27" name="18 nodes">
            <a:extLst xmlns:a="http://schemas.openxmlformats.org/drawingml/2006/main">
              <a:ext uri="{FF2B5EF4-FFF2-40B4-BE49-F238E27FC236}">
                <a16:creationId xmlns:a16="http://schemas.microsoft.com/office/drawing/2014/main" id="{3AD6FB59-B89B-4CC6-A64E-514CB3FA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0545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18 nodes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5D3157-443D-4FAB-8AF5-D03DFD031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" y="3924300"/>
            <a:ext cx="297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D5D7D8"/>
            </a:solidFill>
            <a:prstDash val="solid"/>
          </a:ln>
        </p:spPr>
      </p:sp>
      <p:sp>
        <p:nvSpPr>
          <p:cNvPr id="29" name="15 prediction targets">
            <a:extLst xmlns:a="http://schemas.openxmlformats.org/drawingml/2006/main">
              <a:ext uri="{FF2B5EF4-FFF2-40B4-BE49-F238E27FC236}">
                <a16:creationId xmlns:a16="http://schemas.microsoft.com/office/drawing/2014/main" id="{40A617E4-1FC3-495C-B781-A342B4F9C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029325"/>
            <a:ext cx="3009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 i="0">
                <a:solidFill>
                  <a:srgbClr val="396B8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1" i="0">
                <a:solidFill>
                  <a:srgbClr val="396B8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396B88"/>
                </a:solidFill>
                <a:latin typeface="Times New Roman"/>
                <a:ea typeface="Times New Roman"/>
                <a:cs typeface="Times New Roman"/>
              </a:rPr>
              <a:t>15 prediction targets</a:t>
            </a:r>
          </a:p>
        </p:txBody>
      </p:sp>
      <p:sp>
        <p:nvSpPr>
          <p:cNvPr id="30" name="38 nodes with contextual resources">
            <a:extLst xmlns:a="http://schemas.openxmlformats.org/drawingml/2006/main">
              <a:ext uri="{FF2B5EF4-FFF2-40B4-BE49-F238E27FC236}">
                <a16:creationId xmlns:a16="http://schemas.microsoft.com/office/drawing/2014/main" id="{006D04C1-B727-451D-AB4F-30DA3DB3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34194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7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38 nodes with contextual resources</a:t>
            </a:r>
          </a:p>
        </p:txBody>
      </p:sp>
      <p:sp>
        <p:nvSpPr>
          <p:cNvPr id="31" name="Material availability is a feature">
            <a:extLst xmlns:a="http://schemas.openxmlformats.org/drawingml/2006/main">
              <a:ext uri="{FF2B5EF4-FFF2-40B4-BE49-F238E27FC236}">
                <a16:creationId xmlns:a16="http://schemas.microsoft.com/office/drawing/2014/main" id="{3CE58E56-3CC4-4A82-9FBD-E5F7BC70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191375"/>
            <a:ext cx="3381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 i="1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25" b="0" i="1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1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Material availability is a feature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74A3C1-B8FE-41F0-803F-6D863996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981504">
            <a:off x="3999455" y="2657475"/>
            <a:ext cx="2345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D5D7D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0066C8-F9CF-415D-B5FD-57171F8F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704776">
            <a:off x="5035345" y="2657475"/>
            <a:ext cx="17212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D5D7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67CC41-AB4B-465E-AFFD-61E06DDD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175616">
            <a:off x="5545448" y="2657475"/>
            <a:ext cx="214885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D5D7D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2F4CADC-75D4-467A-9E66-F999FAFF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20323">
            <a:off x="5726319" y="2657475"/>
            <a:ext cx="32349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D5D7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9633575-044A-4D84-92D5-F3DE0AC5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17905">
            <a:off x="3462325" y="2600325"/>
            <a:ext cx="1828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D5D7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40BA3A-F51E-4370-899E-C3C257B8A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108985">
            <a:off x="3937329" y="2600325"/>
            <a:ext cx="23266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D5D7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A3B6829-5970-4C9D-80BF-BD0B01E0A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41656">
            <a:off x="4116180" y="2600325"/>
            <a:ext cx="341671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D5D7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B6D8058-FAC1-479E-934D-81F34FA5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72721">
            <a:off x="4196471" y="2600325"/>
            <a:ext cx="47039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D5D7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024ACA5-9BB7-463A-A709-DDFD50C42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110675">
            <a:off x="3913068" y="4286250"/>
            <a:ext cx="175601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D5D7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B6997A6-7EA0-4FA2-814C-6029F4C66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106575">
            <a:off x="4685425" y="4286250"/>
            <a:ext cx="165910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D5D7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6992F9C-0E03-4F3D-BE62-E6CB2E316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212194">
            <a:off x="4953000" y="4286250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D5D7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2F6FB3C-E360-451D-A3B3-77A51CCB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425596">
            <a:off x="5047871" y="4286250"/>
            <a:ext cx="3829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D5D7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440DDF3-782E-47F6-982B-88944996D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370952">
            <a:off x="4209266" y="4286250"/>
            <a:ext cx="38210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D5D7D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757ADD4-369B-46DA-A5AC-489C4355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580144">
            <a:off x="5561644" y="4286250"/>
            <a:ext cx="25641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D5D7D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A7DE2EA-E179-4248-8EC3-AB3D296DD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675030">
            <a:off x="6739800" y="4286250"/>
            <a:ext cx="1655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D5D7D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3D8E931-6E6F-4CA2-8747-56B788FED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672982">
            <a:off x="7411223" y="4286250"/>
            <a:ext cx="17605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D5D7D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B36F0CE-FBCE-45AE-BC7C-42656D45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71975" y="3514725"/>
            <a:ext cx="1447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396B8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D7293B9-F4B8-4CC8-B386-A1E2EFDF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9775" y="3514725"/>
            <a:ext cx="1447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396B8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A80E6A1-59FC-4C1F-A9FB-5E817AE23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67575" y="3514725"/>
            <a:ext cx="1447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396B8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49F7426-62B0-45CD-A68A-450D86AE8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927433">
            <a:off x="3975959" y="3052763"/>
            <a:ext cx="93490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8A789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D13453E-B07C-4F70-BDFB-3793A7D53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714828">
            <a:off x="5393948" y="3048000"/>
            <a:ext cx="93737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8A789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FC3F3FE-1548-4EB6-9790-DBFC7664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70148">
            <a:off x="6810278" y="3048000"/>
            <a:ext cx="9336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8A789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2BD806E-2265-4C24-8840-84FE6A8A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937286">
            <a:off x="8192090" y="3057525"/>
            <a:ext cx="92274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8A789A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64C866A-267F-4AED-8D42-E95A4F64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0175" y="5057775"/>
            <a:ext cx="2657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B46954"/>
            </a:solidFill>
            <a:prstDash val="dash"/>
          </a:ln>
        </p:spPr>
      </p:sp>
      <p:sp>
        <p:nvSpPr>
          <p:cNvPr id="56" name="M1">
            <a:extLst xmlns:a="http://schemas.openxmlformats.org/drawingml/2006/main">
              <a:ext uri="{FF2B5EF4-FFF2-40B4-BE49-F238E27FC236}">
                <a16:creationId xmlns:a16="http://schemas.microsoft.com/office/drawing/2014/main" id="{0E2306E1-927A-4EAE-8DEA-1810810E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27660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4"/>
          </a:solidFill>
          <a:ln xmlns:a="http://schemas.openxmlformats.org/drawingml/2006/main" w="16193">
            <a:solidFill>
              <a:srgbClr val="396B88"/>
            </a:solidFill>
            <a:prstDash val="solid"/>
          </a:ln>
        </p:spPr>
      </p:sp>
      <p:sp>
        <p:nvSpPr>
          <p:cNvPr id="57" name="M1">
            <a:extLst xmlns:a="http://schemas.openxmlformats.org/drawingml/2006/main">
              <a:ext uri="{FF2B5EF4-FFF2-40B4-BE49-F238E27FC236}">
                <a16:creationId xmlns:a16="http://schemas.microsoft.com/office/drawing/2014/main" id="{F2584AE6-C1F4-411F-A8E8-F3C871423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2766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M1</a:t>
            </a:r>
          </a:p>
        </p:txBody>
      </p:sp>
      <p:sp>
        <p:nvSpPr>
          <p:cNvPr id="58" name="M2">
            <a:extLst xmlns:a="http://schemas.openxmlformats.org/drawingml/2006/main">
              <a:ext uri="{FF2B5EF4-FFF2-40B4-BE49-F238E27FC236}">
                <a16:creationId xmlns:a16="http://schemas.microsoft.com/office/drawing/2014/main" id="{F8AEFC6A-F79C-46DA-AC08-F25FBD6EA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27660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4"/>
          </a:solidFill>
          <a:ln xmlns:a="http://schemas.openxmlformats.org/drawingml/2006/main" w="16193">
            <a:solidFill>
              <a:srgbClr val="396B88"/>
            </a:solidFill>
            <a:prstDash val="solid"/>
          </a:ln>
        </p:spPr>
      </p:sp>
      <p:sp>
        <p:nvSpPr>
          <p:cNvPr id="59" name="M2">
            <a:extLst xmlns:a="http://schemas.openxmlformats.org/drawingml/2006/main">
              <a:ext uri="{FF2B5EF4-FFF2-40B4-BE49-F238E27FC236}">
                <a16:creationId xmlns:a16="http://schemas.microsoft.com/office/drawing/2014/main" id="{C2363144-E6F4-42D4-9120-FEB857D0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2766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M2</a:t>
            </a:r>
          </a:p>
        </p:txBody>
      </p:sp>
      <p:sp>
        <p:nvSpPr>
          <p:cNvPr id="60" name="M3">
            <a:extLst xmlns:a="http://schemas.openxmlformats.org/drawingml/2006/main">
              <a:ext uri="{FF2B5EF4-FFF2-40B4-BE49-F238E27FC236}">
                <a16:creationId xmlns:a16="http://schemas.microsoft.com/office/drawing/2014/main" id="{ECB41C43-60B6-45D8-AA0A-F58ED784B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7660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4"/>
          </a:solidFill>
          <a:ln xmlns:a="http://schemas.openxmlformats.org/drawingml/2006/main" w="16193">
            <a:solidFill>
              <a:srgbClr val="396B88"/>
            </a:solidFill>
            <a:prstDash val="solid"/>
          </a:ln>
        </p:spPr>
      </p:sp>
      <p:sp>
        <p:nvSpPr>
          <p:cNvPr id="61" name="M3">
            <a:extLst xmlns:a="http://schemas.openxmlformats.org/drawingml/2006/main">
              <a:ext uri="{FF2B5EF4-FFF2-40B4-BE49-F238E27FC236}">
                <a16:creationId xmlns:a16="http://schemas.microsoft.com/office/drawing/2014/main" id="{C6529BDE-226D-4E3D-9E5B-CDE935CB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766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M3</a:t>
            </a:r>
          </a:p>
        </p:txBody>
      </p:sp>
      <p:sp>
        <p:nvSpPr>
          <p:cNvPr id="62" name="M4">
            <a:extLst xmlns:a="http://schemas.openxmlformats.org/drawingml/2006/main">
              <a:ext uri="{FF2B5EF4-FFF2-40B4-BE49-F238E27FC236}">
                <a16:creationId xmlns:a16="http://schemas.microsoft.com/office/drawing/2014/main" id="{9B2B517F-F72C-4C57-99F9-A42C6E60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7660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4"/>
          </a:solidFill>
          <a:ln xmlns:a="http://schemas.openxmlformats.org/drawingml/2006/main" w="16193">
            <a:solidFill>
              <a:srgbClr val="396B88"/>
            </a:solidFill>
            <a:prstDash val="solid"/>
          </a:ln>
        </p:spPr>
      </p:sp>
      <p:sp>
        <p:nvSpPr>
          <p:cNvPr id="63" name="M4">
            <a:extLst xmlns:a="http://schemas.openxmlformats.org/drawingml/2006/main">
              <a:ext uri="{FF2B5EF4-FFF2-40B4-BE49-F238E27FC236}">
                <a16:creationId xmlns:a16="http://schemas.microsoft.com/office/drawing/2014/main" id="{21F540DB-76BF-4435-85FC-3CC7083F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766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M4</a:t>
            </a:r>
          </a:p>
        </p:txBody>
      </p:sp>
      <p:sp>
        <p:nvSpPr>
          <p:cNvPr id="64" name="B1">
            <a:extLst xmlns:a="http://schemas.openxmlformats.org/drawingml/2006/main">
              <a:ext uri="{FF2B5EF4-FFF2-40B4-BE49-F238E27FC236}">
                <a16:creationId xmlns:a16="http://schemas.microsoft.com/office/drawing/2014/main" id="{910D5E41-49EE-4171-8C0B-8411C7891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812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5"/>
          </a:solidFill>
          <a:ln xmlns:a="http://schemas.openxmlformats.org/drawingml/2006/main" w="16193">
            <a:solidFill>
              <a:srgbClr val="8A789A"/>
            </a:solidFill>
            <a:prstDash val="solid"/>
          </a:ln>
        </p:spPr>
      </p:sp>
      <p:sp>
        <p:nvSpPr>
          <p:cNvPr id="65" name="B1">
            <a:extLst xmlns:a="http://schemas.openxmlformats.org/drawingml/2006/main">
              <a:ext uri="{FF2B5EF4-FFF2-40B4-BE49-F238E27FC236}">
                <a16:creationId xmlns:a16="http://schemas.microsoft.com/office/drawing/2014/main" id="{BA0EF70B-4B12-43FB-B954-4565F6EC0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812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2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2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2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B1</a:t>
            </a:r>
          </a:p>
        </p:txBody>
      </p:sp>
      <p:sp>
        <p:nvSpPr>
          <p:cNvPr id="66" name="B2">
            <a:extLst xmlns:a="http://schemas.openxmlformats.org/drawingml/2006/main">
              <a:ext uri="{FF2B5EF4-FFF2-40B4-BE49-F238E27FC236}">
                <a16:creationId xmlns:a16="http://schemas.microsoft.com/office/drawing/2014/main" id="{86B73FCA-200B-446D-84C3-35FB549F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371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5"/>
          </a:solidFill>
          <a:ln xmlns:a="http://schemas.openxmlformats.org/drawingml/2006/main" w="16193">
            <a:solidFill>
              <a:srgbClr val="8A789A"/>
            </a:solidFill>
            <a:prstDash val="solid"/>
          </a:ln>
        </p:spPr>
      </p:sp>
      <p:sp>
        <p:nvSpPr>
          <p:cNvPr id="67" name="B2">
            <a:extLst xmlns:a="http://schemas.openxmlformats.org/drawingml/2006/main">
              <a:ext uri="{FF2B5EF4-FFF2-40B4-BE49-F238E27FC236}">
                <a16:creationId xmlns:a16="http://schemas.microsoft.com/office/drawing/2014/main" id="{8DA8C3E4-9AD3-410B-A0CD-CE503BB50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2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2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2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B2</a:t>
            </a:r>
          </a:p>
        </p:txBody>
      </p:sp>
      <p:sp>
        <p:nvSpPr>
          <p:cNvPr id="68" name="B3">
            <a:extLst xmlns:a="http://schemas.openxmlformats.org/drawingml/2006/main">
              <a:ext uri="{FF2B5EF4-FFF2-40B4-BE49-F238E27FC236}">
                <a16:creationId xmlns:a16="http://schemas.microsoft.com/office/drawing/2014/main" id="{73341CCD-D757-47EE-82CC-49B8FE68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371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5"/>
          </a:solidFill>
          <a:ln xmlns:a="http://schemas.openxmlformats.org/drawingml/2006/main" w="16193">
            <a:solidFill>
              <a:srgbClr val="8A789A"/>
            </a:solidFill>
            <a:prstDash val="solid"/>
          </a:ln>
        </p:spPr>
      </p:sp>
      <p:sp>
        <p:nvSpPr>
          <p:cNvPr id="69" name="B3">
            <a:extLst xmlns:a="http://schemas.openxmlformats.org/drawingml/2006/main">
              <a:ext uri="{FF2B5EF4-FFF2-40B4-BE49-F238E27FC236}">
                <a16:creationId xmlns:a16="http://schemas.microsoft.com/office/drawing/2014/main" id="{5EEAFE65-C10D-41F7-A386-6A20B2BF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2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2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2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B3</a:t>
            </a:r>
          </a:p>
        </p:txBody>
      </p:sp>
      <p:sp>
        <p:nvSpPr>
          <p:cNvPr id="70" name="B4">
            <a:extLst xmlns:a="http://schemas.openxmlformats.org/drawingml/2006/main">
              <a:ext uri="{FF2B5EF4-FFF2-40B4-BE49-F238E27FC236}">
                <a16:creationId xmlns:a16="http://schemas.microsoft.com/office/drawing/2014/main" id="{604C9F33-384B-4CA0-83FD-101ECBAD6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907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5"/>
          </a:solidFill>
          <a:ln xmlns:a="http://schemas.openxmlformats.org/drawingml/2006/main" w="16193">
            <a:solidFill>
              <a:srgbClr val="8A789A"/>
            </a:solidFill>
            <a:prstDash val="solid"/>
          </a:ln>
        </p:spPr>
      </p:sp>
      <p:sp>
        <p:nvSpPr>
          <p:cNvPr id="71" name="B4">
            <a:extLst xmlns:a="http://schemas.openxmlformats.org/drawingml/2006/main">
              <a:ext uri="{FF2B5EF4-FFF2-40B4-BE49-F238E27FC236}">
                <a16:creationId xmlns:a16="http://schemas.microsoft.com/office/drawing/2014/main" id="{919F6F7C-2ECB-4496-B17D-A110E201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9077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2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2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2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B4</a:t>
            </a:r>
          </a:p>
        </p:txBody>
      </p:sp>
      <p:sp>
        <p:nvSpPr>
          <p:cNvPr id="72" name="G1">
            <a:extLst xmlns:a="http://schemas.openxmlformats.org/drawingml/2006/main">
              <a:ext uri="{FF2B5EF4-FFF2-40B4-BE49-F238E27FC236}">
                <a16:creationId xmlns:a16="http://schemas.microsoft.com/office/drawing/2014/main" id="{61B23BAA-5016-4F5F-8B31-4319C5A68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590675"/>
            <a:ext cx="419100" cy="4191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F6F0E5"/>
          </a:solidFill>
          <a:ln xmlns:a="http://schemas.openxmlformats.org/drawingml/2006/main" w="16193">
            <a:solidFill>
              <a:srgbClr val="B28A44"/>
            </a:solidFill>
            <a:prstDash val="solid"/>
          </a:ln>
        </p:spPr>
      </p:sp>
      <p:sp>
        <p:nvSpPr>
          <p:cNvPr id="73" name="G1">
            <a:extLst xmlns:a="http://schemas.openxmlformats.org/drawingml/2006/main">
              <a:ext uri="{FF2B5EF4-FFF2-40B4-BE49-F238E27FC236}">
                <a16:creationId xmlns:a16="http://schemas.microsoft.com/office/drawing/2014/main" id="{19B931F2-3C7A-43C0-BD7A-B7A9A6CE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59067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2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2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2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G1</a:t>
            </a:r>
          </a:p>
        </p:txBody>
      </p:sp>
      <p:sp>
        <p:nvSpPr>
          <p:cNvPr id="74" name="H1">
            <a:extLst xmlns:a="http://schemas.openxmlformats.org/drawingml/2006/main">
              <a:ext uri="{FF2B5EF4-FFF2-40B4-BE49-F238E27FC236}">
                <a16:creationId xmlns:a16="http://schemas.microsoft.com/office/drawing/2014/main" id="{DB89AB06-5E42-48B7-9EC8-6833B731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4763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16193">
            <a:solidFill>
              <a:srgbClr val="488778"/>
            </a:solidFill>
            <a:prstDash val="solid"/>
          </a:ln>
        </p:spPr>
      </p:sp>
      <p:sp>
        <p:nvSpPr>
          <p:cNvPr id="75" name="H1">
            <a:extLst xmlns:a="http://schemas.openxmlformats.org/drawingml/2006/main">
              <a:ext uri="{FF2B5EF4-FFF2-40B4-BE49-F238E27FC236}">
                <a16:creationId xmlns:a16="http://schemas.microsoft.com/office/drawing/2014/main" id="{BC568558-7995-483A-98F3-3F95BAA94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47637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2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2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2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H1</a:t>
            </a:r>
          </a:p>
        </p:txBody>
      </p:sp>
      <p:sp>
        <p:nvSpPr>
          <p:cNvPr id="76" name="R1">
            <a:extLst xmlns:a="http://schemas.openxmlformats.org/drawingml/2006/main">
              <a:ext uri="{FF2B5EF4-FFF2-40B4-BE49-F238E27FC236}">
                <a16:creationId xmlns:a16="http://schemas.microsoft.com/office/drawing/2014/main" id="{77F8E9B8-E528-41BC-B4DF-645F8862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848225"/>
            <a:ext cx="419100" cy="4191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8ECE7"/>
          </a:solidFill>
          <a:ln xmlns:a="http://schemas.openxmlformats.org/drawingml/2006/main" w="16193">
            <a:solidFill>
              <a:srgbClr val="B46954"/>
            </a:solidFill>
            <a:prstDash val="solid"/>
          </a:ln>
        </p:spPr>
      </p:sp>
      <p:sp>
        <p:nvSpPr>
          <p:cNvPr id="77" name="R1">
            <a:extLst xmlns:a="http://schemas.openxmlformats.org/drawingml/2006/main">
              <a:ext uri="{FF2B5EF4-FFF2-40B4-BE49-F238E27FC236}">
                <a16:creationId xmlns:a16="http://schemas.microsoft.com/office/drawing/2014/main" id="{859B9152-C270-4E5C-862A-227ED8A8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848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2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2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2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R1</a:t>
            </a:r>
          </a:p>
        </p:txBody>
      </p:sp>
      <p:sp>
        <p:nvSpPr>
          <p:cNvPr id="78" name="R2">
            <a:extLst xmlns:a="http://schemas.openxmlformats.org/drawingml/2006/main">
              <a:ext uri="{FF2B5EF4-FFF2-40B4-BE49-F238E27FC236}">
                <a16:creationId xmlns:a16="http://schemas.microsoft.com/office/drawing/2014/main" id="{6E8BDBA9-9A6C-46F1-AA87-4301B9E8E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848225"/>
            <a:ext cx="419100" cy="4191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8ECE7"/>
          </a:solidFill>
          <a:ln xmlns:a="http://schemas.openxmlformats.org/drawingml/2006/main" w="16193">
            <a:solidFill>
              <a:srgbClr val="B46954"/>
            </a:solidFill>
            <a:prstDash val="solid"/>
          </a:ln>
        </p:spPr>
      </p:sp>
      <p:sp>
        <p:nvSpPr>
          <p:cNvPr id="79" name="R2">
            <a:extLst xmlns:a="http://schemas.openxmlformats.org/drawingml/2006/main">
              <a:ext uri="{FF2B5EF4-FFF2-40B4-BE49-F238E27FC236}">
                <a16:creationId xmlns:a16="http://schemas.microsoft.com/office/drawing/2014/main" id="{4424C594-4D6D-4573-BA42-679FCF30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848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2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2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2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R2</a:t>
            </a:r>
          </a:p>
        </p:txBody>
      </p:sp>
      <p:sp>
        <p:nvSpPr>
          <p:cNvPr id="80" name="Process chain">
            <a:extLst xmlns:a="http://schemas.openxmlformats.org/drawingml/2006/main">
              <a:ext uri="{FF2B5EF4-FFF2-40B4-BE49-F238E27FC236}">
                <a16:creationId xmlns:a16="http://schemas.microsoft.com/office/drawing/2014/main" id="{F0ACE36C-8422-4B9C-AE4C-7A6818BD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857625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 i="1">
                <a:solidFill>
                  <a:srgbClr val="396B8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0" i="1">
                <a:solidFill>
                  <a:srgbClr val="396B8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1">
                <a:solidFill>
                  <a:srgbClr val="396B88"/>
                </a:solidFill>
                <a:latin typeface="Times New Roman"/>
                <a:ea typeface="Times New Roman"/>
                <a:cs typeface="Times New Roman"/>
              </a:rPr>
              <a:t>Process chain</a:t>
            </a:r>
          </a:p>
        </p:txBody>
      </p:sp>
      <p:sp>
        <p:nvSpPr>
          <p:cNvPr id="81" name="Resource–machine service">
            <a:extLst xmlns:a="http://schemas.openxmlformats.org/drawingml/2006/main">
              <a:ext uri="{FF2B5EF4-FFF2-40B4-BE49-F238E27FC236}">
                <a16:creationId xmlns:a16="http://schemas.microsoft.com/office/drawing/2014/main" id="{5AC21C01-8A71-4493-B264-E43AD9A9F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53390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Resource–machine service</a:t>
            </a:r>
          </a:p>
        </p:txBody>
      </p:sp>
      <p:sp>
        <p:nvSpPr>
          <p:cNvPr id="82" name="Buffer association">
            <a:extLst xmlns:a="http://schemas.openxmlformats.org/drawingml/2006/main">
              <a:ext uri="{FF2B5EF4-FFF2-40B4-BE49-F238E27FC236}">
                <a16:creationId xmlns:a16="http://schemas.microsoft.com/office/drawing/2014/main" id="{91E38663-11F2-4195-9583-188337FBF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114550"/>
            <a:ext cx="23717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 i="1">
                <a:solidFill>
                  <a:srgbClr val="8A789A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00" b="0" i="1">
                <a:solidFill>
                  <a:srgbClr val="8A789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1">
                <a:solidFill>
                  <a:srgbClr val="8A789A"/>
                </a:solidFill>
                <a:latin typeface="Times New Roman"/>
                <a:ea typeface="Times New Roman"/>
                <a:cs typeface="Times New Roman"/>
              </a:rPr>
              <a:t>Buffer association</a:t>
            </a:r>
          </a:p>
        </p:txBody>
      </p:sp>
      <p:sp>
        <p:nvSpPr>
          <p:cNvPr id="83" name="Illustrative subgraph">
            <a:extLst xmlns:a="http://schemas.openxmlformats.org/drawingml/2006/main">
              <a:ext uri="{FF2B5EF4-FFF2-40B4-BE49-F238E27FC236}">
                <a16:creationId xmlns:a16="http://schemas.microsoft.com/office/drawing/2014/main" id="{3BFB650A-E381-4934-B164-22449D3F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5553075"/>
            <a:ext cx="35147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 i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650" b="0" i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Illustrative subgraph</a:t>
            </a:r>
          </a:p>
        </p:txBody>
      </p:sp>
      <p:sp>
        <p:nvSpPr>
          <p:cNvPr id="84" name="Weighted, undirected connectivity">
            <a:extLst xmlns:a="http://schemas.openxmlformats.org/drawingml/2006/main">
              <a:ext uri="{FF2B5EF4-FFF2-40B4-BE49-F238E27FC236}">
                <a16:creationId xmlns:a16="http://schemas.microsoft.com/office/drawing/2014/main" id="{E1B872F0-4356-4994-AC1B-7BE96419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99122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8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Weighted, undirected connectivity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4A7F642-CBB6-4838-B86B-516CF048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7200" y="666750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96B88"/>
            </a:solidFill>
            <a:prstDash val="solid"/>
          </a:ln>
        </p:spPr>
      </p:sp>
      <p:sp>
        <p:nvSpPr>
          <p:cNvPr id="86" name="process / equipment relations">
            <a:extLst xmlns:a="http://schemas.openxmlformats.org/drawingml/2006/main">
              <a:ext uri="{FF2B5EF4-FFF2-40B4-BE49-F238E27FC236}">
                <a16:creationId xmlns:a16="http://schemas.microsoft.com/office/drawing/2014/main" id="{99EA3D9B-3FEA-4405-A057-355847F57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515100"/>
            <a:ext cx="407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process / equipment relations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46681AA-7A51-41FF-8747-16EE0199D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7200" y="714375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D7D8"/>
            </a:solidFill>
            <a:prstDash val="solid"/>
          </a:ln>
        </p:spPr>
      </p:sp>
      <p:sp>
        <p:nvSpPr>
          <p:cNvPr id="88" name="service / context relations">
            <a:extLst xmlns:a="http://schemas.openxmlformats.org/drawingml/2006/main">
              <a:ext uri="{FF2B5EF4-FFF2-40B4-BE49-F238E27FC236}">
                <a16:creationId xmlns:a16="http://schemas.microsoft.com/office/drawing/2014/main" id="{C3D64D82-E17D-46A5-A995-98D0F62CE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991350"/>
            <a:ext cx="404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service / context relations</a:t>
            </a:r>
          </a:p>
        </p:txBody>
      </p:sp>
      <p:sp>
        <p:nvSpPr>
          <p:cNvPr id="89" name="Historical node features">
            <a:extLst xmlns:a="http://schemas.openxmlformats.org/drawingml/2006/main">
              <a:ext uri="{FF2B5EF4-FFF2-40B4-BE49-F238E27FC236}">
                <a16:creationId xmlns:a16="http://schemas.microsoft.com/office/drawing/2014/main" id="{DB7DFD82-C3AF-4B97-850F-A54EB93F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571625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Historical node features</a:t>
            </a:r>
          </a:p>
        </p:txBody>
      </p:sp>
      <p:sp>
        <p:nvSpPr>
          <p:cNvPr id="90" name="rect-182">
            <a:extLst xmlns:a="http://schemas.openxmlformats.org/drawingml/2006/main">
              <a:ext uri="{FF2B5EF4-FFF2-40B4-BE49-F238E27FC236}">
                <a16:creationId xmlns:a16="http://schemas.microsoft.com/office/drawing/2014/main" id="{4CFF43A8-8E28-4D6B-8D58-7D36885D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0478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1" name="Q">
            <a:extLst xmlns:a="http://schemas.openxmlformats.org/drawingml/2006/main">
              <a:ext uri="{FF2B5EF4-FFF2-40B4-BE49-F238E27FC236}">
                <a16:creationId xmlns:a16="http://schemas.microsoft.com/office/drawing/2014/main" id="{8BA53B48-3DED-42F3-9873-135B30A2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066925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42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92" name="rect-183">
            <a:extLst xmlns:a="http://schemas.openxmlformats.org/drawingml/2006/main">
              <a:ext uri="{FF2B5EF4-FFF2-40B4-BE49-F238E27FC236}">
                <a16:creationId xmlns:a16="http://schemas.microsoft.com/office/drawing/2014/main" id="{673DBA22-0708-4FA8-A772-73AE9BBB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047875"/>
            <a:ext cx="6000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3" name="S">
            <a:extLst xmlns:a="http://schemas.openxmlformats.org/drawingml/2006/main">
              <a:ext uri="{FF2B5EF4-FFF2-40B4-BE49-F238E27FC236}">
                <a16:creationId xmlns:a16="http://schemas.microsoft.com/office/drawing/2014/main" id="{23E5E1F4-709D-43E4-A33C-9BAAB3B7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066925"/>
            <a:ext cx="6000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42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94" name="rect-184">
            <a:extLst xmlns:a="http://schemas.openxmlformats.org/drawingml/2006/main">
              <a:ext uri="{FF2B5EF4-FFF2-40B4-BE49-F238E27FC236}">
                <a16:creationId xmlns:a16="http://schemas.microsoft.com/office/drawing/2014/main" id="{9DC7916F-4385-4091-AC01-F8A50C45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20478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5" name="L">
            <a:extLst xmlns:a="http://schemas.openxmlformats.org/drawingml/2006/main">
              <a:ext uri="{FF2B5EF4-FFF2-40B4-BE49-F238E27FC236}">
                <a16:creationId xmlns:a16="http://schemas.microsoft.com/office/drawing/2014/main" id="{2F3E7A87-3E94-4661-8089-05CBEAD6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2066925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42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L</a:t>
            </a:r>
          </a:p>
        </p:txBody>
      </p:sp>
      <p:sp>
        <p:nvSpPr>
          <p:cNvPr id="96" name="rect-185">
            <a:extLst xmlns:a="http://schemas.openxmlformats.org/drawingml/2006/main">
              <a:ext uri="{FF2B5EF4-FFF2-40B4-BE49-F238E27FC236}">
                <a16:creationId xmlns:a16="http://schemas.microsoft.com/office/drawing/2014/main" id="{08D78700-2BC9-49B3-914B-9010B51C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2047875"/>
            <a:ext cx="247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7" name="A">
            <a:extLst xmlns:a="http://schemas.openxmlformats.org/drawingml/2006/main">
              <a:ext uri="{FF2B5EF4-FFF2-40B4-BE49-F238E27FC236}">
                <a16:creationId xmlns:a16="http://schemas.microsoft.com/office/drawing/2014/main" id="{911516E2-82F6-4AE3-8890-6B8FF7C6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2066925"/>
            <a:ext cx="24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42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98" name="rect-186">
            <a:extLst xmlns:a="http://schemas.openxmlformats.org/drawingml/2006/main">
              <a:ext uri="{FF2B5EF4-FFF2-40B4-BE49-F238E27FC236}">
                <a16:creationId xmlns:a16="http://schemas.microsoft.com/office/drawing/2014/main" id="{42864FB9-E9E3-4729-997C-1EB241947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2047875"/>
            <a:ext cx="700088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9" name="C">
            <a:extLst xmlns:a="http://schemas.openxmlformats.org/drawingml/2006/main">
              <a:ext uri="{FF2B5EF4-FFF2-40B4-BE49-F238E27FC236}">
                <a16:creationId xmlns:a16="http://schemas.microsoft.com/office/drawing/2014/main" id="{79B2776D-C3C3-4BE8-8F75-8AFA0887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2066925"/>
            <a:ext cx="70008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42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100" name="rect-187">
            <a:extLst xmlns:a="http://schemas.openxmlformats.org/drawingml/2006/main">
              <a:ext uri="{FF2B5EF4-FFF2-40B4-BE49-F238E27FC236}">
                <a16:creationId xmlns:a16="http://schemas.microsoft.com/office/drawing/2014/main" id="{B3D0596E-F4AF-499F-B34A-FDDCB373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3913" y="2047875"/>
            <a:ext cx="50006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CE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1" name="T">
            <a:extLst xmlns:a="http://schemas.openxmlformats.org/drawingml/2006/main">
              <a:ext uri="{FF2B5EF4-FFF2-40B4-BE49-F238E27FC236}">
                <a16:creationId xmlns:a16="http://schemas.microsoft.com/office/drawing/2014/main" id="{E45125EC-845D-4CEE-B248-4DF1D3D0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3913" y="2066925"/>
            <a:ext cx="500063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42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102" name="Queue · Stall · Logistics · Availability">
            <a:extLst xmlns:a="http://schemas.openxmlformats.org/drawingml/2006/main">
              <a:ext uri="{FF2B5EF4-FFF2-40B4-BE49-F238E27FC236}">
                <a16:creationId xmlns:a16="http://schemas.microsoft.com/office/drawing/2014/main" id="{15013AEB-AD11-4DE7-A553-E402D1D97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609850"/>
            <a:ext cx="36099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Queue · Stall · Logistics · Availability</a:t>
            </a:r>
          </a:p>
        </p:txBody>
      </p:sp>
      <p:sp>
        <p:nvSpPr>
          <p:cNvPr id="103" name="Context · Resource type">
            <a:extLst xmlns:a="http://schemas.openxmlformats.org/drawingml/2006/main">
              <a:ext uri="{FF2B5EF4-FFF2-40B4-BE49-F238E27FC236}">
                <a16:creationId xmlns:a16="http://schemas.microsoft.com/office/drawing/2014/main" id="{CD7819CA-178E-4F72-AB7B-9781EA4D8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867025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Context · Resource type</a:t>
            </a:r>
          </a:p>
        </p:txBody>
      </p:sp>
      <p:sp>
        <p:nvSpPr>
          <p:cNvPr id="104" name="rect-188">
            <a:extLst xmlns:a="http://schemas.openxmlformats.org/drawingml/2006/main">
              <a:ext uri="{FF2B5EF4-FFF2-40B4-BE49-F238E27FC236}">
                <a16:creationId xmlns:a16="http://schemas.microsoft.com/office/drawing/2014/main" id="{95A0676E-6BB2-4981-B9FB-B7FF48C1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200400"/>
            <a:ext cx="23050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4"/>
          </a:solidFill>
          <a:ln xmlns:a="http://schemas.openxmlformats.org/drawingml/2006/main" w="7620">
            <a:solidFill>
              <a:srgbClr val="D5D7D8"/>
            </a:solidFill>
            <a:prstDash val="solid"/>
          </a:ln>
        </p:spPr>
      </p:sp>
      <p:sp>
        <p:nvSpPr>
          <p:cNvPr id="105" name="rect-189">
            <a:extLst xmlns:a="http://schemas.openxmlformats.org/drawingml/2006/main">
              <a:ext uri="{FF2B5EF4-FFF2-40B4-BE49-F238E27FC236}">
                <a16:creationId xmlns:a16="http://schemas.microsoft.com/office/drawing/2014/main" id="{A0DCDF19-B005-4ED9-BE31-B29E7F04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286125"/>
            <a:ext cx="23050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4"/>
          </a:solidFill>
          <a:ln xmlns:a="http://schemas.openxmlformats.org/drawingml/2006/main" w="7620">
            <a:solidFill>
              <a:srgbClr val="D5D7D8"/>
            </a:solidFill>
            <a:prstDash val="solid"/>
          </a:ln>
        </p:spPr>
      </p:sp>
      <p:sp>
        <p:nvSpPr>
          <p:cNvPr id="106" name="rect-190">
            <a:extLst xmlns:a="http://schemas.openxmlformats.org/drawingml/2006/main">
              <a:ext uri="{FF2B5EF4-FFF2-40B4-BE49-F238E27FC236}">
                <a16:creationId xmlns:a16="http://schemas.microsoft.com/office/drawing/2014/main" id="{03F54A9C-4A08-4EE2-AB4E-E228298B9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71850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07" name="rect-191">
            <a:extLst xmlns:a="http://schemas.openxmlformats.org/drawingml/2006/main">
              <a:ext uri="{FF2B5EF4-FFF2-40B4-BE49-F238E27FC236}">
                <a16:creationId xmlns:a16="http://schemas.microsoft.com/office/drawing/2014/main" id="{B45E3CC1-8C8F-438C-BACD-16B3AAA01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1438" y="3371850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08" name="rect-192">
            <a:extLst xmlns:a="http://schemas.openxmlformats.org/drawingml/2006/main">
              <a:ext uri="{FF2B5EF4-FFF2-40B4-BE49-F238E27FC236}">
                <a16:creationId xmlns:a16="http://schemas.microsoft.com/office/drawing/2014/main" id="{F930B296-DD8D-42D2-83C0-38AA140E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3525" y="3371850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5BC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09" name="rect-193">
            <a:extLst xmlns:a="http://schemas.openxmlformats.org/drawingml/2006/main">
              <a:ext uri="{FF2B5EF4-FFF2-40B4-BE49-F238E27FC236}">
                <a16:creationId xmlns:a16="http://schemas.microsoft.com/office/drawing/2014/main" id="{25208810-325B-4B8C-81C5-A63D6DAD5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5613" y="3371850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CD9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10" name="rect-194">
            <a:extLst xmlns:a="http://schemas.openxmlformats.org/drawingml/2006/main">
              <a:ext uri="{FF2B5EF4-FFF2-40B4-BE49-F238E27FC236}">
                <a16:creationId xmlns:a16="http://schemas.microsoft.com/office/drawing/2014/main" id="{9F8C7ADE-6250-4250-8E2D-81BC7DE9D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7700" y="3371850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11" name="rect-195">
            <a:extLst xmlns:a="http://schemas.openxmlformats.org/drawingml/2006/main">
              <a:ext uri="{FF2B5EF4-FFF2-40B4-BE49-F238E27FC236}">
                <a16:creationId xmlns:a16="http://schemas.microsoft.com/office/drawing/2014/main" id="{A5D0ADAA-E28E-42D4-BFBD-EF629DE6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9788" y="3371850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12" name="rect-196">
            <a:extLst xmlns:a="http://schemas.openxmlformats.org/drawingml/2006/main">
              <a:ext uri="{FF2B5EF4-FFF2-40B4-BE49-F238E27FC236}">
                <a16:creationId xmlns:a16="http://schemas.microsoft.com/office/drawing/2014/main" id="{4174AE88-BE18-4C71-A858-23330F77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371850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5BC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13" name="rect-197">
            <a:extLst xmlns:a="http://schemas.openxmlformats.org/drawingml/2006/main">
              <a:ext uri="{FF2B5EF4-FFF2-40B4-BE49-F238E27FC236}">
                <a16:creationId xmlns:a16="http://schemas.microsoft.com/office/drawing/2014/main" id="{801D433B-71E9-488A-9366-51E895BC9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3963" y="3371850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CD9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14" name="rect-198">
            <a:extLst xmlns:a="http://schemas.openxmlformats.org/drawingml/2006/main">
              <a:ext uri="{FF2B5EF4-FFF2-40B4-BE49-F238E27FC236}">
                <a16:creationId xmlns:a16="http://schemas.microsoft.com/office/drawing/2014/main" id="{BA6AC264-48FA-4521-9ACE-E685C2DD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6050" y="3371850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15" name="rect-199">
            <a:extLst xmlns:a="http://schemas.openxmlformats.org/drawingml/2006/main">
              <a:ext uri="{FF2B5EF4-FFF2-40B4-BE49-F238E27FC236}">
                <a16:creationId xmlns:a16="http://schemas.microsoft.com/office/drawing/2014/main" id="{366F0503-51F8-4DA8-B2BF-2429738F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8138" y="3371850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16" name="rect-200">
            <a:extLst xmlns:a="http://schemas.openxmlformats.org/drawingml/2006/main">
              <a:ext uri="{FF2B5EF4-FFF2-40B4-BE49-F238E27FC236}">
                <a16:creationId xmlns:a16="http://schemas.microsoft.com/office/drawing/2014/main" id="{8EA4EF1A-06CE-4B7E-9D12-863B665D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0225" y="3371850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5BC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17" name="rect-201">
            <a:extLst xmlns:a="http://schemas.openxmlformats.org/drawingml/2006/main">
              <a:ext uri="{FF2B5EF4-FFF2-40B4-BE49-F238E27FC236}">
                <a16:creationId xmlns:a16="http://schemas.microsoft.com/office/drawing/2014/main" id="{E5E88FBA-C784-48ED-A3CC-5004D500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2313" y="3371850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CD9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18" name="rect-202">
            <a:extLst xmlns:a="http://schemas.openxmlformats.org/drawingml/2006/main">
              <a:ext uri="{FF2B5EF4-FFF2-40B4-BE49-F238E27FC236}">
                <a16:creationId xmlns:a16="http://schemas.microsoft.com/office/drawing/2014/main" id="{7AF2E080-6DAE-429B-AE25-19010E09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528332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19" name="rect-203">
            <a:extLst xmlns:a="http://schemas.openxmlformats.org/drawingml/2006/main">
              <a:ext uri="{FF2B5EF4-FFF2-40B4-BE49-F238E27FC236}">
                <a16:creationId xmlns:a16="http://schemas.microsoft.com/office/drawing/2014/main" id="{435E1FB1-6B7B-48DB-990E-B055A9605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1438" y="3528332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20" name="rect-204">
            <a:extLst xmlns:a="http://schemas.openxmlformats.org/drawingml/2006/main">
              <a:ext uri="{FF2B5EF4-FFF2-40B4-BE49-F238E27FC236}">
                <a16:creationId xmlns:a16="http://schemas.microsoft.com/office/drawing/2014/main" id="{85068D13-DF74-4A5B-9918-EA6DE0D7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3525" y="3528332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21" name="rect-205">
            <a:extLst xmlns:a="http://schemas.openxmlformats.org/drawingml/2006/main">
              <a:ext uri="{FF2B5EF4-FFF2-40B4-BE49-F238E27FC236}">
                <a16:creationId xmlns:a16="http://schemas.microsoft.com/office/drawing/2014/main" id="{BA564445-0F76-4979-A3D6-01C48FCA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5613" y="3528332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22" name="rect-206">
            <a:extLst xmlns:a="http://schemas.openxmlformats.org/drawingml/2006/main">
              <a:ext uri="{FF2B5EF4-FFF2-40B4-BE49-F238E27FC236}">
                <a16:creationId xmlns:a16="http://schemas.microsoft.com/office/drawing/2014/main" id="{01F4E5C4-8BB9-440C-9335-15D2604BB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7700" y="3528332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23" name="rect-207">
            <a:extLst xmlns:a="http://schemas.openxmlformats.org/drawingml/2006/main">
              <a:ext uri="{FF2B5EF4-FFF2-40B4-BE49-F238E27FC236}">
                <a16:creationId xmlns:a16="http://schemas.microsoft.com/office/drawing/2014/main" id="{B67AA71F-9AA6-4C87-8E65-2F2BACAD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9788" y="3528332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24" name="rect-208">
            <a:extLst xmlns:a="http://schemas.openxmlformats.org/drawingml/2006/main">
              <a:ext uri="{FF2B5EF4-FFF2-40B4-BE49-F238E27FC236}">
                <a16:creationId xmlns:a16="http://schemas.microsoft.com/office/drawing/2014/main" id="{A39F2277-DD77-4357-B9F1-6A330FDC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528332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25" name="rect-209">
            <a:extLst xmlns:a="http://schemas.openxmlformats.org/drawingml/2006/main">
              <a:ext uri="{FF2B5EF4-FFF2-40B4-BE49-F238E27FC236}">
                <a16:creationId xmlns:a16="http://schemas.microsoft.com/office/drawing/2014/main" id="{A6A61FFB-1429-496E-B5A7-B904A579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3963" y="3528332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26" name="rect-210">
            <a:extLst xmlns:a="http://schemas.openxmlformats.org/drawingml/2006/main">
              <a:ext uri="{FF2B5EF4-FFF2-40B4-BE49-F238E27FC236}">
                <a16:creationId xmlns:a16="http://schemas.microsoft.com/office/drawing/2014/main" id="{7EC4D936-38A7-4742-9F20-413A4DCF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6050" y="3528332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27" name="rect-211">
            <a:extLst xmlns:a="http://schemas.openxmlformats.org/drawingml/2006/main">
              <a:ext uri="{FF2B5EF4-FFF2-40B4-BE49-F238E27FC236}">
                <a16:creationId xmlns:a16="http://schemas.microsoft.com/office/drawing/2014/main" id="{CD2C8E86-9942-4622-A9F7-F8256E97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8138" y="3528332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28" name="rect-212">
            <a:extLst xmlns:a="http://schemas.openxmlformats.org/drawingml/2006/main">
              <a:ext uri="{FF2B5EF4-FFF2-40B4-BE49-F238E27FC236}">
                <a16:creationId xmlns:a16="http://schemas.microsoft.com/office/drawing/2014/main" id="{D293A712-076B-450E-B579-DD9EBC23E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0225" y="3528332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29" name="rect-213">
            <a:extLst xmlns:a="http://schemas.openxmlformats.org/drawingml/2006/main">
              <a:ext uri="{FF2B5EF4-FFF2-40B4-BE49-F238E27FC236}">
                <a16:creationId xmlns:a16="http://schemas.microsoft.com/office/drawing/2014/main" id="{57B7F2C4-91B1-424B-A8AC-9F103426F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2313" y="3528332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30" name="rect-214">
            <a:extLst xmlns:a="http://schemas.openxmlformats.org/drawingml/2006/main">
              <a:ext uri="{FF2B5EF4-FFF2-40B4-BE49-F238E27FC236}">
                <a16:creationId xmlns:a16="http://schemas.microsoft.com/office/drawing/2014/main" id="{DE100207-A9AC-409A-B6E0-94EEF955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684814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5BC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31" name="rect-215">
            <a:extLst xmlns:a="http://schemas.openxmlformats.org/drawingml/2006/main">
              <a:ext uri="{FF2B5EF4-FFF2-40B4-BE49-F238E27FC236}">
                <a16:creationId xmlns:a16="http://schemas.microsoft.com/office/drawing/2014/main" id="{C72CEC7D-52AA-49F2-BBAB-CD6CFD4E6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1438" y="3684814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32" name="rect-216">
            <a:extLst xmlns:a="http://schemas.openxmlformats.org/drawingml/2006/main">
              <a:ext uri="{FF2B5EF4-FFF2-40B4-BE49-F238E27FC236}">
                <a16:creationId xmlns:a16="http://schemas.microsoft.com/office/drawing/2014/main" id="{FE45888B-36E7-4D02-A57E-AD423330D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3525" y="3684814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33" name="rect-217">
            <a:extLst xmlns:a="http://schemas.openxmlformats.org/drawingml/2006/main">
              <a:ext uri="{FF2B5EF4-FFF2-40B4-BE49-F238E27FC236}">
                <a16:creationId xmlns:a16="http://schemas.microsoft.com/office/drawing/2014/main" id="{E8BDA397-3075-41FB-925F-D19A308C5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5613" y="3684814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CD9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34" name="rect-218">
            <a:extLst xmlns:a="http://schemas.openxmlformats.org/drawingml/2006/main">
              <a:ext uri="{FF2B5EF4-FFF2-40B4-BE49-F238E27FC236}">
                <a16:creationId xmlns:a16="http://schemas.microsoft.com/office/drawing/2014/main" id="{0817ABA8-9432-4ABE-A6FA-2A974028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7700" y="3684814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5BC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35" name="rect-219">
            <a:extLst xmlns:a="http://schemas.openxmlformats.org/drawingml/2006/main">
              <a:ext uri="{FF2B5EF4-FFF2-40B4-BE49-F238E27FC236}">
                <a16:creationId xmlns:a16="http://schemas.microsoft.com/office/drawing/2014/main" id="{31ED09E5-A125-4078-90E3-A86AB6F7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9788" y="3684814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36" name="rect-220">
            <a:extLst xmlns:a="http://schemas.openxmlformats.org/drawingml/2006/main">
              <a:ext uri="{FF2B5EF4-FFF2-40B4-BE49-F238E27FC236}">
                <a16:creationId xmlns:a16="http://schemas.microsoft.com/office/drawing/2014/main" id="{4D5030CD-737B-485B-8611-25AFF7C5F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684814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37" name="rect-221">
            <a:extLst xmlns:a="http://schemas.openxmlformats.org/drawingml/2006/main">
              <a:ext uri="{FF2B5EF4-FFF2-40B4-BE49-F238E27FC236}">
                <a16:creationId xmlns:a16="http://schemas.microsoft.com/office/drawing/2014/main" id="{4C3838B6-7D0E-4C0A-A471-511F0757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3963" y="3684814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CD9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38" name="rect-222">
            <a:extLst xmlns:a="http://schemas.openxmlformats.org/drawingml/2006/main">
              <a:ext uri="{FF2B5EF4-FFF2-40B4-BE49-F238E27FC236}">
                <a16:creationId xmlns:a16="http://schemas.microsoft.com/office/drawing/2014/main" id="{99E8F0AB-845D-4AA5-A34D-A8637B36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6050" y="3684814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5BC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39" name="rect-223">
            <a:extLst xmlns:a="http://schemas.openxmlformats.org/drawingml/2006/main">
              <a:ext uri="{FF2B5EF4-FFF2-40B4-BE49-F238E27FC236}">
                <a16:creationId xmlns:a16="http://schemas.microsoft.com/office/drawing/2014/main" id="{F37A69CB-E8B3-4788-8825-3BC9E12F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8138" y="3684814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40" name="rect-224">
            <a:extLst xmlns:a="http://schemas.openxmlformats.org/drawingml/2006/main">
              <a:ext uri="{FF2B5EF4-FFF2-40B4-BE49-F238E27FC236}">
                <a16:creationId xmlns:a16="http://schemas.microsoft.com/office/drawing/2014/main" id="{E48BF4D2-6C7C-4EA3-ABE6-C74F292E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0225" y="3684814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41" name="rect-225">
            <a:extLst xmlns:a="http://schemas.openxmlformats.org/drawingml/2006/main">
              <a:ext uri="{FF2B5EF4-FFF2-40B4-BE49-F238E27FC236}">
                <a16:creationId xmlns:a16="http://schemas.microsoft.com/office/drawing/2014/main" id="{90BBEEDB-3B14-4383-9BBB-33491B1C9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2313" y="3684814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CD9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42" name="rect-226">
            <a:extLst xmlns:a="http://schemas.openxmlformats.org/drawingml/2006/main">
              <a:ext uri="{FF2B5EF4-FFF2-40B4-BE49-F238E27FC236}">
                <a16:creationId xmlns:a16="http://schemas.microsoft.com/office/drawing/2014/main" id="{BB97BA25-F4D5-4B8A-A7AA-1D1C2464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841296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CD9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43" name="rect-227">
            <a:extLst xmlns:a="http://schemas.openxmlformats.org/drawingml/2006/main">
              <a:ext uri="{FF2B5EF4-FFF2-40B4-BE49-F238E27FC236}">
                <a16:creationId xmlns:a16="http://schemas.microsoft.com/office/drawing/2014/main" id="{029A4C03-E9EE-4011-9D98-AA4CB3F9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1438" y="3841296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44" name="rect-228">
            <a:extLst xmlns:a="http://schemas.openxmlformats.org/drawingml/2006/main">
              <a:ext uri="{FF2B5EF4-FFF2-40B4-BE49-F238E27FC236}">
                <a16:creationId xmlns:a16="http://schemas.microsoft.com/office/drawing/2014/main" id="{E3F9D76E-86A7-4B9C-9379-DAAF6560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3525" y="3841296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CD9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45" name="rect-229">
            <a:extLst xmlns:a="http://schemas.openxmlformats.org/drawingml/2006/main">
              <a:ext uri="{FF2B5EF4-FFF2-40B4-BE49-F238E27FC236}">
                <a16:creationId xmlns:a16="http://schemas.microsoft.com/office/drawing/2014/main" id="{52B5D6C5-45D9-494C-ADC2-AA73E834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5613" y="3841296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46" name="rect-230">
            <a:extLst xmlns:a="http://schemas.openxmlformats.org/drawingml/2006/main">
              <a:ext uri="{FF2B5EF4-FFF2-40B4-BE49-F238E27FC236}">
                <a16:creationId xmlns:a16="http://schemas.microsoft.com/office/drawing/2014/main" id="{5B033824-3238-4D07-B6C6-0FBEDAB35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7700" y="3841296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CD9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47" name="rect-231">
            <a:extLst xmlns:a="http://schemas.openxmlformats.org/drawingml/2006/main">
              <a:ext uri="{FF2B5EF4-FFF2-40B4-BE49-F238E27FC236}">
                <a16:creationId xmlns:a16="http://schemas.microsoft.com/office/drawing/2014/main" id="{9E8D230D-AA1B-49F3-8F23-E91C06ED8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9788" y="3841296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48" name="rect-232">
            <a:extLst xmlns:a="http://schemas.openxmlformats.org/drawingml/2006/main">
              <a:ext uri="{FF2B5EF4-FFF2-40B4-BE49-F238E27FC236}">
                <a16:creationId xmlns:a16="http://schemas.microsoft.com/office/drawing/2014/main" id="{1FC994A9-58C1-48C7-BEA5-E3130B74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841296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CD9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49" name="rect-233">
            <a:extLst xmlns:a="http://schemas.openxmlformats.org/drawingml/2006/main">
              <a:ext uri="{FF2B5EF4-FFF2-40B4-BE49-F238E27FC236}">
                <a16:creationId xmlns:a16="http://schemas.microsoft.com/office/drawing/2014/main" id="{44C3FBF5-35FA-4582-9986-2E7B4AE6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3963" y="3841296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50" name="rect-234">
            <a:extLst xmlns:a="http://schemas.openxmlformats.org/drawingml/2006/main">
              <a:ext uri="{FF2B5EF4-FFF2-40B4-BE49-F238E27FC236}">
                <a16:creationId xmlns:a16="http://schemas.microsoft.com/office/drawing/2014/main" id="{BCE7BCFA-37B6-47D3-9FFD-EDD62449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6050" y="3841296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CD9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51" name="rect-235">
            <a:extLst xmlns:a="http://schemas.openxmlformats.org/drawingml/2006/main">
              <a:ext uri="{FF2B5EF4-FFF2-40B4-BE49-F238E27FC236}">
                <a16:creationId xmlns:a16="http://schemas.microsoft.com/office/drawing/2014/main" id="{5BAD9712-70F0-4D8F-B519-8FA768F68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8138" y="3841296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52" name="rect-236">
            <a:extLst xmlns:a="http://schemas.openxmlformats.org/drawingml/2006/main">
              <a:ext uri="{FF2B5EF4-FFF2-40B4-BE49-F238E27FC236}">
                <a16:creationId xmlns:a16="http://schemas.microsoft.com/office/drawing/2014/main" id="{3AFAC3E4-AF34-4340-9874-2CBC2FC7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0225" y="3841296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CD9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53" name="rect-237">
            <a:extLst xmlns:a="http://schemas.openxmlformats.org/drawingml/2006/main">
              <a:ext uri="{FF2B5EF4-FFF2-40B4-BE49-F238E27FC236}">
                <a16:creationId xmlns:a16="http://schemas.microsoft.com/office/drawing/2014/main" id="{698A5F28-DAFC-406F-B0DC-05E84CA9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2313" y="3841296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54" name="rect-238">
            <a:extLst xmlns:a="http://schemas.openxmlformats.org/drawingml/2006/main">
              <a:ext uri="{FF2B5EF4-FFF2-40B4-BE49-F238E27FC236}">
                <a16:creationId xmlns:a16="http://schemas.microsoft.com/office/drawing/2014/main" id="{83F21439-65DA-4461-AC86-F33923923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997779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55" name="rect-239">
            <a:extLst xmlns:a="http://schemas.openxmlformats.org/drawingml/2006/main">
              <a:ext uri="{FF2B5EF4-FFF2-40B4-BE49-F238E27FC236}">
                <a16:creationId xmlns:a16="http://schemas.microsoft.com/office/drawing/2014/main" id="{276A1FFB-3203-4EF0-9B01-4A23CEF6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1438" y="3997779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56" name="rect-240">
            <a:extLst xmlns:a="http://schemas.openxmlformats.org/drawingml/2006/main">
              <a:ext uri="{FF2B5EF4-FFF2-40B4-BE49-F238E27FC236}">
                <a16:creationId xmlns:a16="http://schemas.microsoft.com/office/drawing/2014/main" id="{E5EC3AED-2521-42D1-9DBD-5BEFB62F6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3525" y="3997779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5BC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57" name="rect-241">
            <a:extLst xmlns:a="http://schemas.openxmlformats.org/drawingml/2006/main">
              <a:ext uri="{FF2B5EF4-FFF2-40B4-BE49-F238E27FC236}">
                <a16:creationId xmlns:a16="http://schemas.microsoft.com/office/drawing/2014/main" id="{834F9581-344A-4949-9DBE-704E2D89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5613" y="3997779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CD9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58" name="rect-242">
            <a:extLst xmlns:a="http://schemas.openxmlformats.org/drawingml/2006/main">
              <a:ext uri="{FF2B5EF4-FFF2-40B4-BE49-F238E27FC236}">
                <a16:creationId xmlns:a16="http://schemas.microsoft.com/office/drawing/2014/main" id="{3F7091C1-6929-4001-9AF6-D14288A41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7700" y="3997779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59" name="rect-243">
            <a:extLst xmlns:a="http://schemas.openxmlformats.org/drawingml/2006/main">
              <a:ext uri="{FF2B5EF4-FFF2-40B4-BE49-F238E27FC236}">
                <a16:creationId xmlns:a16="http://schemas.microsoft.com/office/drawing/2014/main" id="{58C16E9F-A9DD-4886-A50E-71A5A4EE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9788" y="3997779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60" name="rect-244">
            <a:extLst xmlns:a="http://schemas.openxmlformats.org/drawingml/2006/main">
              <a:ext uri="{FF2B5EF4-FFF2-40B4-BE49-F238E27FC236}">
                <a16:creationId xmlns:a16="http://schemas.microsoft.com/office/drawing/2014/main" id="{4D38886D-EF8F-47E8-A1CB-55B1634C6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997779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5BC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61" name="rect-245">
            <a:extLst xmlns:a="http://schemas.openxmlformats.org/drawingml/2006/main">
              <a:ext uri="{FF2B5EF4-FFF2-40B4-BE49-F238E27FC236}">
                <a16:creationId xmlns:a16="http://schemas.microsoft.com/office/drawing/2014/main" id="{7F745037-0044-41F5-B062-1C8CFF03C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3963" y="3997779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CD9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62" name="rect-246">
            <a:extLst xmlns:a="http://schemas.openxmlformats.org/drawingml/2006/main">
              <a:ext uri="{FF2B5EF4-FFF2-40B4-BE49-F238E27FC236}">
                <a16:creationId xmlns:a16="http://schemas.microsoft.com/office/drawing/2014/main" id="{5783A5EF-A22F-4F19-8253-A68DF358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6050" y="3997779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63" name="rect-247">
            <a:extLst xmlns:a="http://schemas.openxmlformats.org/drawingml/2006/main">
              <a:ext uri="{FF2B5EF4-FFF2-40B4-BE49-F238E27FC236}">
                <a16:creationId xmlns:a16="http://schemas.microsoft.com/office/drawing/2014/main" id="{EA1A28AD-361E-4BD4-BE4E-7831FB55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8138" y="3997779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64" name="rect-248">
            <a:extLst xmlns:a="http://schemas.openxmlformats.org/drawingml/2006/main">
              <a:ext uri="{FF2B5EF4-FFF2-40B4-BE49-F238E27FC236}">
                <a16:creationId xmlns:a16="http://schemas.microsoft.com/office/drawing/2014/main" id="{187E3577-FBB2-4EAC-9C46-DF819073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0225" y="3997779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5BC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65" name="rect-249">
            <a:extLst xmlns:a="http://schemas.openxmlformats.org/drawingml/2006/main">
              <a:ext uri="{FF2B5EF4-FFF2-40B4-BE49-F238E27FC236}">
                <a16:creationId xmlns:a16="http://schemas.microsoft.com/office/drawing/2014/main" id="{11A04FE7-A577-451E-B1D4-88892A21A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2313" y="3997779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CD9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66" name="rect-250">
            <a:extLst xmlns:a="http://schemas.openxmlformats.org/drawingml/2006/main">
              <a:ext uri="{FF2B5EF4-FFF2-40B4-BE49-F238E27FC236}">
                <a16:creationId xmlns:a16="http://schemas.microsoft.com/office/drawing/2014/main" id="{5822D752-C7F3-4CA0-BD9F-B8899C931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154261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67" name="rect-251">
            <a:extLst xmlns:a="http://schemas.openxmlformats.org/drawingml/2006/main">
              <a:ext uri="{FF2B5EF4-FFF2-40B4-BE49-F238E27FC236}">
                <a16:creationId xmlns:a16="http://schemas.microsoft.com/office/drawing/2014/main" id="{46D9F326-9670-4B86-B533-FCEB1845D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1438" y="4154261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68" name="rect-252">
            <a:extLst xmlns:a="http://schemas.openxmlformats.org/drawingml/2006/main">
              <a:ext uri="{FF2B5EF4-FFF2-40B4-BE49-F238E27FC236}">
                <a16:creationId xmlns:a16="http://schemas.microsoft.com/office/drawing/2014/main" id="{87D77EA0-67DF-4D4B-8E1D-4B7C17B3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3525" y="4154261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69" name="rect-253">
            <a:extLst xmlns:a="http://schemas.openxmlformats.org/drawingml/2006/main">
              <a:ext uri="{FF2B5EF4-FFF2-40B4-BE49-F238E27FC236}">
                <a16:creationId xmlns:a16="http://schemas.microsoft.com/office/drawing/2014/main" id="{7A9634FB-024B-4EA3-8470-13DBD96C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5613" y="4154261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70" name="rect-254">
            <a:extLst xmlns:a="http://schemas.openxmlformats.org/drawingml/2006/main">
              <a:ext uri="{FF2B5EF4-FFF2-40B4-BE49-F238E27FC236}">
                <a16:creationId xmlns:a16="http://schemas.microsoft.com/office/drawing/2014/main" id="{4F4A2F67-3C90-4F8C-9FA4-D65C248F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7700" y="4154261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71" name="rect-255">
            <a:extLst xmlns:a="http://schemas.openxmlformats.org/drawingml/2006/main">
              <a:ext uri="{FF2B5EF4-FFF2-40B4-BE49-F238E27FC236}">
                <a16:creationId xmlns:a16="http://schemas.microsoft.com/office/drawing/2014/main" id="{3760C8F6-8CE6-4A56-823F-1982879F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9788" y="4154261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72" name="rect-256">
            <a:extLst xmlns:a="http://schemas.openxmlformats.org/drawingml/2006/main">
              <a:ext uri="{FF2B5EF4-FFF2-40B4-BE49-F238E27FC236}">
                <a16:creationId xmlns:a16="http://schemas.microsoft.com/office/drawing/2014/main" id="{FF90FE9B-1013-45EA-8461-9D4A9E282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154261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73" name="rect-257">
            <a:extLst xmlns:a="http://schemas.openxmlformats.org/drawingml/2006/main">
              <a:ext uri="{FF2B5EF4-FFF2-40B4-BE49-F238E27FC236}">
                <a16:creationId xmlns:a16="http://schemas.microsoft.com/office/drawing/2014/main" id="{2EB54188-B86B-42BC-B670-37E08824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3963" y="4154261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74" name="rect-258">
            <a:extLst xmlns:a="http://schemas.openxmlformats.org/drawingml/2006/main">
              <a:ext uri="{FF2B5EF4-FFF2-40B4-BE49-F238E27FC236}">
                <a16:creationId xmlns:a16="http://schemas.microsoft.com/office/drawing/2014/main" id="{DA03B000-3BF4-4125-A054-5AAFE74F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6050" y="4154261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75" name="rect-259">
            <a:extLst xmlns:a="http://schemas.openxmlformats.org/drawingml/2006/main">
              <a:ext uri="{FF2B5EF4-FFF2-40B4-BE49-F238E27FC236}">
                <a16:creationId xmlns:a16="http://schemas.microsoft.com/office/drawing/2014/main" id="{701445E7-AF8D-4CE1-9B74-0936935B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8138" y="4154261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76" name="rect-260">
            <a:extLst xmlns:a="http://schemas.openxmlformats.org/drawingml/2006/main">
              <a:ext uri="{FF2B5EF4-FFF2-40B4-BE49-F238E27FC236}">
                <a16:creationId xmlns:a16="http://schemas.microsoft.com/office/drawing/2014/main" id="{2E92E1A1-0BE0-44DC-8AF0-89ECB277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0225" y="4154261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77" name="rect-261">
            <a:extLst xmlns:a="http://schemas.openxmlformats.org/drawingml/2006/main">
              <a:ext uri="{FF2B5EF4-FFF2-40B4-BE49-F238E27FC236}">
                <a16:creationId xmlns:a16="http://schemas.microsoft.com/office/drawing/2014/main" id="{D60F89AC-3012-46D5-BC08-5B75D539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2313" y="4154261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78" name="rect-262">
            <a:extLst xmlns:a="http://schemas.openxmlformats.org/drawingml/2006/main">
              <a:ext uri="{FF2B5EF4-FFF2-40B4-BE49-F238E27FC236}">
                <a16:creationId xmlns:a16="http://schemas.microsoft.com/office/drawing/2014/main" id="{A4428F32-960D-4206-BC5C-7750B12B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310743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5BC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79" name="rect-263">
            <a:extLst xmlns:a="http://schemas.openxmlformats.org/drawingml/2006/main">
              <a:ext uri="{FF2B5EF4-FFF2-40B4-BE49-F238E27FC236}">
                <a16:creationId xmlns:a16="http://schemas.microsoft.com/office/drawing/2014/main" id="{DE5E2F81-EAE7-4DE8-A0D9-7519CBCA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1438" y="4310743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80" name="rect-264">
            <a:extLst xmlns:a="http://schemas.openxmlformats.org/drawingml/2006/main">
              <a:ext uri="{FF2B5EF4-FFF2-40B4-BE49-F238E27FC236}">
                <a16:creationId xmlns:a16="http://schemas.microsoft.com/office/drawing/2014/main" id="{06288C6C-528E-4675-B48E-8E6BF909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3525" y="4310743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81" name="rect-265">
            <a:extLst xmlns:a="http://schemas.openxmlformats.org/drawingml/2006/main">
              <a:ext uri="{FF2B5EF4-FFF2-40B4-BE49-F238E27FC236}">
                <a16:creationId xmlns:a16="http://schemas.microsoft.com/office/drawing/2014/main" id="{14EB486A-609E-481E-9CB5-8AFC0BC5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5613" y="4310743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CD9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82" name="rect-266">
            <a:extLst xmlns:a="http://schemas.openxmlformats.org/drawingml/2006/main">
              <a:ext uri="{FF2B5EF4-FFF2-40B4-BE49-F238E27FC236}">
                <a16:creationId xmlns:a16="http://schemas.microsoft.com/office/drawing/2014/main" id="{41A4484D-2F52-42F5-9D13-BD6417B00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7700" y="4310743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5BC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83" name="rect-267">
            <a:extLst xmlns:a="http://schemas.openxmlformats.org/drawingml/2006/main">
              <a:ext uri="{FF2B5EF4-FFF2-40B4-BE49-F238E27FC236}">
                <a16:creationId xmlns:a16="http://schemas.microsoft.com/office/drawing/2014/main" id="{B79B4980-F50E-4102-A700-95D7D771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9788" y="4310743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84" name="rect-268">
            <a:extLst xmlns:a="http://schemas.openxmlformats.org/drawingml/2006/main">
              <a:ext uri="{FF2B5EF4-FFF2-40B4-BE49-F238E27FC236}">
                <a16:creationId xmlns:a16="http://schemas.microsoft.com/office/drawing/2014/main" id="{05ED94C4-57EC-434A-9CC0-60700DD35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310743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85" name="rect-269">
            <a:extLst xmlns:a="http://schemas.openxmlformats.org/drawingml/2006/main">
              <a:ext uri="{FF2B5EF4-FFF2-40B4-BE49-F238E27FC236}">
                <a16:creationId xmlns:a16="http://schemas.microsoft.com/office/drawing/2014/main" id="{11548CB3-AC7F-45D3-8854-9EB66825C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3963" y="4310743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CD9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86" name="rect-270">
            <a:extLst xmlns:a="http://schemas.openxmlformats.org/drawingml/2006/main">
              <a:ext uri="{FF2B5EF4-FFF2-40B4-BE49-F238E27FC236}">
                <a16:creationId xmlns:a16="http://schemas.microsoft.com/office/drawing/2014/main" id="{00CB109F-AE56-4EED-86EF-7B626B546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6050" y="4310743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5BC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87" name="rect-271">
            <a:extLst xmlns:a="http://schemas.openxmlformats.org/drawingml/2006/main">
              <a:ext uri="{FF2B5EF4-FFF2-40B4-BE49-F238E27FC236}">
                <a16:creationId xmlns:a16="http://schemas.microsoft.com/office/drawing/2014/main" id="{1E3EE2E0-D6BA-4CC9-A13C-D610C0E4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8138" y="4310743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88" name="rect-272">
            <a:extLst xmlns:a="http://schemas.openxmlformats.org/drawingml/2006/main">
              <a:ext uri="{FF2B5EF4-FFF2-40B4-BE49-F238E27FC236}">
                <a16:creationId xmlns:a16="http://schemas.microsoft.com/office/drawing/2014/main" id="{BAD5BFAE-AC83-477C-B90D-3FE131BC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0225" y="4310743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89" name="rect-273">
            <a:extLst xmlns:a="http://schemas.openxmlformats.org/drawingml/2006/main">
              <a:ext uri="{FF2B5EF4-FFF2-40B4-BE49-F238E27FC236}">
                <a16:creationId xmlns:a16="http://schemas.microsoft.com/office/drawing/2014/main" id="{B7111E25-2DCA-41C5-B263-B05D34A7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2313" y="4310743"/>
            <a:ext cx="192088" cy="156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CD9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90" name="rect-274">
            <a:extLst xmlns:a="http://schemas.openxmlformats.org/drawingml/2006/main">
              <a:ext uri="{FF2B5EF4-FFF2-40B4-BE49-F238E27FC236}">
                <a16:creationId xmlns:a16="http://schemas.microsoft.com/office/drawing/2014/main" id="{14794851-C474-448B-89ED-9276BB15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71850"/>
            <a:ext cx="23050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396B88"/>
            </a:solidFill>
            <a:prstDash val="solid"/>
          </a:ln>
        </p:spPr>
      </p:sp>
      <p:sp>
        <p:nvSpPr>
          <p:cNvPr id="191" name="X: 30 × 38 × 27">
            <a:extLst xmlns:a="http://schemas.openxmlformats.org/drawingml/2006/main">
              <a:ext uri="{FF2B5EF4-FFF2-40B4-BE49-F238E27FC236}">
                <a16:creationId xmlns:a16="http://schemas.microsoft.com/office/drawing/2014/main" id="{ACA79023-5504-44D1-A795-1E6BE2729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743450"/>
            <a:ext cx="3457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 i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875" b="0" i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X: 30 × 38 × 27</a:t>
            </a:r>
          </a:p>
        </p:txBody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EC126930-449B-4DDF-BC5C-2A71A578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10675" y="35623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666666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F1264547-72E4-4EDB-8B8F-BE2B63BFB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184259">
            <a:off x="9595806" y="3579605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666666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3453771E-6C85-4F57-B624-DC51E680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184259">
            <a:off x="9595806" y="3545095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666666"/>
            </a:solidFill>
            <a:prstDash val="solid"/>
          </a:ln>
        </p:spPr>
      </p:sp>
      <p:sp>
        <p:nvSpPr>
          <p:cNvPr id="195" name="Topology">
            <a:extLst xmlns:a="http://schemas.openxmlformats.org/drawingml/2006/main">
              <a:ext uri="{FF2B5EF4-FFF2-40B4-BE49-F238E27FC236}">
                <a16:creationId xmlns:a16="http://schemas.microsoft.com/office/drawing/2014/main" id="{A5B2870D-6455-4E48-9230-CC8D57C5E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353050"/>
            <a:ext cx="1200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650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Topology</a:t>
            </a:r>
          </a:p>
        </p:txBody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6E1A01D2-01A8-43A7-AB79-D0CFABE4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15675" y="549592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66666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7FCB37C6-701F-4108-A442-50272FD0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184259">
            <a:off x="11462706" y="5513180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66666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0C8C5FCD-481C-45A3-9939-421BC6B60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184259">
            <a:off x="11462706" y="5478670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66666"/>
            </a:solidFill>
            <a:prstDash val="solid"/>
          </a:ln>
        </p:spPr>
      </p:sp>
      <p:sp>
        <p:nvSpPr>
          <p:cNvPr id="199" name="Geographic mask">
            <a:extLst xmlns:a="http://schemas.openxmlformats.org/drawingml/2006/main">
              <a:ext uri="{FF2B5EF4-FFF2-40B4-BE49-F238E27FC236}">
                <a16:creationId xmlns:a16="http://schemas.microsoft.com/office/drawing/2014/main" id="{6BCE1BC9-0E51-45D2-8B17-A5B7671E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5314950"/>
            <a:ext cx="17335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Geographic mask</a:t>
            </a:r>
          </a:p>
        </p:txBody>
      </p:sp>
      <p:sp>
        <p:nvSpPr>
          <p:cNvPr id="200" name="hop distance &lt; 4">
            <a:extLst xmlns:a="http://schemas.openxmlformats.org/drawingml/2006/main">
              <a:ext uri="{FF2B5EF4-FFF2-40B4-BE49-F238E27FC236}">
                <a16:creationId xmlns:a16="http://schemas.microsoft.com/office/drawing/2014/main" id="{B9AA5A31-4092-4384-AF87-2A889192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5734050"/>
            <a:ext cx="17430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 i="1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25" b="0" i="1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1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hop distance &lt; 4</a:t>
            </a:r>
          </a:p>
        </p:txBody>
      </p:sp>
      <p:sp>
        <p:nvSpPr>
          <p:cNvPr id="201" name="Training histories">
            <a:extLst xmlns:a="http://schemas.openxmlformats.org/drawingml/2006/main">
              <a:ext uri="{FF2B5EF4-FFF2-40B4-BE49-F238E27FC236}">
                <a16:creationId xmlns:a16="http://schemas.microsoft.com/office/drawing/2014/main" id="{2C6F6F73-F0EA-4EDD-ABC9-70FED98A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286500"/>
            <a:ext cx="16859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Training histories</a:t>
            </a:r>
          </a:p>
        </p:txBody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E8740CE7-AF36-4CA4-9BF8-D449C142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20475" y="6429375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66666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2F1BE41A-06E9-4102-BA01-30D2720A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184259">
            <a:off x="11577006" y="6446630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66666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B9FFDC7E-1B5E-483C-A398-F1B9213A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184259">
            <a:off x="11577006" y="6412120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66666"/>
            </a:solidFill>
            <a:prstDash val="solid"/>
          </a:ln>
        </p:spPr>
      </p:sp>
      <p:sp>
        <p:nvSpPr>
          <p:cNvPr id="205" name="Semantic mask">
            <a:extLst xmlns:a="http://schemas.openxmlformats.org/drawingml/2006/main">
              <a:ext uri="{FF2B5EF4-FFF2-40B4-BE49-F238E27FC236}">
                <a16:creationId xmlns:a16="http://schemas.microsoft.com/office/drawing/2014/main" id="{9C91461C-EFDF-4FDC-8369-9F880EA2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4325" y="6257925"/>
            <a:ext cx="1657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Semantic mask</a:t>
            </a:r>
          </a:p>
        </p:txBody>
      </p:sp>
      <p:sp>
        <p:nvSpPr>
          <p:cNvPr id="206" name="top-5 correlation neighbours">
            <a:extLst xmlns:a="http://schemas.openxmlformats.org/drawingml/2006/main">
              <a:ext uri="{FF2B5EF4-FFF2-40B4-BE49-F238E27FC236}">
                <a16:creationId xmlns:a16="http://schemas.microsoft.com/office/drawing/2014/main" id="{231E2BFD-7B1B-4D1B-958D-0C6883B2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696075"/>
            <a:ext cx="2914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 i="1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25" b="0" i="1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1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top-5 correlation neighbours</a:t>
            </a:r>
          </a:p>
        </p:txBody>
      </p:sp>
    </p:spTree>
    <p:extLst>
      <p:ext uri="{BB962C8B-B14F-4D97-AF65-F5344CB8AC3E}">
        <p14:creationId xmlns:p14="http://schemas.microsoft.com/office/powerpoint/2010/main" val="5702968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2026-10-10T12:37:46.5390000Z</dcterms:created>
  <dcterms:modified xsi:type="dcterms:W3CDTF">2026-10-10T12:37:46.5390000Z</dcterms:modified>
</coreProperties>
</file>