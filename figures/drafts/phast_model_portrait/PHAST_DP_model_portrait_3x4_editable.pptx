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4287500" cy="19050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PHAST-DP editable portrait architecture, 3:4 canvas. Resource representation spans the top; process-informed supervision and the prediction network occupy the middle; delay-conditioned interaction is unfolded horizontally below them; the structured report spans the bottom. Original blue, brown and green palette, Times New Roman, and all technical content are retained.</a:t>
            </a:r>
          </a:p>
          <a:p>
            <a:r>
              <a:t>The pattern projections and geographic projections are different objects, not successive transforms of the same matrix. At a fixed encoder time step, Q^P is 38 by 20, while K^P and V^P are 16 by 20. Pattern attention produces 38 by 16 weights and a 38 by 20 context. The base geographic key, context and updated key share dimensions 38 by 20 before head reshaping. The 20-channel geographic projection is split into two heads of width d_h=10. The source scales both pattern and geographic attention by 1/sqrt(d_h). The figure shows the addition explicitly and varies the updated key's cell pattern and outline. The drawn cell counts are compressed schematics; printed dimension labels define the actual meaning.</a:t>
            </a:r>
          </a:p>
          <a:p>
            <a:r>
              <a:t>The report is a schematic prediction output, not an experimental result table: i*, w-hat, s-hat, d-hat, c-hat, ell-hat are symbolic. The highlighted event interval, one-hot process-class indicator and progress bar do not claim measured forecasts. No numerical performance values were invented. The causal/lag traces, graph, matrices, clustering points and feature patches are mechanism illustrations.</a:t>
            </a:r>
          </a:p>
          <a:p>
            <a:r>
              <a:t>Sources: paper main.tex on dev_xwt at ffcfbb7 and isaac_factory origin/dev_tyx 29655baee57b9095119589a211ae1e2113b84078, factory_bn/graph.py, dataset.py, cause_cluster.py, model.py and backbone.py. Current dimensions: 30 history windows, 38 resource nodes, 27 channels, 6 feature groups, 5 pre-norm blocks with 4 temporal/2 geographic/2 semantic heads. The graph uses five node types and symmetric weighted adjacency. Material availability is a resource feature.</a:t>
            </a:r>
          </a:p>
          <a:p>
            <a:r>
              <a:t>Event labels use process rules and persistence. Regime IDs for event conditioning are deterministic rule-based identifiers. The active k-means fits 16 prototypes from length-3 training activity patches; online pattern queries use queue patches. Pattern context is added only to geographic K. Offline exploratory K=8 descriptors with zero prediction-loss weight are omitted. Dashed brown lines convey training supervision and the loss path; a dashed green leader identifies the expanded geographic attention. The main diagram includes residuals, grouped embedding, event/regime/precursor fusion, state/order-progress decoding, graph-pooled cause decoding and event report assembly. Training-loss algebra and dropout are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905000" y="4965700"/>
            <a:ext cx="15240000" cy="189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857500" y="7229475"/>
            <a:ext cx="13335000" cy="146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905000" y="5476875"/>
            <a:ext cx="15240000" cy="2190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5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1690687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1012031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50" name="PHAST-DP"/>
          <p:cNvSpPr>
            <a:spLocks noGrp="1"/>
          </p:cNvSpPr>
          <p:nvPr/>
        </p:nvSpPr>
        <p:spPr>
          <a:xfrm>
            <a:off x="0" y="133350"/>
            <a:ext cx="1428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846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846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46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PHAST-DP</a:t>
            </a:r>
            <a:endParaRPr sz="2846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(a) Heterogeneous resource representation"/>
          <p:cNvSpPr>
            <a:spLocks noGrp="1"/>
          </p:cNvSpPr>
          <p:nvPr/>
        </p:nvSpPr>
        <p:spPr>
          <a:xfrm>
            <a:off x="333375" y="762000"/>
            <a:ext cx="13620750" cy="2381250"/>
          </a:xfrm>
          <a:prstGeom prst="rect">
            <a:avLst/>
          </a:prstGeom>
          <a:solidFill>
            <a:srgbClr val="FFFFFF"/>
          </a:solidFill>
          <a:ln w="15945">
            <a:solidFill>
              <a:srgbClr val="315B79"/>
            </a:solidFill>
            <a:prstDash val="solid"/>
          </a:ln>
        </p:spPr>
      </p:sp>
      <p:sp>
        <p:nvSpPr>
          <p:cNvPr id="3" name="(a) Heterogeneous resource representation"/>
          <p:cNvSpPr>
            <a:spLocks noGrp="1"/>
          </p:cNvSpPr>
          <p:nvPr/>
        </p:nvSpPr>
        <p:spPr>
          <a:xfrm>
            <a:off x="523875" y="876300"/>
            <a:ext cx="132397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9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29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29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(a) Heterogeneous resource representation</a:t>
            </a:r>
            <a:endParaRPr sz="2329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line-1"/>
          <p:cNvSpPr>
            <a:spLocks noGrp="1"/>
          </p:cNvSpPr>
          <p:nvPr/>
        </p:nvSpPr>
        <p:spPr>
          <a:xfrm>
            <a:off x="523875" y="1314450"/>
            <a:ext cx="13239750" cy="95"/>
          </a:xfrm>
          <a:custGeom>
            <a:avLst/>
            <a:gdLst/>
            <a:ahLst/>
            <a:cxnLst/>
            <a:pathLst>
              <a:path w="11430000" h="9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620">
            <a:solidFill>
              <a:srgbClr val="315B79"/>
            </a:solidFill>
            <a:prstDash val="solid"/>
          </a:ln>
        </p:spPr>
      </p:sp>
      <p:sp>
        <p:nvSpPr>
          <p:cNvPr id="5" name="(b) Process-informed supervision&#10;and pattern clustering"/>
          <p:cNvSpPr>
            <a:spLocks noGrp="1"/>
          </p:cNvSpPr>
          <p:nvPr/>
        </p:nvSpPr>
        <p:spPr>
          <a:xfrm>
            <a:off x="333375" y="3429000"/>
            <a:ext cx="5905500" cy="8382000"/>
          </a:xfrm>
          <a:prstGeom prst="rect">
            <a:avLst/>
          </a:prstGeom>
          <a:solidFill>
            <a:srgbClr val="FFFFFF"/>
          </a:solidFill>
          <a:ln w="15945">
            <a:solidFill>
              <a:srgbClr val="805431"/>
            </a:solidFill>
            <a:prstDash val="solid"/>
          </a:ln>
        </p:spPr>
      </p:sp>
      <p:sp>
        <p:nvSpPr>
          <p:cNvPr id="6" name="(b) Process-informed supervision&#10;and pattern clustering"/>
          <p:cNvSpPr>
            <a:spLocks noGrp="1"/>
          </p:cNvSpPr>
          <p:nvPr/>
        </p:nvSpPr>
        <p:spPr>
          <a:xfrm>
            <a:off x="523875" y="3543300"/>
            <a:ext cx="55245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9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lnSpc>
                <a:spcPct val="95000"/>
              </a:lnSpc>
              <a:defRPr sz="2329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29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(b) Process-informed supervision</a:t>
            </a:r>
            <a:endParaRPr sz="2329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lnSpc>
                <a:spcPct val="95000"/>
              </a:lnSpc>
              <a:defRPr sz="2329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29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pattern clustering</a:t>
            </a:r>
            <a:endParaRPr sz="2329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line-2"/>
          <p:cNvSpPr>
            <a:spLocks noGrp="1"/>
          </p:cNvSpPr>
          <p:nvPr/>
        </p:nvSpPr>
        <p:spPr>
          <a:xfrm>
            <a:off x="523875" y="4238625"/>
            <a:ext cx="5524500" cy="95"/>
          </a:xfrm>
          <a:custGeom>
            <a:avLst/>
            <a:gdLst/>
            <a:ahLst/>
            <a:cxnLst/>
            <a:pathLst>
              <a:path w="4762500" h="9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7620">
            <a:solidFill>
              <a:srgbClr val="805431"/>
            </a:solidFill>
            <a:prstDash val="solid"/>
          </a:ln>
        </p:spPr>
      </p:sp>
      <p:sp>
        <p:nvSpPr>
          <p:cNvPr id="8" name="Prediction network"/>
          <p:cNvSpPr>
            <a:spLocks noGrp="1"/>
          </p:cNvSpPr>
          <p:nvPr/>
        </p:nvSpPr>
        <p:spPr>
          <a:xfrm>
            <a:off x="6667500" y="3429000"/>
            <a:ext cx="7286625" cy="8382000"/>
          </a:xfrm>
          <a:prstGeom prst="rect">
            <a:avLst/>
          </a:prstGeom>
          <a:solidFill>
            <a:srgbClr val="FFFFFF"/>
          </a:solidFill>
          <a:ln w="19031">
            <a:solidFill>
              <a:srgbClr val="344453"/>
            </a:solidFill>
            <a:prstDash val="solid"/>
          </a:ln>
        </p:spPr>
      </p:sp>
      <p:sp>
        <p:nvSpPr>
          <p:cNvPr id="9" name="Prediction network"/>
          <p:cNvSpPr>
            <a:spLocks noGrp="1"/>
          </p:cNvSpPr>
          <p:nvPr/>
        </p:nvSpPr>
        <p:spPr>
          <a:xfrm>
            <a:off x="6858000" y="3543300"/>
            <a:ext cx="6905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9" b="1" i="0">
                <a:solidFill>
                  <a:srgbClr val="344453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29" b="1" i="0">
                <a:solidFill>
                  <a:srgbClr val="344453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29" b="1" i="0">
                <a:solidFill>
                  <a:srgbClr val="344453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Prediction network</a:t>
            </a:r>
            <a:endParaRPr sz="2329" b="1" i="0">
              <a:solidFill>
                <a:srgbClr val="344453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line-3"/>
          <p:cNvSpPr>
            <a:spLocks noGrp="1"/>
          </p:cNvSpPr>
          <p:nvPr/>
        </p:nvSpPr>
        <p:spPr>
          <a:xfrm>
            <a:off x="6858000" y="3981450"/>
            <a:ext cx="6905625" cy="95"/>
          </a:xfrm>
          <a:custGeom>
            <a:avLst/>
            <a:gdLst/>
            <a:ahLst/>
            <a:cxnLst/>
            <a:pathLst>
              <a:path w="5953125" h="95">
                <a:moveTo>
                  <a:pt x="0" y="0"/>
                </a:moveTo>
                <a:lnTo>
                  <a:pt x="5953125" y="0"/>
                </a:lnTo>
              </a:path>
            </a:pathLst>
          </a:custGeom>
          <a:noFill/>
          <a:ln w="7620">
            <a:solidFill>
              <a:srgbClr val="344453"/>
            </a:solidFill>
            <a:prstDash val="solid"/>
          </a:ln>
        </p:spPr>
      </p:sp>
      <p:sp>
        <p:nvSpPr>
          <p:cNvPr id="11" name="(c) Delay-conditioned interaction"/>
          <p:cNvSpPr>
            <a:spLocks noGrp="1"/>
          </p:cNvSpPr>
          <p:nvPr/>
        </p:nvSpPr>
        <p:spPr>
          <a:xfrm>
            <a:off x="333375" y="12096750"/>
            <a:ext cx="13620750" cy="4238625"/>
          </a:xfrm>
          <a:prstGeom prst="rect">
            <a:avLst/>
          </a:prstGeom>
          <a:solidFill>
            <a:srgbClr val="FFFFFF"/>
          </a:solidFill>
          <a:ln w="15945">
            <a:solidFill>
              <a:srgbClr val="315F46"/>
            </a:solidFill>
            <a:prstDash val="solid"/>
          </a:ln>
        </p:spPr>
      </p:sp>
      <p:sp>
        <p:nvSpPr>
          <p:cNvPr id="12" name="(c) Delay-conditioned interaction"/>
          <p:cNvSpPr>
            <a:spLocks noGrp="1"/>
          </p:cNvSpPr>
          <p:nvPr/>
        </p:nvSpPr>
        <p:spPr>
          <a:xfrm>
            <a:off x="523875" y="12211050"/>
            <a:ext cx="132397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9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29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29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(c) Delay-conditioned interaction</a:t>
            </a:r>
            <a:endParaRPr sz="2329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line-4"/>
          <p:cNvSpPr>
            <a:spLocks noGrp="1"/>
          </p:cNvSpPr>
          <p:nvPr/>
        </p:nvSpPr>
        <p:spPr>
          <a:xfrm>
            <a:off x="523875" y="12649200"/>
            <a:ext cx="13239750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15F46"/>
            </a:solidFill>
            <a:prstDash val="solid"/>
          </a:ln>
        </p:spPr>
      </p:sp>
      <p:sp>
        <p:nvSpPr>
          <p:cNvPr id="14" name="Structured bottleneck report"/>
          <p:cNvSpPr>
            <a:spLocks noGrp="1"/>
          </p:cNvSpPr>
          <p:nvPr/>
        </p:nvSpPr>
        <p:spPr>
          <a:xfrm>
            <a:off x="333375" y="16573500"/>
            <a:ext cx="13620750" cy="2286000"/>
          </a:xfrm>
          <a:prstGeom prst="rect">
            <a:avLst/>
          </a:prstGeom>
          <a:solidFill>
            <a:srgbClr val="FFFFFF"/>
          </a:solidFill>
          <a:ln w="15945">
            <a:solidFill>
              <a:srgbClr val="315B79"/>
            </a:solidFill>
            <a:prstDash val="solid"/>
          </a:ln>
        </p:spPr>
      </p:sp>
      <p:sp>
        <p:nvSpPr>
          <p:cNvPr id="15" name="Structured bottleneck report"/>
          <p:cNvSpPr>
            <a:spLocks noGrp="1"/>
          </p:cNvSpPr>
          <p:nvPr/>
        </p:nvSpPr>
        <p:spPr>
          <a:xfrm>
            <a:off x="523875" y="16687800"/>
            <a:ext cx="132397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9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329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329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Structured bottleneck report</a:t>
            </a:r>
            <a:endParaRPr sz="2329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line-5"/>
          <p:cNvSpPr>
            <a:spLocks noGrp="1"/>
          </p:cNvSpPr>
          <p:nvPr/>
        </p:nvSpPr>
        <p:spPr>
          <a:xfrm>
            <a:off x="523875" y="17125950"/>
            <a:ext cx="13239750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15B79"/>
            </a:solidFill>
            <a:prstDash val="solid"/>
          </a:ln>
        </p:spPr>
      </p:sp>
      <p:sp>
        <p:nvSpPr>
          <p:cNvPr id="17" name="line-6"/>
          <p:cNvSpPr>
            <a:spLocks noGrp="1"/>
          </p:cNvSpPr>
          <p:nvPr/>
        </p:nvSpPr>
        <p:spPr>
          <a:xfrm>
            <a:off x="1114425" y="2238375"/>
            <a:ext cx="1400175" cy="95"/>
          </a:xfrm>
          <a:custGeom>
            <a:avLst/>
            <a:gdLst/>
            <a:ahLst/>
            <a:cxnLst/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18" name="line-7"/>
          <p:cNvSpPr>
            <a:spLocks noGrp="1"/>
          </p:cNvSpPr>
          <p:nvPr/>
        </p:nvSpPr>
        <p:spPr>
          <a:xfrm>
            <a:off x="2514600" y="2238375"/>
            <a:ext cx="1371600" cy="95"/>
          </a:xfrm>
          <a:custGeom>
            <a:avLst/>
            <a:gdLst/>
            <a:ahLst/>
            <a:cxnLst/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23622">
            <a:solidFill>
              <a:srgbClr val="315B79"/>
            </a:solidFill>
            <a:prstDash val="solid"/>
          </a:ln>
        </p:spPr>
      </p:sp>
      <p:sp>
        <p:nvSpPr>
          <p:cNvPr id="19" name="line-8"/>
          <p:cNvSpPr>
            <a:spLocks noGrp="1"/>
          </p:cNvSpPr>
          <p:nvPr/>
        </p:nvSpPr>
        <p:spPr>
          <a:xfrm>
            <a:off x="1114425" y="1724025"/>
            <a:ext cx="628650" cy="514350"/>
          </a:xfrm>
          <a:custGeom>
            <a:avLst/>
            <a:gdLst/>
            <a:ahLst/>
            <a:cxnLst/>
            <a:pathLst>
              <a:path w="628650" h="514350">
                <a:moveTo>
                  <a:pt x="628650" y="0"/>
                </a:moveTo>
                <a:lnTo>
                  <a:pt x="0" y="51435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0" name="line-9"/>
          <p:cNvSpPr>
            <a:spLocks noGrp="1"/>
          </p:cNvSpPr>
          <p:nvPr/>
        </p:nvSpPr>
        <p:spPr>
          <a:xfrm>
            <a:off x="1743075" y="1724025"/>
            <a:ext cx="771525" cy="514350"/>
          </a:xfrm>
          <a:custGeom>
            <a:avLst/>
            <a:gdLst/>
            <a:ahLst/>
            <a:cxnLst/>
            <a:pathLst>
              <a:path w="771525" h="514350">
                <a:moveTo>
                  <a:pt x="0" y="0"/>
                </a:moveTo>
                <a:lnTo>
                  <a:pt x="771525" y="51435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1" name="line-10"/>
          <p:cNvSpPr>
            <a:spLocks noGrp="1"/>
          </p:cNvSpPr>
          <p:nvPr/>
        </p:nvSpPr>
        <p:spPr>
          <a:xfrm>
            <a:off x="2514600" y="2238375"/>
            <a:ext cx="676275" cy="514350"/>
          </a:xfrm>
          <a:custGeom>
            <a:avLst/>
            <a:gdLst/>
            <a:ahLst/>
            <a:cxnLst/>
            <a:pathLst>
              <a:path w="676275" h="514350">
                <a:moveTo>
                  <a:pt x="676275" y="51435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2" name="line-11"/>
          <p:cNvSpPr>
            <a:spLocks noGrp="1"/>
          </p:cNvSpPr>
          <p:nvPr/>
        </p:nvSpPr>
        <p:spPr>
          <a:xfrm>
            <a:off x="3190875" y="2238375"/>
            <a:ext cx="695325" cy="514350"/>
          </a:xfrm>
          <a:custGeom>
            <a:avLst/>
            <a:gdLst/>
            <a:ahLst/>
            <a:cxnLst/>
            <a:pathLst>
              <a:path w="695325" h="514350">
                <a:moveTo>
                  <a:pt x="0" y="514350"/>
                </a:moveTo>
                <a:lnTo>
                  <a:pt x="695325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23" name="line-12"/>
          <p:cNvSpPr>
            <a:spLocks noGrp="1"/>
          </p:cNvSpPr>
          <p:nvPr/>
        </p:nvSpPr>
        <p:spPr>
          <a:xfrm>
            <a:off x="742950" y="1695450"/>
            <a:ext cx="371475" cy="542925"/>
          </a:xfrm>
          <a:custGeom>
            <a:avLst/>
            <a:gdLst/>
            <a:ahLst/>
            <a:cxnLst/>
            <a:pathLst>
              <a:path w="371475" h="542925">
                <a:moveTo>
                  <a:pt x="0" y="0"/>
                </a:moveTo>
                <a:lnTo>
                  <a:pt x="371475" y="542925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4" name="line-13"/>
          <p:cNvSpPr>
            <a:spLocks noGrp="1"/>
          </p:cNvSpPr>
          <p:nvPr/>
        </p:nvSpPr>
        <p:spPr>
          <a:xfrm>
            <a:off x="742950" y="1695450"/>
            <a:ext cx="1771650" cy="542925"/>
          </a:xfrm>
          <a:custGeom>
            <a:avLst/>
            <a:gdLst/>
            <a:ahLst/>
            <a:cxnLst/>
            <a:pathLst>
              <a:path w="1771650" h="542925">
                <a:moveTo>
                  <a:pt x="0" y="0"/>
                </a:moveTo>
                <a:lnTo>
                  <a:pt x="1771650" y="542925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5" name="line-14"/>
          <p:cNvSpPr>
            <a:spLocks noGrp="1"/>
          </p:cNvSpPr>
          <p:nvPr/>
        </p:nvSpPr>
        <p:spPr>
          <a:xfrm>
            <a:off x="2514600" y="1704975"/>
            <a:ext cx="1714500" cy="533400"/>
          </a:xfrm>
          <a:custGeom>
            <a:avLst/>
            <a:gdLst/>
            <a:ahLst/>
            <a:cxnLst/>
            <a:pathLst>
              <a:path w="1714500" h="533400">
                <a:moveTo>
                  <a:pt x="1714500" y="0"/>
                </a:moveTo>
                <a:lnTo>
                  <a:pt x="0" y="53340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6" name="line-15"/>
          <p:cNvSpPr>
            <a:spLocks noGrp="1"/>
          </p:cNvSpPr>
          <p:nvPr/>
        </p:nvSpPr>
        <p:spPr>
          <a:xfrm>
            <a:off x="3886200" y="1704975"/>
            <a:ext cx="342900" cy="533400"/>
          </a:xfrm>
          <a:custGeom>
            <a:avLst/>
            <a:gdLst/>
            <a:ahLst/>
            <a:cxnLst/>
            <a:pathLst>
              <a:path w="342900" h="533400">
                <a:moveTo>
                  <a:pt x="342900" y="0"/>
                </a:moveTo>
                <a:lnTo>
                  <a:pt x="0" y="53340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7" name="line-16"/>
          <p:cNvSpPr>
            <a:spLocks noGrp="1"/>
          </p:cNvSpPr>
          <p:nvPr/>
        </p:nvSpPr>
        <p:spPr>
          <a:xfrm>
            <a:off x="762000" y="2238375"/>
            <a:ext cx="352425" cy="504825"/>
          </a:xfrm>
          <a:custGeom>
            <a:avLst/>
            <a:gdLst/>
            <a:ahLst/>
            <a:cxnLst/>
            <a:pathLst>
              <a:path w="352425" h="504825">
                <a:moveTo>
                  <a:pt x="0" y="504825"/>
                </a:moveTo>
                <a:lnTo>
                  <a:pt x="352425" y="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8" name="line-17"/>
          <p:cNvSpPr>
            <a:spLocks noGrp="1"/>
          </p:cNvSpPr>
          <p:nvPr/>
        </p:nvSpPr>
        <p:spPr>
          <a:xfrm>
            <a:off x="762000" y="2238375"/>
            <a:ext cx="1752600" cy="504825"/>
          </a:xfrm>
          <a:custGeom>
            <a:avLst/>
            <a:gdLst/>
            <a:ahLst/>
            <a:cxnLst/>
            <a:pathLst>
              <a:path w="1752600" h="504825">
                <a:moveTo>
                  <a:pt x="0" y="504825"/>
                </a:moveTo>
                <a:lnTo>
                  <a:pt x="1752600" y="0"/>
                </a:lnTo>
              </a:path>
            </a:pathLst>
          </a:custGeom>
          <a:noFill/>
          <a:ln w="14173">
            <a:solidFill>
              <a:srgbClr val="728FA4"/>
            </a:solidFill>
            <a:prstDash val="dash"/>
          </a:ln>
        </p:spPr>
      </p:sp>
      <p:sp>
        <p:nvSpPr>
          <p:cNvPr id="29" name="M1"/>
          <p:cNvSpPr>
            <a:spLocks noGrp="1"/>
          </p:cNvSpPr>
          <p:nvPr/>
        </p:nvSpPr>
        <p:spPr>
          <a:xfrm>
            <a:off x="914400" y="2085975"/>
            <a:ext cx="400050" cy="304800"/>
          </a:xfrm>
          <a:prstGeom prst="rect">
            <a:avLst/>
          </a:prstGeom>
          <a:solidFill>
            <a:srgbClr val="A7C4D8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0" name="M1"/>
          <p:cNvSpPr>
            <a:spLocks noGrp="1"/>
          </p:cNvSpPr>
          <p:nvPr/>
        </p:nvSpPr>
        <p:spPr>
          <a:xfrm>
            <a:off x="914400" y="21050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M1</a:t>
            </a:r>
            <a:endParaRPr sz="1594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M2"/>
          <p:cNvSpPr>
            <a:spLocks noGrp="1"/>
          </p:cNvSpPr>
          <p:nvPr/>
        </p:nvSpPr>
        <p:spPr>
          <a:xfrm>
            <a:off x="2314575" y="2085975"/>
            <a:ext cx="400050" cy="304800"/>
          </a:xfrm>
          <a:prstGeom prst="rect">
            <a:avLst/>
          </a:prstGeom>
          <a:solidFill>
            <a:srgbClr val="A7C4D8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2" name="M2"/>
          <p:cNvSpPr>
            <a:spLocks noGrp="1"/>
          </p:cNvSpPr>
          <p:nvPr/>
        </p:nvSpPr>
        <p:spPr>
          <a:xfrm>
            <a:off x="2314575" y="21050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M2</a:t>
            </a:r>
            <a:endParaRPr sz="1594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M3"/>
          <p:cNvSpPr>
            <a:spLocks noGrp="1"/>
          </p:cNvSpPr>
          <p:nvPr/>
        </p:nvSpPr>
        <p:spPr>
          <a:xfrm>
            <a:off x="3686175" y="2085975"/>
            <a:ext cx="400050" cy="304800"/>
          </a:xfrm>
          <a:prstGeom prst="rect">
            <a:avLst/>
          </a:prstGeom>
          <a:solidFill>
            <a:srgbClr val="A7C4D8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4" name="M3"/>
          <p:cNvSpPr>
            <a:spLocks noGrp="1"/>
          </p:cNvSpPr>
          <p:nvPr/>
        </p:nvSpPr>
        <p:spPr>
          <a:xfrm>
            <a:off x="3686175" y="21050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M3</a:t>
            </a:r>
            <a:endParaRPr sz="1594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B1"/>
          <p:cNvSpPr>
            <a:spLocks noGrp="1"/>
          </p:cNvSpPr>
          <p:nvPr/>
        </p:nvSpPr>
        <p:spPr>
          <a:xfrm>
            <a:off x="1571625" y="1609725"/>
            <a:ext cx="342900" cy="228600"/>
          </a:xfrm>
          <a:prstGeom prst="rect">
            <a:avLst/>
          </a:prstGeom>
          <a:solidFill>
            <a:srgbClr val="D3E2EC"/>
          </a:solidFill>
          <a:ln w="12993">
            <a:solidFill>
              <a:srgbClr val="315B79"/>
            </a:solidFill>
            <a:prstDash val="solid"/>
          </a:ln>
        </p:spPr>
      </p:sp>
      <p:sp>
        <p:nvSpPr>
          <p:cNvPr id="36" name="B1"/>
          <p:cNvSpPr>
            <a:spLocks noGrp="1"/>
          </p:cNvSpPr>
          <p:nvPr/>
        </p:nvSpPr>
        <p:spPr>
          <a:xfrm>
            <a:off x="1571625" y="161925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B1</a:t>
            </a:r>
            <a:endParaRPr sz="15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B2"/>
          <p:cNvSpPr>
            <a:spLocks noGrp="1"/>
          </p:cNvSpPr>
          <p:nvPr/>
        </p:nvSpPr>
        <p:spPr>
          <a:xfrm>
            <a:off x="3019425" y="2638425"/>
            <a:ext cx="342900" cy="228600"/>
          </a:xfrm>
          <a:prstGeom prst="rect">
            <a:avLst/>
          </a:prstGeom>
          <a:solidFill>
            <a:srgbClr val="D3E2EC"/>
          </a:solidFill>
          <a:ln w="12993">
            <a:solidFill>
              <a:srgbClr val="315B79"/>
            </a:solidFill>
            <a:prstDash val="solid"/>
          </a:ln>
        </p:spPr>
      </p:sp>
      <p:sp>
        <p:nvSpPr>
          <p:cNvPr id="38" name="B2"/>
          <p:cNvSpPr>
            <a:spLocks noGrp="1"/>
          </p:cNvSpPr>
          <p:nvPr/>
        </p:nvSpPr>
        <p:spPr>
          <a:xfrm>
            <a:off x="3019425" y="264795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B2</a:t>
            </a:r>
            <a:endParaRPr sz="15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H"/>
          <p:cNvSpPr>
            <a:spLocks noGrp="1"/>
          </p:cNvSpPr>
          <p:nvPr/>
        </p:nvSpPr>
        <p:spPr>
          <a:xfrm>
            <a:off x="609600" y="1562100"/>
            <a:ext cx="266700" cy="2667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40" name="H"/>
          <p:cNvSpPr>
            <a:spLocks noGrp="1"/>
          </p:cNvSpPr>
          <p:nvPr/>
        </p:nvSpPr>
        <p:spPr>
          <a:xfrm>
            <a:off x="609600" y="1562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19" b="0" i="0">
                <a:solidFill>
                  <a:srgbClr val="17202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19" b="0" i="0">
                <a:solidFill>
                  <a:srgbClr val="17202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19" b="0" i="0">
                <a:solidFill>
                  <a:srgbClr val="17202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endParaRPr sz="1219" b="0" i="0">
              <a:solidFill>
                <a:srgbClr val="17202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G"/>
          <p:cNvSpPr>
            <a:spLocks noGrp="1"/>
          </p:cNvSpPr>
          <p:nvPr/>
        </p:nvSpPr>
        <p:spPr>
          <a:xfrm>
            <a:off x="4062413" y="1538288"/>
            <a:ext cx="333375" cy="333375"/>
          </a:xfrm>
          <a:prstGeom prst="diamond">
            <a:avLst/>
          </a:prstGeom>
          <a:solidFill>
            <a:srgbClr val="7EA4BE"/>
          </a:solidFill>
          <a:ln w="15355">
            <a:solidFill>
              <a:srgbClr val="315B79"/>
            </a:solidFill>
          </a:ln>
        </p:spPr>
      </p:sp>
      <p:sp>
        <p:nvSpPr>
          <p:cNvPr id="42" name="G"/>
          <p:cNvSpPr>
            <a:spLocks noGrp="1"/>
          </p:cNvSpPr>
          <p:nvPr/>
        </p:nvSpPr>
        <p:spPr>
          <a:xfrm>
            <a:off x="4062413" y="1571625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</a:t>
            </a:r>
            <a:endParaRPr sz="1594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R"/>
          <p:cNvSpPr>
            <a:spLocks noGrp="1"/>
          </p:cNvSpPr>
          <p:nvPr/>
        </p:nvSpPr>
        <p:spPr>
          <a:xfrm>
            <a:off x="595313" y="2576513"/>
            <a:ext cx="333375" cy="333375"/>
          </a:xfrm>
          <a:prstGeom prst="diamond">
            <a:avLst/>
          </a:prstGeom>
          <a:solidFill>
            <a:srgbClr val="B8D0DF"/>
          </a:solidFill>
          <a:ln w="15355">
            <a:solidFill>
              <a:srgbClr val="315B79"/>
            </a:solidFill>
          </a:ln>
        </p:spPr>
      </p:sp>
      <p:sp>
        <p:nvSpPr>
          <p:cNvPr id="44" name="R"/>
          <p:cNvSpPr>
            <a:spLocks noGrp="1"/>
          </p:cNvSpPr>
          <p:nvPr/>
        </p:nvSpPr>
        <p:spPr>
          <a:xfrm>
            <a:off x="595313" y="26098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</a:t>
            </a:r>
            <a:endParaRPr sz="1594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M: machine/workbench  H: worker  G: gantry  R: robot  B: buffer"/>
          <p:cNvSpPr>
            <a:spLocks noGrp="1"/>
          </p:cNvSpPr>
          <p:nvPr/>
        </p:nvSpPr>
        <p:spPr>
          <a:xfrm>
            <a:off x="542925" y="2867025"/>
            <a:ext cx="43529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83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83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83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M: machine/workbench  H: worker  G: gantry  R: robot  B: buffer</a:t>
            </a:r>
            <a:endParaRPr sz="1283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line-18"/>
          <p:cNvSpPr>
            <a:spLocks noGrp="1"/>
          </p:cNvSpPr>
          <p:nvPr/>
        </p:nvSpPr>
        <p:spPr>
          <a:xfrm>
            <a:off x="4457700" y="2247900"/>
            <a:ext cx="466725" cy="95"/>
          </a:xfrm>
          <a:custGeom>
            <a:avLst/>
            <a:gdLst/>
            <a:ahLst/>
            <a:cxnLst/>
            <a:pathLst>
              <a:path w="466725" h="9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47" name="line-19"/>
          <p:cNvSpPr>
            <a:spLocks noGrp="1"/>
          </p:cNvSpPr>
          <p:nvPr/>
        </p:nvSpPr>
        <p:spPr>
          <a:xfrm>
            <a:off x="4865285" y="22479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48" name="line-20"/>
          <p:cNvSpPr>
            <a:spLocks noGrp="1"/>
          </p:cNvSpPr>
          <p:nvPr/>
        </p:nvSpPr>
        <p:spPr>
          <a:xfrm>
            <a:off x="4865285" y="22171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49" name="mask-0-0"/>
          <p:cNvSpPr>
            <a:spLocks noGrp="1"/>
          </p:cNvSpPr>
          <p:nvPr/>
        </p:nvSpPr>
        <p:spPr>
          <a:xfrm>
            <a:off x="5019675" y="19812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" name="mask-0-1"/>
          <p:cNvSpPr>
            <a:spLocks noGrp="1"/>
          </p:cNvSpPr>
          <p:nvPr/>
        </p:nvSpPr>
        <p:spPr>
          <a:xfrm>
            <a:off x="5124450" y="19812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1" name="mask-0-2"/>
          <p:cNvSpPr>
            <a:spLocks noGrp="1"/>
          </p:cNvSpPr>
          <p:nvPr/>
        </p:nvSpPr>
        <p:spPr>
          <a:xfrm>
            <a:off x="5229225" y="19812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2" name="mask-0-3"/>
          <p:cNvSpPr>
            <a:spLocks noGrp="1"/>
          </p:cNvSpPr>
          <p:nvPr/>
        </p:nvSpPr>
        <p:spPr>
          <a:xfrm>
            <a:off x="5334000" y="198120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" name="mask-0-4"/>
          <p:cNvSpPr>
            <a:spLocks noGrp="1"/>
          </p:cNvSpPr>
          <p:nvPr/>
        </p:nvSpPr>
        <p:spPr>
          <a:xfrm>
            <a:off x="5438775" y="198120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4" name="mask-1-0"/>
          <p:cNvSpPr>
            <a:spLocks noGrp="1"/>
          </p:cNvSpPr>
          <p:nvPr/>
        </p:nvSpPr>
        <p:spPr>
          <a:xfrm>
            <a:off x="5019675" y="20859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5" name="mask-1-1"/>
          <p:cNvSpPr>
            <a:spLocks noGrp="1"/>
          </p:cNvSpPr>
          <p:nvPr/>
        </p:nvSpPr>
        <p:spPr>
          <a:xfrm>
            <a:off x="5124450" y="20859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6" name="mask-1-2"/>
          <p:cNvSpPr>
            <a:spLocks noGrp="1"/>
          </p:cNvSpPr>
          <p:nvPr/>
        </p:nvSpPr>
        <p:spPr>
          <a:xfrm>
            <a:off x="5229225" y="208597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7" name="mask-1-3"/>
          <p:cNvSpPr>
            <a:spLocks noGrp="1"/>
          </p:cNvSpPr>
          <p:nvPr/>
        </p:nvSpPr>
        <p:spPr>
          <a:xfrm>
            <a:off x="5334000" y="208597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8" name="mask-1-4"/>
          <p:cNvSpPr>
            <a:spLocks noGrp="1"/>
          </p:cNvSpPr>
          <p:nvPr/>
        </p:nvSpPr>
        <p:spPr>
          <a:xfrm>
            <a:off x="5438775" y="208597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9" name="mask-2-0"/>
          <p:cNvSpPr>
            <a:spLocks noGrp="1"/>
          </p:cNvSpPr>
          <p:nvPr/>
        </p:nvSpPr>
        <p:spPr>
          <a:xfrm>
            <a:off x="5019675" y="21907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0" name="mask-2-1"/>
          <p:cNvSpPr>
            <a:spLocks noGrp="1"/>
          </p:cNvSpPr>
          <p:nvPr/>
        </p:nvSpPr>
        <p:spPr>
          <a:xfrm>
            <a:off x="5124450" y="21907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1" name="mask-2-2"/>
          <p:cNvSpPr>
            <a:spLocks noGrp="1"/>
          </p:cNvSpPr>
          <p:nvPr/>
        </p:nvSpPr>
        <p:spPr>
          <a:xfrm>
            <a:off x="5229225" y="21907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2" name="mask-2-3"/>
          <p:cNvSpPr>
            <a:spLocks noGrp="1"/>
          </p:cNvSpPr>
          <p:nvPr/>
        </p:nvSpPr>
        <p:spPr>
          <a:xfrm>
            <a:off x="5334000" y="21907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3" name="mask-2-4"/>
          <p:cNvSpPr>
            <a:spLocks noGrp="1"/>
          </p:cNvSpPr>
          <p:nvPr/>
        </p:nvSpPr>
        <p:spPr>
          <a:xfrm>
            <a:off x="5438775" y="219075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4" name="mask-3-0"/>
          <p:cNvSpPr>
            <a:spLocks noGrp="1"/>
          </p:cNvSpPr>
          <p:nvPr/>
        </p:nvSpPr>
        <p:spPr>
          <a:xfrm>
            <a:off x="5019675" y="229552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5" name="mask-3-1"/>
          <p:cNvSpPr>
            <a:spLocks noGrp="1"/>
          </p:cNvSpPr>
          <p:nvPr/>
        </p:nvSpPr>
        <p:spPr>
          <a:xfrm>
            <a:off x="5124450" y="2295525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" name="mask-3-2"/>
          <p:cNvSpPr>
            <a:spLocks noGrp="1"/>
          </p:cNvSpPr>
          <p:nvPr/>
        </p:nvSpPr>
        <p:spPr>
          <a:xfrm>
            <a:off x="5229225" y="22955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" name="mask-3-3"/>
          <p:cNvSpPr>
            <a:spLocks noGrp="1"/>
          </p:cNvSpPr>
          <p:nvPr/>
        </p:nvSpPr>
        <p:spPr>
          <a:xfrm>
            <a:off x="5334000" y="22955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" name="mask-3-4"/>
          <p:cNvSpPr>
            <a:spLocks noGrp="1"/>
          </p:cNvSpPr>
          <p:nvPr/>
        </p:nvSpPr>
        <p:spPr>
          <a:xfrm>
            <a:off x="5438775" y="2295525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" name="mask-4-0"/>
          <p:cNvSpPr>
            <a:spLocks noGrp="1"/>
          </p:cNvSpPr>
          <p:nvPr/>
        </p:nvSpPr>
        <p:spPr>
          <a:xfrm>
            <a:off x="5019675" y="240030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" name="mask-4-1"/>
          <p:cNvSpPr>
            <a:spLocks noGrp="1"/>
          </p:cNvSpPr>
          <p:nvPr/>
        </p:nvSpPr>
        <p:spPr>
          <a:xfrm>
            <a:off x="5124450" y="2400300"/>
            <a:ext cx="104775" cy="10477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" name="mask-4-2"/>
          <p:cNvSpPr>
            <a:spLocks noGrp="1"/>
          </p:cNvSpPr>
          <p:nvPr/>
        </p:nvSpPr>
        <p:spPr>
          <a:xfrm>
            <a:off x="5229225" y="24003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" name="mask-4-3"/>
          <p:cNvSpPr>
            <a:spLocks noGrp="1"/>
          </p:cNvSpPr>
          <p:nvPr/>
        </p:nvSpPr>
        <p:spPr>
          <a:xfrm>
            <a:off x="5334000" y="24003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3" name="mask-4-4"/>
          <p:cNvSpPr>
            <a:spLocks noGrp="1"/>
          </p:cNvSpPr>
          <p:nvPr/>
        </p:nvSpPr>
        <p:spPr>
          <a:xfrm>
            <a:off x="5438775" y="2400300"/>
            <a:ext cx="104775" cy="10477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4" name="shape-21"/>
          <p:cNvSpPr>
            <a:spLocks noGrp="1"/>
          </p:cNvSpPr>
          <p:nvPr/>
        </p:nvSpPr>
        <p:spPr>
          <a:xfrm>
            <a:off x="5019675" y="1981200"/>
            <a:ext cx="523875" cy="52387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75" name="Graph G"/>
          <p:cNvSpPr>
            <a:spLocks noGrp="1"/>
          </p:cNvSpPr>
          <p:nvPr/>
        </p:nvSpPr>
        <p:spPr>
          <a:xfrm>
            <a:off x="4886325" y="2552700"/>
            <a:ext cx="990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G</a:t>
            </a:r>
            <a:endParaRPr sz="1781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6" name="Mᴳ, E_lap"/>
          <p:cNvSpPr>
            <a:spLocks noGrp="1"/>
          </p:cNvSpPr>
          <p:nvPr/>
        </p:nvSpPr>
        <p:spPr>
          <a:xfrm>
            <a:off x="4876800" y="28003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Mᴳ, E_lap</a:t>
            </a:r>
            <a:endParaRPr sz="15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7" name="line-22"/>
          <p:cNvSpPr>
            <a:spLocks noGrp="1"/>
          </p:cNvSpPr>
          <p:nvPr/>
        </p:nvSpPr>
        <p:spPr>
          <a:xfrm>
            <a:off x="5972175" y="1533525"/>
            <a:ext cx="95" cy="1362075"/>
          </a:xfrm>
          <a:custGeom>
            <a:avLst/>
            <a:gdLst/>
            <a:ahLst/>
            <a:cxnLst/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7620">
            <a:solidFill>
              <a:srgbClr val="D0DCE3"/>
            </a:solidFill>
            <a:prstDash val="solid"/>
          </a:ln>
        </p:spPr>
      </p:sp>
      <p:sp>
        <p:nvSpPr>
          <p:cNvPr id="78" name="shape-23"/>
          <p:cNvSpPr>
            <a:spLocks noGrp="1"/>
          </p:cNvSpPr>
          <p:nvPr/>
        </p:nvSpPr>
        <p:spPr>
          <a:xfrm>
            <a:off x="7591425" y="1771650"/>
            <a:ext cx="1371600" cy="476250"/>
          </a:xfrm>
          <a:prstGeom prst="rect">
            <a:avLst/>
          </a:prstGeom>
          <a:solidFill>
            <a:srgbClr val="E1EBF2"/>
          </a:solidFill>
          <a:ln w="6668">
            <a:solidFill>
              <a:srgbClr val="8EAEC3"/>
            </a:solidFill>
            <a:prstDash val="solid"/>
          </a:ln>
        </p:spPr>
      </p:sp>
      <p:sp>
        <p:nvSpPr>
          <p:cNvPr id="79" name="shape-24"/>
          <p:cNvSpPr>
            <a:spLocks noGrp="1"/>
          </p:cNvSpPr>
          <p:nvPr/>
        </p:nvSpPr>
        <p:spPr>
          <a:xfrm>
            <a:off x="7515225" y="1828800"/>
            <a:ext cx="1371600" cy="476250"/>
          </a:xfrm>
          <a:prstGeom prst="rect">
            <a:avLst/>
          </a:prstGeom>
          <a:solidFill>
            <a:srgbClr val="E1EBF2"/>
          </a:solidFill>
          <a:ln w="6668">
            <a:solidFill>
              <a:srgbClr val="8EAEC3"/>
            </a:solidFill>
            <a:prstDash val="solid"/>
          </a:ln>
        </p:spPr>
      </p:sp>
      <p:sp>
        <p:nvSpPr>
          <p:cNvPr id="80" name="features-0-0"/>
          <p:cNvSpPr>
            <a:spLocks noGrp="1"/>
          </p:cNvSpPr>
          <p:nvPr/>
        </p:nvSpPr>
        <p:spPr>
          <a:xfrm>
            <a:off x="7439025" y="18859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" name="features-0-1"/>
          <p:cNvSpPr>
            <a:spLocks noGrp="1"/>
          </p:cNvSpPr>
          <p:nvPr/>
        </p:nvSpPr>
        <p:spPr>
          <a:xfrm>
            <a:off x="7524750" y="18859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" name="features-0-2"/>
          <p:cNvSpPr>
            <a:spLocks noGrp="1"/>
          </p:cNvSpPr>
          <p:nvPr/>
        </p:nvSpPr>
        <p:spPr>
          <a:xfrm>
            <a:off x="7610475" y="18859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" name="features-0-3"/>
          <p:cNvSpPr>
            <a:spLocks noGrp="1"/>
          </p:cNvSpPr>
          <p:nvPr/>
        </p:nvSpPr>
        <p:spPr>
          <a:xfrm>
            <a:off x="7696200" y="188595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" name="features-0-4"/>
          <p:cNvSpPr>
            <a:spLocks noGrp="1"/>
          </p:cNvSpPr>
          <p:nvPr/>
        </p:nvSpPr>
        <p:spPr>
          <a:xfrm>
            <a:off x="7781925" y="188595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" name="features-0-5"/>
          <p:cNvSpPr>
            <a:spLocks noGrp="1"/>
          </p:cNvSpPr>
          <p:nvPr/>
        </p:nvSpPr>
        <p:spPr>
          <a:xfrm>
            <a:off x="7867650" y="18859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6" name="features-0-6"/>
          <p:cNvSpPr>
            <a:spLocks noGrp="1"/>
          </p:cNvSpPr>
          <p:nvPr/>
        </p:nvSpPr>
        <p:spPr>
          <a:xfrm>
            <a:off x="7953375" y="18859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" name="features-0-7"/>
          <p:cNvSpPr>
            <a:spLocks noGrp="1"/>
          </p:cNvSpPr>
          <p:nvPr/>
        </p:nvSpPr>
        <p:spPr>
          <a:xfrm>
            <a:off x="8039100" y="18859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" name="features-0-8"/>
          <p:cNvSpPr>
            <a:spLocks noGrp="1"/>
          </p:cNvSpPr>
          <p:nvPr/>
        </p:nvSpPr>
        <p:spPr>
          <a:xfrm>
            <a:off x="8124825" y="188595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" name="features-0-9"/>
          <p:cNvSpPr>
            <a:spLocks noGrp="1"/>
          </p:cNvSpPr>
          <p:nvPr/>
        </p:nvSpPr>
        <p:spPr>
          <a:xfrm>
            <a:off x="8210550" y="188595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" name="features-0-10"/>
          <p:cNvSpPr>
            <a:spLocks noGrp="1"/>
          </p:cNvSpPr>
          <p:nvPr/>
        </p:nvSpPr>
        <p:spPr>
          <a:xfrm>
            <a:off x="8296275" y="18859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" name="features-0-11"/>
          <p:cNvSpPr>
            <a:spLocks noGrp="1"/>
          </p:cNvSpPr>
          <p:nvPr/>
        </p:nvSpPr>
        <p:spPr>
          <a:xfrm>
            <a:off x="8382000" y="18859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" name="features-0-12"/>
          <p:cNvSpPr>
            <a:spLocks noGrp="1"/>
          </p:cNvSpPr>
          <p:nvPr/>
        </p:nvSpPr>
        <p:spPr>
          <a:xfrm>
            <a:off x="8467725" y="18859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" name="features-0-13"/>
          <p:cNvSpPr>
            <a:spLocks noGrp="1"/>
          </p:cNvSpPr>
          <p:nvPr/>
        </p:nvSpPr>
        <p:spPr>
          <a:xfrm>
            <a:off x="8553450" y="188595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" name="features-0-14"/>
          <p:cNvSpPr>
            <a:spLocks noGrp="1"/>
          </p:cNvSpPr>
          <p:nvPr/>
        </p:nvSpPr>
        <p:spPr>
          <a:xfrm>
            <a:off x="8639175" y="188595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" name="features-0-15"/>
          <p:cNvSpPr>
            <a:spLocks noGrp="1"/>
          </p:cNvSpPr>
          <p:nvPr/>
        </p:nvSpPr>
        <p:spPr>
          <a:xfrm>
            <a:off x="8724900" y="18859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" name="features-1-0"/>
          <p:cNvSpPr>
            <a:spLocks noGrp="1"/>
          </p:cNvSpPr>
          <p:nvPr/>
        </p:nvSpPr>
        <p:spPr>
          <a:xfrm>
            <a:off x="7439025" y="19716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" name="features-1-1"/>
          <p:cNvSpPr>
            <a:spLocks noGrp="1"/>
          </p:cNvSpPr>
          <p:nvPr/>
        </p:nvSpPr>
        <p:spPr>
          <a:xfrm>
            <a:off x="7524750" y="19716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" name="features-1-2"/>
          <p:cNvSpPr>
            <a:spLocks noGrp="1"/>
          </p:cNvSpPr>
          <p:nvPr/>
        </p:nvSpPr>
        <p:spPr>
          <a:xfrm>
            <a:off x="7610475" y="19716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9" name="features-1-3"/>
          <p:cNvSpPr>
            <a:spLocks noGrp="1"/>
          </p:cNvSpPr>
          <p:nvPr/>
        </p:nvSpPr>
        <p:spPr>
          <a:xfrm>
            <a:off x="7696200" y="19716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0" name="features-1-4"/>
          <p:cNvSpPr>
            <a:spLocks noGrp="1"/>
          </p:cNvSpPr>
          <p:nvPr/>
        </p:nvSpPr>
        <p:spPr>
          <a:xfrm>
            <a:off x="7781925" y="19716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1" name="features-1-5"/>
          <p:cNvSpPr>
            <a:spLocks noGrp="1"/>
          </p:cNvSpPr>
          <p:nvPr/>
        </p:nvSpPr>
        <p:spPr>
          <a:xfrm>
            <a:off x="7867650" y="19716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2" name="features-1-6"/>
          <p:cNvSpPr>
            <a:spLocks noGrp="1"/>
          </p:cNvSpPr>
          <p:nvPr/>
        </p:nvSpPr>
        <p:spPr>
          <a:xfrm>
            <a:off x="7953375" y="19716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3" name="features-1-7"/>
          <p:cNvSpPr>
            <a:spLocks noGrp="1"/>
          </p:cNvSpPr>
          <p:nvPr/>
        </p:nvSpPr>
        <p:spPr>
          <a:xfrm>
            <a:off x="8039100" y="19716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4" name="features-1-8"/>
          <p:cNvSpPr>
            <a:spLocks noGrp="1"/>
          </p:cNvSpPr>
          <p:nvPr/>
        </p:nvSpPr>
        <p:spPr>
          <a:xfrm>
            <a:off x="8124825" y="19716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5" name="features-1-9"/>
          <p:cNvSpPr>
            <a:spLocks noGrp="1"/>
          </p:cNvSpPr>
          <p:nvPr/>
        </p:nvSpPr>
        <p:spPr>
          <a:xfrm>
            <a:off x="8210550" y="19716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6" name="features-1-10"/>
          <p:cNvSpPr>
            <a:spLocks noGrp="1"/>
          </p:cNvSpPr>
          <p:nvPr/>
        </p:nvSpPr>
        <p:spPr>
          <a:xfrm>
            <a:off x="8296275" y="19716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7" name="features-1-11"/>
          <p:cNvSpPr>
            <a:spLocks noGrp="1"/>
          </p:cNvSpPr>
          <p:nvPr/>
        </p:nvSpPr>
        <p:spPr>
          <a:xfrm>
            <a:off x="8382000" y="1971675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8" name="features-1-12"/>
          <p:cNvSpPr>
            <a:spLocks noGrp="1"/>
          </p:cNvSpPr>
          <p:nvPr/>
        </p:nvSpPr>
        <p:spPr>
          <a:xfrm>
            <a:off x="8467725" y="19716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9" name="features-1-13"/>
          <p:cNvSpPr>
            <a:spLocks noGrp="1"/>
          </p:cNvSpPr>
          <p:nvPr/>
        </p:nvSpPr>
        <p:spPr>
          <a:xfrm>
            <a:off x="8553450" y="1971675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0" name="features-1-14"/>
          <p:cNvSpPr>
            <a:spLocks noGrp="1"/>
          </p:cNvSpPr>
          <p:nvPr/>
        </p:nvSpPr>
        <p:spPr>
          <a:xfrm>
            <a:off x="8639175" y="19716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1" name="features-1-15"/>
          <p:cNvSpPr>
            <a:spLocks noGrp="1"/>
          </p:cNvSpPr>
          <p:nvPr/>
        </p:nvSpPr>
        <p:spPr>
          <a:xfrm>
            <a:off x="8724900" y="19716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2" name="features-2-0"/>
          <p:cNvSpPr>
            <a:spLocks noGrp="1"/>
          </p:cNvSpPr>
          <p:nvPr/>
        </p:nvSpPr>
        <p:spPr>
          <a:xfrm>
            <a:off x="7439025" y="20574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3" name="features-2-1"/>
          <p:cNvSpPr>
            <a:spLocks noGrp="1"/>
          </p:cNvSpPr>
          <p:nvPr/>
        </p:nvSpPr>
        <p:spPr>
          <a:xfrm>
            <a:off x="7524750" y="20574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4" name="features-2-2"/>
          <p:cNvSpPr>
            <a:spLocks noGrp="1"/>
          </p:cNvSpPr>
          <p:nvPr/>
        </p:nvSpPr>
        <p:spPr>
          <a:xfrm>
            <a:off x="7610475" y="20574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5" name="features-2-3"/>
          <p:cNvSpPr>
            <a:spLocks noGrp="1"/>
          </p:cNvSpPr>
          <p:nvPr/>
        </p:nvSpPr>
        <p:spPr>
          <a:xfrm>
            <a:off x="7696200" y="20574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6" name="features-2-4"/>
          <p:cNvSpPr>
            <a:spLocks noGrp="1"/>
          </p:cNvSpPr>
          <p:nvPr/>
        </p:nvSpPr>
        <p:spPr>
          <a:xfrm>
            <a:off x="7781925" y="205740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7" name="features-2-5"/>
          <p:cNvSpPr>
            <a:spLocks noGrp="1"/>
          </p:cNvSpPr>
          <p:nvPr/>
        </p:nvSpPr>
        <p:spPr>
          <a:xfrm>
            <a:off x="7867650" y="20574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8" name="features-2-6"/>
          <p:cNvSpPr>
            <a:spLocks noGrp="1"/>
          </p:cNvSpPr>
          <p:nvPr/>
        </p:nvSpPr>
        <p:spPr>
          <a:xfrm>
            <a:off x="7953375" y="20574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9" name="features-2-7"/>
          <p:cNvSpPr>
            <a:spLocks noGrp="1"/>
          </p:cNvSpPr>
          <p:nvPr/>
        </p:nvSpPr>
        <p:spPr>
          <a:xfrm>
            <a:off x="8039100" y="20574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0" name="features-2-8"/>
          <p:cNvSpPr>
            <a:spLocks noGrp="1"/>
          </p:cNvSpPr>
          <p:nvPr/>
        </p:nvSpPr>
        <p:spPr>
          <a:xfrm>
            <a:off x="8124825" y="20574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1" name="features-2-9"/>
          <p:cNvSpPr>
            <a:spLocks noGrp="1"/>
          </p:cNvSpPr>
          <p:nvPr/>
        </p:nvSpPr>
        <p:spPr>
          <a:xfrm>
            <a:off x="8210550" y="205740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2" name="features-2-10"/>
          <p:cNvSpPr>
            <a:spLocks noGrp="1"/>
          </p:cNvSpPr>
          <p:nvPr/>
        </p:nvSpPr>
        <p:spPr>
          <a:xfrm>
            <a:off x="8296275" y="20574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3" name="features-2-11"/>
          <p:cNvSpPr>
            <a:spLocks noGrp="1"/>
          </p:cNvSpPr>
          <p:nvPr/>
        </p:nvSpPr>
        <p:spPr>
          <a:xfrm>
            <a:off x="8382000" y="20574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4" name="features-2-12"/>
          <p:cNvSpPr>
            <a:spLocks noGrp="1"/>
          </p:cNvSpPr>
          <p:nvPr/>
        </p:nvSpPr>
        <p:spPr>
          <a:xfrm>
            <a:off x="8467725" y="20574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5" name="features-2-13"/>
          <p:cNvSpPr>
            <a:spLocks noGrp="1"/>
          </p:cNvSpPr>
          <p:nvPr/>
        </p:nvSpPr>
        <p:spPr>
          <a:xfrm>
            <a:off x="8553450" y="20574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6" name="features-2-14"/>
          <p:cNvSpPr>
            <a:spLocks noGrp="1"/>
          </p:cNvSpPr>
          <p:nvPr/>
        </p:nvSpPr>
        <p:spPr>
          <a:xfrm>
            <a:off x="8639175" y="205740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7" name="features-2-15"/>
          <p:cNvSpPr>
            <a:spLocks noGrp="1"/>
          </p:cNvSpPr>
          <p:nvPr/>
        </p:nvSpPr>
        <p:spPr>
          <a:xfrm>
            <a:off x="8724900" y="205740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8" name="features-3-0"/>
          <p:cNvSpPr>
            <a:spLocks noGrp="1"/>
          </p:cNvSpPr>
          <p:nvPr/>
        </p:nvSpPr>
        <p:spPr>
          <a:xfrm>
            <a:off x="743902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9" name="features-3-1"/>
          <p:cNvSpPr>
            <a:spLocks noGrp="1"/>
          </p:cNvSpPr>
          <p:nvPr/>
        </p:nvSpPr>
        <p:spPr>
          <a:xfrm>
            <a:off x="752475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0" name="features-3-2"/>
          <p:cNvSpPr>
            <a:spLocks noGrp="1"/>
          </p:cNvSpPr>
          <p:nvPr/>
        </p:nvSpPr>
        <p:spPr>
          <a:xfrm>
            <a:off x="761047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1" name="features-3-3"/>
          <p:cNvSpPr>
            <a:spLocks noGrp="1"/>
          </p:cNvSpPr>
          <p:nvPr/>
        </p:nvSpPr>
        <p:spPr>
          <a:xfrm>
            <a:off x="769620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2" name="features-3-4"/>
          <p:cNvSpPr>
            <a:spLocks noGrp="1"/>
          </p:cNvSpPr>
          <p:nvPr/>
        </p:nvSpPr>
        <p:spPr>
          <a:xfrm>
            <a:off x="778192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3" name="features-3-5"/>
          <p:cNvSpPr>
            <a:spLocks noGrp="1"/>
          </p:cNvSpPr>
          <p:nvPr/>
        </p:nvSpPr>
        <p:spPr>
          <a:xfrm>
            <a:off x="786765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4" name="features-3-6"/>
          <p:cNvSpPr>
            <a:spLocks noGrp="1"/>
          </p:cNvSpPr>
          <p:nvPr/>
        </p:nvSpPr>
        <p:spPr>
          <a:xfrm>
            <a:off x="795337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5" name="features-3-7"/>
          <p:cNvSpPr>
            <a:spLocks noGrp="1"/>
          </p:cNvSpPr>
          <p:nvPr/>
        </p:nvSpPr>
        <p:spPr>
          <a:xfrm>
            <a:off x="803910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6" name="features-3-8"/>
          <p:cNvSpPr>
            <a:spLocks noGrp="1"/>
          </p:cNvSpPr>
          <p:nvPr/>
        </p:nvSpPr>
        <p:spPr>
          <a:xfrm>
            <a:off x="812482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7" name="features-3-9"/>
          <p:cNvSpPr>
            <a:spLocks noGrp="1"/>
          </p:cNvSpPr>
          <p:nvPr/>
        </p:nvSpPr>
        <p:spPr>
          <a:xfrm>
            <a:off x="821055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8" name="features-3-10"/>
          <p:cNvSpPr>
            <a:spLocks noGrp="1"/>
          </p:cNvSpPr>
          <p:nvPr/>
        </p:nvSpPr>
        <p:spPr>
          <a:xfrm>
            <a:off x="829627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9" name="features-3-11"/>
          <p:cNvSpPr>
            <a:spLocks noGrp="1"/>
          </p:cNvSpPr>
          <p:nvPr/>
        </p:nvSpPr>
        <p:spPr>
          <a:xfrm>
            <a:off x="838200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0" name="features-3-12"/>
          <p:cNvSpPr>
            <a:spLocks noGrp="1"/>
          </p:cNvSpPr>
          <p:nvPr/>
        </p:nvSpPr>
        <p:spPr>
          <a:xfrm>
            <a:off x="846772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1" name="features-3-13"/>
          <p:cNvSpPr>
            <a:spLocks noGrp="1"/>
          </p:cNvSpPr>
          <p:nvPr/>
        </p:nvSpPr>
        <p:spPr>
          <a:xfrm>
            <a:off x="855345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2" name="features-3-14"/>
          <p:cNvSpPr>
            <a:spLocks noGrp="1"/>
          </p:cNvSpPr>
          <p:nvPr/>
        </p:nvSpPr>
        <p:spPr>
          <a:xfrm>
            <a:off x="8639175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3" name="features-3-15"/>
          <p:cNvSpPr>
            <a:spLocks noGrp="1"/>
          </p:cNvSpPr>
          <p:nvPr/>
        </p:nvSpPr>
        <p:spPr>
          <a:xfrm>
            <a:off x="8724900" y="21431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4" name="features-4-0"/>
          <p:cNvSpPr>
            <a:spLocks noGrp="1"/>
          </p:cNvSpPr>
          <p:nvPr/>
        </p:nvSpPr>
        <p:spPr>
          <a:xfrm>
            <a:off x="7439025" y="22288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5" name="features-4-1"/>
          <p:cNvSpPr>
            <a:spLocks noGrp="1"/>
          </p:cNvSpPr>
          <p:nvPr/>
        </p:nvSpPr>
        <p:spPr>
          <a:xfrm>
            <a:off x="7524750" y="222885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6" name="features-4-2"/>
          <p:cNvSpPr>
            <a:spLocks noGrp="1"/>
          </p:cNvSpPr>
          <p:nvPr/>
        </p:nvSpPr>
        <p:spPr>
          <a:xfrm>
            <a:off x="7610475" y="22288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7" name="features-4-3"/>
          <p:cNvSpPr>
            <a:spLocks noGrp="1"/>
          </p:cNvSpPr>
          <p:nvPr/>
        </p:nvSpPr>
        <p:spPr>
          <a:xfrm>
            <a:off x="7696200" y="22288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8" name="features-4-4"/>
          <p:cNvSpPr>
            <a:spLocks noGrp="1"/>
          </p:cNvSpPr>
          <p:nvPr/>
        </p:nvSpPr>
        <p:spPr>
          <a:xfrm>
            <a:off x="7781925" y="222885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9" name="features-4-5"/>
          <p:cNvSpPr>
            <a:spLocks noGrp="1"/>
          </p:cNvSpPr>
          <p:nvPr/>
        </p:nvSpPr>
        <p:spPr>
          <a:xfrm>
            <a:off x="7867650" y="22288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0" name="features-4-6"/>
          <p:cNvSpPr>
            <a:spLocks noGrp="1"/>
          </p:cNvSpPr>
          <p:nvPr/>
        </p:nvSpPr>
        <p:spPr>
          <a:xfrm>
            <a:off x="7953375" y="222885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1" name="features-4-7"/>
          <p:cNvSpPr>
            <a:spLocks noGrp="1"/>
          </p:cNvSpPr>
          <p:nvPr/>
        </p:nvSpPr>
        <p:spPr>
          <a:xfrm>
            <a:off x="8039100" y="22288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2" name="features-4-8"/>
          <p:cNvSpPr>
            <a:spLocks noGrp="1"/>
          </p:cNvSpPr>
          <p:nvPr/>
        </p:nvSpPr>
        <p:spPr>
          <a:xfrm>
            <a:off x="8124825" y="22288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3" name="features-4-9"/>
          <p:cNvSpPr>
            <a:spLocks noGrp="1"/>
          </p:cNvSpPr>
          <p:nvPr/>
        </p:nvSpPr>
        <p:spPr>
          <a:xfrm>
            <a:off x="8210550" y="222885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4" name="features-4-10"/>
          <p:cNvSpPr>
            <a:spLocks noGrp="1"/>
          </p:cNvSpPr>
          <p:nvPr/>
        </p:nvSpPr>
        <p:spPr>
          <a:xfrm>
            <a:off x="8296275" y="22288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5" name="features-4-11"/>
          <p:cNvSpPr>
            <a:spLocks noGrp="1"/>
          </p:cNvSpPr>
          <p:nvPr/>
        </p:nvSpPr>
        <p:spPr>
          <a:xfrm>
            <a:off x="8382000" y="222885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6" name="features-4-12"/>
          <p:cNvSpPr>
            <a:spLocks noGrp="1"/>
          </p:cNvSpPr>
          <p:nvPr/>
        </p:nvSpPr>
        <p:spPr>
          <a:xfrm>
            <a:off x="8467725" y="22288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7" name="features-4-13"/>
          <p:cNvSpPr>
            <a:spLocks noGrp="1"/>
          </p:cNvSpPr>
          <p:nvPr/>
        </p:nvSpPr>
        <p:spPr>
          <a:xfrm>
            <a:off x="8553450" y="22288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8" name="features-4-14"/>
          <p:cNvSpPr>
            <a:spLocks noGrp="1"/>
          </p:cNvSpPr>
          <p:nvPr/>
        </p:nvSpPr>
        <p:spPr>
          <a:xfrm>
            <a:off x="8639175" y="2228850"/>
            <a:ext cx="85725" cy="85725"/>
          </a:xfrm>
          <a:prstGeom prst="rect">
            <a:avLst/>
          </a:prstGeom>
          <a:solidFill>
            <a:srgbClr val="BDCF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9" name="features-4-15"/>
          <p:cNvSpPr>
            <a:spLocks noGrp="1"/>
          </p:cNvSpPr>
          <p:nvPr/>
        </p:nvSpPr>
        <p:spPr>
          <a:xfrm>
            <a:off x="8724900" y="2228850"/>
            <a:ext cx="85725" cy="85725"/>
          </a:xfrm>
          <a:prstGeom prst="rect">
            <a:avLst/>
          </a:prstGeom>
          <a:solidFill>
            <a:srgbClr val="8DAA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60" name="shape-25"/>
          <p:cNvSpPr>
            <a:spLocks noGrp="1"/>
          </p:cNvSpPr>
          <p:nvPr/>
        </p:nvSpPr>
        <p:spPr>
          <a:xfrm>
            <a:off x="7439025" y="1885950"/>
            <a:ext cx="1371600" cy="4286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161" name="Node-aligned history"/>
          <p:cNvSpPr>
            <a:spLocks noGrp="1"/>
          </p:cNvSpPr>
          <p:nvPr/>
        </p:nvSpPr>
        <p:spPr>
          <a:xfrm>
            <a:off x="7200900" y="1514475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Node-aligned history</a:t>
            </a:r>
            <a:endParaRPr sz="18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2" name="X: 30 × 38 × 27"/>
          <p:cNvSpPr>
            <a:spLocks noGrp="1"/>
          </p:cNvSpPr>
          <p:nvPr/>
        </p:nvSpPr>
        <p:spPr>
          <a:xfrm>
            <a:off x="7258050" y="2466975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X: 30 × 38 × 27</a:t>
            </a:r>
            <a:endParaRPr sz="189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3" name="line-26"/>
          <p:cNvSpPr>
            <a:spLocks noGrp="1"/>
          </p:cNvSpPr>
          <p:nvPr/>
        </p:nvSpPr>
        <p:spPr>
          <a:xfrm>
            <a:off x="9039225" y="2124075"/>
            <a:ext cx="1876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64" name="line-27"/>
          <p:cNvSpPr>
            <a:spLocks noGrp="1"/>
          </p:cNvSpPr>
          <p:nvPr/>
        </p:nvSpPr>
        <p:spPr>
          <a:xfrm>
            <a:off x="10856510" y="21240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65" name="line-28"/>
          <p:cNvSpPr>
            <a:spLocks noGrp="1"/>
          </p:cNvSpPr>
          <p:nvPr/>
        </p:nvSpPr>
        <p:spPr>
          <a:xfrm>
            <a:off x="10856510" y="20932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166" name="6 groups"/>
          <p:cNvSpPr>
            <a:spLocks noGrp="1"/>
          </p:cNvSpPr>
          <p:nvPr/>
        </p:nvSpPr>
        <p:spPr>
          <a:xfrm>
            <a:off x="9296400" y="1695450"/>
            <a:ext cx="1123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 groups</a:t>
            </a:r>
            <a:endParaRPr sz="1688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7" name="shape-29"/>
          <p:cNvSpPr>
            <a:spLocks noGrp="1"/>
          </p:cNvSpPr>
          <p:nvPr/>
        </p:nvSpPr>
        <p:spPr>
          <a:xfrm>
            <a:off x="9382125" y="1933575"/>
            <a:ext cx="133350" cy="133350"/>
          </a:xfrm>
          <a:prstGeom prst="rect">
            <a:avLst/>
          </a:prstGeom>
          <a:solidFill>
            <a:srgbClr val="BDCFD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8" name="shape-30"/>
          <p:cNvSpPr>
            <a:spLocks noGrp="1"/>
          </p:cNvSpPr>
          <p:nvPr/>
        </p:nvSpPr>
        <p:spPr>
          <a:xfrm>
            <a:off x="9544050" y="1933575"/>
            <a:ext cx="133350" cy="133350"/>
          </a:xfrm>
          <a:prstGeom prst="rect">
            <a:avLst/>
          </a:prstGeom>
          <a:solidFill>
            <a:srgbClr val="8DAAC1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9" name="shape-31"/>
          <p:cNvSpPr>
            <a:spLocks noGrp="1"/>
          </p:cNvSpPr>
          <p:nvPr/>
        </p:nvSpPr>
        <p:spPr>
          <a:xfrm>
            <a:off x="9705975" y="1933575"/>
            <a:ext cx="133350" cy="133350"/>
          </a:xfrm>
          <a:prstGeom prst="rect">
            <a:avLst/>
          </a:prstGeom>
          <a:solidFill>
            <a:srgbClr val="547A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0" name="shape-32"/>
          <p:cNvSpPr>
            <a:spLocks noGrp="1"/>
          </p:cNvSpPr>
          <p:nvPr/>
        </p:nvSpPr>
        <p:spPr>
          <a:xfrm>
            <a:off x="9867900" y="1933575"/>
            <a:ext cx="133350" cy="133350"/>
          </a:xfrm>
          <a:prstGeom prst="rect">
            <a:avLst/>
          </a:prstGeom>
          <a:solidFill>
            <a:srgbClr val="294D6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1" name="shape-33"/>
          <p:cNvSpPr>
            <a:spLocks noGrp="1"/>
          </p:cNvSpPr>
          <p:nvPr/>
        </p:nvSpPr>
        <p:spPr>
          <a:xfrm>
            <a:off x="10029825" y="1933575"/>
            <a:ext cx="133350" cy="133350"/>
          </a:xfrm>
          <a:prstGeom prst="rect">
            <a:avLst/>
          </a:prstGeom>
          <a:solidFill>
            <a:srgbClr val="E9F0F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2" name="shape-34"/>
          <p:cNvSpPr>
            <a:spLocks noGrp="1"/>
          </p:cNvSpPr>
          <p:nvPr/>
        </p:nvSpPr>
        <p:spPr>
          <a:xfrm>
            <a:off x="10191750" y="1933575"/>
            <a:ext cx="133350" cy="133350"/>
          </a:xfrm>
          <a:prstGeom prst="rect">
            <a:avLst/>
          </a:prstGeom>
          <a:solidFill>
            <a:srgbClr val="BDCFD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3" name="Grouped Linear + GELU&#10;Mean aggregation"/>
          <p:cNvSpPr>
            <a:spLocks noGrp="1"/>
          </p:cNvSpPr>
          <p:nvPr/>
        </p:nvSpPr>
        <p:spPr>
          <a:xfrm>
            <a:off x="10982325" y="1790700"/>
            <a:ext cx="2686050" cy="514350"/>
          </a:xfrm>
          <a:prstGeom prst="rect">
            <a:avLst/>
          </a:prstGeom>
          <a:solidFill>
            <a:srgbClr val="CFDFEB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174" name="Grouped Linear + GELU&#10;Mean aggregation"/>
          <p:cNvSpPr>
            <a:spLocks noGrp="1"/>
          </p:cNvSpPr>
          <p:nvPr/>
        </p:nvSpPr>
        <p:spPr>
          <a:xfrm>
            <a:off x="11020425" y="1809750"/>
            <a:ext cx="26098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Grouped Linear + GELU</a:t>
            </a:r>
            <a:endParaRPr sz="179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9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 aggregation</a:t>
            </a:r>
            <a:endParaRPr sz="179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5" name="line-35"/>
          <p:cNvSpPr>
            <a:spLocks noGrp="1"/>
          </p:cNvSpPr>
          <p:nvPr/>
        </p:nvSpPr>
        <p:spPr>
          <a:xfrm>
            <a:off x="12325350" y="2305050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176" name="line-36"/>
          <p:cNvSpPr>
            <a:spLocks noGrp="1"/>
          </p:cNvSpPr>
          <p:nvPr/>
        </p:nvSpPr>
        <p:spPr>
          <a:xfrm>
            <a:off x="12294561" y="2436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177" name="line-37"/>
          <p:cNvSpPr>
            <a:spLocks noGrp="1"/>
          </p:cNvSpPr>
          <p:nvPr/>
        </p:nvSpPr>
        <p:spPr>
          <a:xfrm>
            <a:off x="12325350" y="2436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7717">
            <a:solidFill>
              <a:srgbClr val="315B79"/>
            </a:solidFill>
            <a:prstDash val="solid"/>
          </a:ln>
        </p:spPr>
      </p:sp>
      <p:sp>
        <p:nvSpPr>
          <p:cNvPr id="178" name="operator-+"/>
          <p:cNvSpPr>
            <a:spLocks noGrp="1"/>
          </p:cNvSpPr>
          <p:nvPr/>
        </p:nvSpPr>
        <p:spPr>
          <a:xfrm>
            <a:off x="12211050" y="2505075"/>
            <a:ext cx="228600" cy="2286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17202D"/>
            </a:solidFill>
          </a:ln>
        </p:spPr>
      </p:sp>
      <p:sp>
        <p:nvSpPr>
          <p:cNvPr id="179" name="+"/>
          <p:cNvSpPr>
            <a:spLocks noGrp="1"/>
          </p:cNvSpPr>
          <p:nvPr/>
        </p:nvSpPr>
        <p:spPr>
          <a:xfrm>
            <a:off x="12211050" y="250507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0" name="Time + Laplacian&#10;+ node embeddings"/>
          <p:cNvSpPr>
            <a:spLocks noGrp="1"/>
          </p:cNvSpPr>
          <p:nvPr/>
        </p:nvSpPr>
        <p:spPr>
          <a:xfrm>
            <a:off x="9591675" y="2466975"/>
            <a:ext cx="2276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+ Laplacian</a:t>
            </a:r>
            <a:endParaRPr sz="1688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embeddings</a:t>
            </a:r>
            <a:endParaRPr sz="1688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1" name="line-38"/>
          <p:cNvSpPr>
            <a:spLocks noGrp="1"/>
          </p:cNvSpPr>
          <p:nvPr/>
        </p:nvSpPr>
        <p:spPr>
          <a:xfrm>
            <a:off x="11849100" y="2619375"/>
            <a:ext cx="352425" cy="95"/>
          </a:xfrm>
          <a:custGeom>
            <a:avLst/>
            <a:gdLst/>
            <a:ahLst/>
            <a:cxnLst/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82" name="line-39"/>
          <p:cNvSpPr>
            <a:spLocks noGrp="1"/>
          </p:cNvSpPr>
          <p:nvPr/>
        </p:nvSpPr>
        <p:spPr>
          <a:xfrm>
            <a:off x="12142385" y="26193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83" name="line-40"/>
          <p:cNvSpPr>
            <a:spLocks noGrp="1"/>
          </p:cNvSpPr>
          <p:nvPr/>
        </p:nvSpPr>
        <p:spPr>
          <a:xfrm>
            <a:off x="12142385" y="25885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89" name="H⁽⁰⁾"/>
          <p:cNvSpPr>
            <a:spLocks noGrp="1"/>
          </p:cNvSpPr>
          <p:nvPr/>
        </p:nvSpPr>
        <p:spPr>
          <a:xfrm>
            <a:off x="10487025" y="361950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320" b="0" i="1" baseline="3000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(0)</a:t>
            </a:r>
            <a:endParaRPr sz="1320" b="0" i="1" baseline="3000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0" name="Five encoder blocks"/>
          <p:cNvSpPr>
            <a:spLocks noGrp="1"/>
          </p:cNvSpPr>
          <p:nvPr/>
        </p:nvSpPr>
        <p:spPr>
          <a:xfrm>
            <a:off x="7372350" y="4000500"/>
            <a:ext cx="5867400" cy="5000625"/>
          </a:xfrm>
          <a:prstGeom prst="rect">
            <a:avLst/>
          </a:prstGeom>
          <a:noFill/>
          <a:ln w="12888">
            <a:solidFill>
              <a:srgbClr val="9FA7AE"/>
            </a:solidFill>
            <a:prstDash val="dash"/>
          </a:ln>
        </p:spPr>
      </p:sp>
      <p:sp>
        <p:nvSpPr>
          <p:cNvPr id="191" name="Encoder block × 5"/>
          <p:cNvSpPr>
            <a:spLocks noGrp="1"/>
          </p:cNvSpPr>
          <p:nvPr/>
        </p:nvSpPr>
        <p:spPr>
          <a:xfrm>
            <a:off x="7553325" y="4086225"/>
            <a:ext cx="20669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Encoder block × 5</a:t>
            </a:r>
            <a:endParaRPr sz="198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2" name="LayerNorm"/>
          <p:cNvSpPr>
            <a:spLocks noGrp="1"/>
          </p:cNvSpPr>
          <p:nvPr/>
        </p:nvSpPr>
        <p:spPr>
          <a:xfrm>
            <a:off x="9458325" y="4371975"/>
            <a:ext cx="1657350" cy="3238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193" name="LayerNorm"/>
          <p:cNvSpPr>
            <a:spLocks noGrp="1"/>
          </p:cNvSpPr>
          <p:nvPr/>
        </p:nvSpPr>
        <p:spPr>
          <a:xfrm>
            <a:off x="9496425" y="43910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80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4" name="line-46"/>
          <p:cNvSpPr>
            <a:spLocks noGrp="1"/>
          </p:cNvSpPr>
          <p:nvPr/>
        </p:nvSpPr>
        <p:spPr>
          <a:xfrm>
            <a:off x="10287000" y="4695825"/>
            <a:ext cx="95" cy="219075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5" name="line-47"/>
          <p:cNvSpPr>
            <a:spLocks noGrp="1"/>
          </p:cNvSpPr>
          <p:nvPr/>
        </p:nvSpPr>
        <p:spPr>
          <a:xfrm>
            <a:off x="10256211" y="4869559"/>
            <a:ext cx="30789" cy="45341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6" name="line-48"/>
          <p:cNvSpPr>
            <a:spLocks noGrp="1"/>
          </p:cNvSpPr>
          <p:nvPr/>
        </p:nvSpPr>
        <p:spPr>
          <a:xfrm>
            <a:off x="10287000" y="4869559"/>
            <a:ext cx="30789" cy="45341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7" name="line-49"/>
          <p:cNvSpPr>
            <a:spLocks noGrp="1"/>
          </p:cNvSpPr>
          <p:nvPr/>
        </p:nvSpPr>
        <p:spPr>
          <a:xfrm>
            <a:off x="8420100" y="4914900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198" name="line-50"/>
          <p:cNvSpPr>
            <a:spLocks noGrp="1"/>
          </p:cNvSpPr>
          <p:nvPr/>
        </p:nvSpPr>
        <p:spPr>
          <a:xfrm>
            <a:off x="8420100" y="4914900"/>
            <a:ext cx="95" cy="19050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199" name="line-51"/>
          <p:cNvSpPr>
            <a:spLocks noGrp="1"/>
          </p:cNvSpPr>
          <p:nvPr/>
        </p:nvSpPr>
        <p:spPr>
          <a:xfrm>
            <a:off x="8389311" y="5051636"/>
            <a:ext cx="30789" cy="53764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0" name="line-52"/>
          <p:cNvSpPr>
            <a:spLocks noGrp="1"/>
          </p:cNvSpPr>
          <p:nvPr/>
        </p:nvSpPr>
        <p:spPr>
          <a:xfrm>
            <a:off x="8420100" y="5051636"/>
            <a:ext cx="30789" cy="53764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1" name="shape-53"/>
          <p:cNvSpPr>
            <a:spLocks noGrp="1"/>
          </p:cNvSpPr>
          <p:nvPr/>
        </p:nvSpPr>
        <p:spPr>
          <a:xfrm>
            <a:off x="7591425" y="5105400"/>
            <a:ext cx="1657350" cy="1257300"/>
          </a:xfrm>
          <a:prstGeom prst="rect">
            <a:avLst/>
          </a:prstGeom>
          <a:solidFill>
            <a:srgbClr val="E4ECF2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02" name="Temporal"/>
          <p:cNvSpPr>
            <a:spLocks noGrp="1"/>
          </p:cNvSpPr>
          <p:nvPr/>
        </p:nvSpPr>
        <p:spPr>
          <a:xfrm>
            <a:off x="7639050" y="51911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Temporal</a:t>
            </a:r>
            <a:endParaRPr sz="1688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3" name="attention"/>
          <p:cNvSpPr>
            <a:spLocks noGrp="1"/>
          </p:cNvSpPr>
          <p:nvPr/>
        </p:nvSpPr>
        <p:spPr>
          <a:xfrm>
            <a:off x="7639050" y="54006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5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5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5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55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4" name="line-54"/>
          <p:cNvSpPr>
            <a:spLocks noGrp="1"/>
          </p:cNvSpPr>
          <p:nvPr/>
        </p:nvSpPr>
        <p:spPr>
          <a:xfrm>
            <a:off x="8420100" y="63627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5" name="line-55"/>
          <p:cNvSpPr>
            <a:spLocks noGrp="1"/>
          </p:cNvSpPr>
          <p:nvPr/>
        </p:nvSpPr>
        <p:spPr>
          <a:xfrm>
            <a:off x="8389311" y="64654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6" name="line-56"/>
          <p:cNvSpPr>
            <a:spLocks noGrp="1"/>
          </p:cNvSpPr>
          <p:nvPr/>
        </p:nvSpPr>
        <p:spPr>
          <a:xfrm>
            <a:off x="8420100" y="64654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7" name="line-57"/>
          <p:cNvSpPr>
            <a:spLocks noGrp="1"/>
          </p:cNvSpPr>
          <p:nvPr/>
        </p:nvSpPr>
        <p:spPr>
          <a:xfrm>
            <a:off x="10306050" y="4914900"/>
            <a:ext cx="95" cy="19050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8" name="line-58"/>
          <p:cNvSpPr>
            <a:spLocks noGrp="1"/>
          </p:cNvSpPr>
          <p:nvPr/>
        </p:nvSpPr>
        <p:spPr>
          <a:xfrm>
            <a:off x="10275261" y="5051636"/>
            <a:ext cx="30789" cy="53764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09" name="line-59"/>
          <p:cNvSpPr>
            <a:spLocks noGrp="1"/>
          </p:cNvSpPr>
          <p:nvPr/>
        </p:nvSpPr>
        <p:spPr>
          <a:xfrm>
            <a:off x="10306050" y="5051636"/>
            <a:ext cx="30789" cy="53764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0" name="shape-60"/>
          <p:cNvSpPr>
            <a:spLocks noGrp="1"/>
          </p:cNvSpPr>
          <p:nvPr/>
        </p:nvSpPr>
        <p:spPr>
          <a:xfrm>
            <a:off x="9477375" y="5105400"/>
            <a:ext cx="1657350" cy="1257300"/>
          </a:xfrm>
          <a:prstGeom prst="rect">
            <a:avLst/>
          </a:prstGeom>
          <a:solidFill>
            <a:srgbClr val="D2E3D7"/>
          </a:solidFill>
          <a:ln w="20079">
            <a:solidFill>
              <a:srgbClr val="315F46"/>
            </a:solidFill>
            <a:prstDash val="solid"/>
          </a:ln>
        </p:spPr>
      </p:sp>
      <p:sp>
        <p:nvSpPr>
          <p:cNvPr id="211" name="Geographic (c)"/>
          <p:cNvSpPr>
            <a:spLocks noGrp="1"/>
          </p:cNvSpPr>
          <p:nvPr/>
        </p:nvSpPr>
        <p:spPr>
          <a:xfrm>
            <a:off x="9525000" y="51911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(c)</a:t>
            </a:r>
            <a:endParaRPr sz="1688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2" name="attention"/>
          <p:cNvSpPr>
            <a:spLocks noGrp="1"/>
          </p:cNvSpPr>
          <p:nvPr/>
        </p:nvSpPr>
        <p:spPr>
          <a:xfrm>
            <a:off x="9525000" y="54006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52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52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52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552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3" name="line-61"/>
          <p:cNvSpPr>
            <a:spLocks noGrp="1"/>
          </p:cNvSpPr>
          <p:nvPr/>
        </p:nvSpPr>
        <p:spPr>
          <a:xfrm>
            <a:off x="10306050" y="63627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4" name="line-62"/>
          <p:cNvSpPr>
            <a:spLocks noGrp="1"/>
          </p:cNvSpPr>
          <p:nvPr/>
        </p:nvSpPr>
        <p:spPr>
          <a:xfrm>
            <a:off x="10275261" y="64654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5" name="line-63"/>
          <p:cNvSpPr>
            <a:spLocks noGrp="1"/>
          </p:cNvSpPr>
          <p:nvPr/>
        </p:nvSpPr>
        <p:spPr>
          <a:xfrm>
            <a:off x="10306050" y="64654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6" name="line-64"/>
          <p:cNvSpPr>
            <a:spLocks noGrp="1"/>
          </p:cNvSpPr>
          <p:nvPr/>
        </p:nvSpPr>
        <p:spPr>
          <a:xfrm>
            <a:off x="12192000" y="4914900"/>
            <a:ext cx="95" cy="19050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7" name="line-65"/>
          <p:cNvSpPr>
            <a:spLocks noGrp="1"/>
          </p:cNvSpPr>
          <p:nvPr/>
        </p:nvSpPr>
        <p:spPr>
          <a:xfrm>
            <a:off x="12161211" y="5051636"/>
            <a:ext cx="30789" cy="53764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8" name="line-66"/>
          <p:cNvSpPr>
            <a:spLocks noGrp="1"/>
          </p:cNvSpPr>
          <p:nvPr/>
        </p:nvSpPr>
        <p:spPr>
          <a:xfrm>
            <a:off x="12192000" y="5051636"/>
            <a:ext cx="30789" cy="53764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19" name="shape-67"/>
          <p:cNvSpPr>
            <a:spLocks noGrp="1"/>
          </p:cNvSpPr>
          <p:nvPr/>
        </p:nvSpPr>
        <p:spPr>
          <a:xfrm>
            <a:off x="11363325" y="5105400"/>
            <a:ext cx="1657350" cy="1257300"/>
          </a:xfrm>
          <a:prstGeom prst="rect">
            <a:avLst/>
          </a:prstGeom>
          <a:solidFill>
            <a:srgbClr val="E4ECF2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20" name="Semantic"/>
          <p:cNvSpPr>
            <a:spLocks noGrp="1"/>
          </p:cNvSpPr>
          <p:nvPr/>
        </p:nvSpPr>
        <p:spPr>
          <a:xfrm>
            <a:off x="11410950" y="51911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Semantic</a:t>
            </a:r>
            <a:endParaRPr sz="1688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1" name="attention"/>
          <p:cNvSpPr>
            <a:spLocks noGrp="1"/>
          </p:cNvSpPr>
          <p:nvPr/>
        </p:nvSpPr>
        <p:spPr>
          <a:xfrm>
            <a:off x="11410950" y="54006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5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5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5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55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2" name="line-68"/>
          <p:cNvSpPr>
            <a:spLocks noGrp="1"/>
          </p:cNvSpPr>
          <p:nvPr/>
        </p:nvSpPr>
        <p:spPr>
          <a:xfrm>
            <a:off x="12192000" y="63627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23" name="line-69"/>
          <p:cNvSpPr>
            <a:spLocks noGrp="1"/>
          </p:cNvSpPr>
          <p:nvPr/>
        </p:nvSpPr>
        <p:spPr>
          <a:xfrm>
            <a:off x="12161211" y="64654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24" name="line-70"/>
          <p:cNvSpPr>
            <a:spLocks noGrp="1"/>
          </p:cNvSpPr>
          <p:nvPr/>
        </p:nvSpPr>
        <p:spPr>
          <a:xfrm>
            <a:off x="12192000" y="64654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</a:ln>
        </p:spPr>
      </p:sp>
      <p:sp>
        <p:nvSpPr>
          <p:cNvPr id="225" name="temporal attention link"/>
          <p:cNvSpPr>
            <a:spLocks noGrp="1"/>
          </p:cNvSpPr>
          <p:nvPr/>
        </p:nvSpPr>
        <p:spPr>
          <a:xfrm>
            <a:off x="7772400" y="5724525"/>
            <a:ext cx="1133475" cy="238125"/>
          </a:xfrm>
          <a:custGeom>
            <a:avLst/>
            <a:gdLst/>
            <a:ahLst/>
            <a:cxnLst/>
            <a:pathLst>
              <a:path w="1133475" h="238125">
                <a:moveTo>
                  <a:pt x="0" y="238125"/>
                </a:moveTo>
                <a:cubicBezTo>
                  <a:pt x="0" y="0"/>
                  <a:pt x="1133475" y="0"/>
                  <a:pt x="1133475" y="238125"/>
                </a:cubicBezTo>
              </a:path>
            </a:pathLst>
          </a:custGeom>
          <a:noFill/>
          <a:ln w="9525">
            <a:solidFill>
              <a:srgbClr val="6D8AA0"/>
            </a:solidFill>
          </a:ln>
        </p:spPr>
      </p:sp>
      <p:sp>
        <p:nvSpPr>
          <p:cNvPr id="226" name="temporal attention link"/>
          <p:cNvSpPr>
            <a:spLocks noGrp="1"/>
          </p:cNvSpPr>
          <p:nvPr/>
        </p:nvSpPr>
        <p:spPr>
          <a:xfrm>
            <a:off x="8143875" y="5800725"/>
            <a:ext cx="762000" cy="161925"/>
          </a:xfrm>
          <a:custGeom>
            <a:avLst/>
            <a:gdLst/>
            <a:ahLst/>
            <a:cxnLst/>
            <a:pathLst>
              <a:path w="762000" h="161925">
                <a:moveTo>
                  <a:pt x="0" y="161925"/>
                </a:moveTo>
                <a:cubicBezTo>
                  <a:pt x="0" y="0"/>
                  <a:pt x="762000" y="0"/>
                  <a:pt x="762000" y="161925"/>
                </a:cubicBezTo>
              </a:path>
            </a:pathLst>
          </a:custGeom>
          <a:noFill/>
          <a:ln w="9525">
            <a:solidFill>
              <a:srgbClr val="6D8AA0"/>
            </a:solidFill>
          </a:ln>
        </p:spPr>
      </p:sp>
      <p:sp>
        <p:nvSpPr>
          <p:cNvPr id="227" name="temporal attention link"/>
          <p:cNvSpPr>
            <a:spLocks noGrp="1"/>
          </p:cNvSpPr>
          <p:nvPr/>
        </p:nvSpPr>
        <p:spPr>
          <a:xfrm>
            <a:off x="8515350" y="5867400"/>
            <a:ext cx="390525" cy="95250"/>
          </a:xfrm>
          <a:custGeom>
            <a:avLst/>
            <a:gdLst/>
            <a:ahLst/>
            <a:cxnLst/>
            <a:pathLst>
              <a:path w="390525" h="95250">
                <a:moveTo>
                  <a:pt x="0" y="95250"/>
                </a:moveTo>
                <a:cubicBezTo>
                  <a:pt x="0" y="0"/>
                  <a:pt x="390525" y="0"/>
                  <a:pt x="390525" y="95250"/>
                </a:cubicBezTo>
              </a:path>
            </a:pathLst>
          </a:custGeom>
          <a:noFill/>
          <a:ln w="9525">
            <a:solidFill>
              <a:srgbClr val="6D8AA0"/>
            </a:solidFill>
          </a:ln>
        </p:spPr>
      </p:sp>
      <p:sp>
        <p:nvSpPr>
          <p:cNvPr id="228" name="resource node"/>
          <p:cNvSpPr>
            <a:spLocks noGrp="1"/>
          </p:cNvSpPr>
          <p:nvPr/>
        </p:nvSpPr>
        <p:spPr>
          <a:xfrm>
            <a:off x="7720013" y="591026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29" name="resource node"/>
          <p:cNvSpPr>
            <a:spLocks noGrp="1"/>
          </p:cNvSpPr>
          <p:nvPr/>
        </p:nvSpPr>
        <p:spPr>
          <a:xfrm>
            <a:off x="8091488" y="591026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30" name="resource node"/>
          <p:cNvSpPr>
            <a:spLocks noGrp="1"/>
          </p:cNvSpPr>
          <p:nvPr/>
        </p:nvSpPr>
        <p:spPr>
          <a:xfrm>
            <a:off x="8462963" y="591026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31" name="resource node"/>
          <p:cNvSpPr>
            <a:spLocks noGrp="1"/>
          </p:cNvSpPr>
          <p:nvPr/>
        </p:nvSpPr>
        <p:spPr>
          <a:xfrm>
            <a:off x="8853488" y="5910263"/>
            <a:ext cx="104775" cy="10477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232" name="line-71"/>
          <p:cNvSpPr>
            <a:spLocks noGrp="1"/>
          </p:cNvSpPr>
          <p:nvPr/>
        </p:nvSpPr>
        <p:spPr>
          <a:xfrm>
            <a:off x="10046018" y="5738336"/>
            <a:ext cx="260032" cy="167164"/>
          </a:xfrm>
          <a:custGeom>
            <a:avLst/>
            <a:gdLst/>
            <a:ahLst/>
            <a:cxnLst/>
            <a:pathLst>
              <a:path w="260032" h="167164">
                <a:moveTo>
                  <a:pt x="260032" y="167164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3" name="line-72"/>
          <p:cNvSpPr>
            <a:spLocks noGrp="1"/>
          </p:cNvSpPr>
          <p:nvPr/>
        </p:nvSpPr>
        <p:spPr>
          <a:xfrm>
            <a:off x="10306050" y="5713571"/>
            <a:ext cx="222885" cy="191929"/>
          </a:xfrm>
          <a:custGeom>
            <a:avLst/>
            <a:gdLst/>
            <a:ahLst/>
            <a:cxnLst/>
            <a:pathLst>
              <a:path w="222885" h="191929">
                <a:moveTo>
                  <a:pt x="0" y="191929"/>
                </a:moveTo>
                <a:lnTo>
                  <a:pt x="222885" y="0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4" name="line-73"/>
          <p:cNvSpPr>
            <a:spLocks noGrp="1"/>
          </p:cNvSpPr>
          <p:nvPr/>
        </p:nvSpPr>
        <p:spPr>
          <a:xfrm>
            <a:off x="10021253" y="5905500"/>
            <a:ext cx="284797" cy="185738"/>
          </a:xfrm>
          <a:custGeom>
            <a:avLst/>
            <a:gdLst/>
            <a:ahLst/>
            <a:cxnLst/>
            <a:pathLst>
              <a:path w="284797" h="185738">
                <a:moveTo>
                  <a:pt x="284797" y="0"/>
                </a:moveTo>
                <a:lnTo>
                  <a:pt x="0" y="185738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5" name="line-74"/>
          <p:cNvSpPr>
            <a:spLocks noGrp="1"/>
          </p:cNvSpPr>
          <p:nvPr/>
        </p:nvSpPr>
        <p:spPr>
          <a:xfrm>
            <a:off x="10306050" y="5905500"/>
            <a:ext cx="260032" cy="179546"/>
          </a:xfrm>
          <a:custGeom>
            <a:avLst/>
            <a:gdLst/>
            <a:ahLst/>
            <a:cxnLst/>
            <a:pathLst>
              <a:path w="260032" h="179546">
                <a:moveTo>
                  <a:pt x="0" y="0"/>
                </a:moveTo>
                <a:lnTo>
                  <a:pt x="260032" y="179546"/>
                </a:lnTo>
              </a:path>
            </a:pathLst>
          </a:custGeom>
          <a:noFill/>
          <a:ln w="14173">
            <a:solidFill>
              <a:srgbClr val="829DAF"/>
            </a:solidFill>
            <a:prstDash val="solid"/>
          </a:ln>
        </p:spPr>
      </p:sp>
      <p:sp>
        <p:nvSpPr>
          <p:cNvPr id="236" name="line-75"/>
          <p:cNvSpPr>
            <a:spLocks noGrp="1"/>
          </p:cNvSpPr>
          <p:nvPr/>
        </p:nvSpPr>
        <p:spPr>
          <a:xfrm>
            <a:off x="10021253" y="5738336"/>
            <a:ext cx="24765" cy="352901"/>
          </a:xfrm>
          <a:custGeom>
            <a:avLst/>
            <a:gdLst/>
            <a:ahLst/>
            <a:cxnLst/>
            <a:pathLst>
              <a:path w="24765" h="352901">
                <a:moveTo>
                  <a:pt x="24765" y="0"/>
                </a:moveTo>
                <a:lnTo>
                  <a:pt x="0" y="352901"/>
                </a:lnTo>
              </a:path>
            </a:pathLst>
          </a:custGeom>
          <a:noFill/>
          <a:ln w="9525">
            <a:solidFill>
              <a:srgbClr val="C7D1D8"/>
            </a:solidFill>
            <a:prstDash val="solid"/>
          </a:ln>
        </p:spPr>
      </p:sp>
      <p:sp>
        <p:nvSpPr>
          <p:cNvPr id="237" name="line-76"/>
          <p:cNvSpPr>
            <a:spLocks noGrp="1"/>
          </p:cNvSpPr>
          <p:nvPr/>
        </p:nvSpPr>
        <p:spPr>
          <a:xfrm>
            <a:off x="10528935" y="5713571"/>
            <a:ext cx="37147" cy="371475"/>
          </a:xfrm>
          <a:custGeom>
            <a:avLst/>
            <a:gdLst/>
            <a:ahLst/>
            <a:cxnLst/>
            <a:pathLst>
              <a:path w="37147" h="371475">
                <a:moveTo>
                  <a:pt x="0" y="0"/>
                </a:moveTo>
                <a:lnTo>
                  <a:pt x="37147" y="371475"/>
                </a:lnTo>
              </a:path>
            </a:pathLst>
          </a:custGeom>
          <a:noFill/>
          <a:ln w="9525">
            <a:solidFill>
              <a:srgbClr val="C7D1D8"/>
            </a:solidFill>
            <a:prstDash val="solid"/>
          </a:ln>
        </p:spPr>
      </p:sp>
      <p:sp>
        <p:nvSpPr>
          <p:cNvPr id="238" name="resource node"/>
          <p:cNvSpPr>
            <a:spLocks noGrp="1"/>
          </p:cNvSpPr>
          <p:nvPr/>
        </p:nvSpPr>
        <p:spPr>
          <a:xfrm>
            <a:off x="10210800" y="5810250"/>
            <a:ext cx="190500" cy="190500"/>
          </a:xfrm>
          <a:prstGeom prst="ellipse">
            <a:avLst/>
          </a:prstGeom>
          <a:solidFill>
            <a:srgbClr val="315F46"/>
          </a:solidFill>
          <a:ln w="16535">
            <a:solidFill>
              <a:srgbClr val="315F46"/>
            </a:solidFill>
          </a:ln>
        </p:spPr>
      </p:sp>
      <p:sp>
        <p:nvSpPr>
          <p:cNvPr id="239" name="resource node"/>
          <p:cNvSpPr>
            <a:spLocks noGrp="1"/>
          </p:cNvSpPr>
          <p:nvPr/>
        </p:nvSpPr>
        <p:spPr>
          <a:xfrm>
            <a:off x="9979343" y="5671661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0" name="resource node"/>
          <p:cNvSpPr>
            <a:spLocks noGrp="1"/>
          </p:cNvSpPr>
          <p:nvPr/>
        </p:nvSpPr>
        <p:spPr>
          <a:xfrm>
            <a:off x="10462260" y="5646896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1" name="resource node"/>
          <p:cNvSpPr>
            <a:spLocks noGrp="1"/>
          </p:cNvSpPr>
          <p:nvPr/>
        </p:nvSpPr>
        <p:spPr>
          <a:xfrm>
            <a:off x="9954578" y="6024563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2" name="resource node"/>
          <p:cNvSpPr>
            <a:spLocks noGrp="1"/>
          </p:cNvSpPr>
          <p:nvPr/>
        </p:nvSpPr>
        <p:spPr>
          <a:xfrm>
            <a:off x="10499408" y="6018371"/>
            <a:ext cx="133350" cy="13335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536779"/>
            </a:solidFill>
          </a:ln>
        </p:spPr>
      </p:sp>
      <p:sp>
        <p:nvSpPr>
          <p:cNvPr id="243" name="similarity-0-0"/>
          <p:cNvSpPr>
            <a:spLocks noGrp="1"/>
          </p:cNvSpPr>
          <p:nvPr/>
        </p:nvSpPr>
        <p:spPr>
          <a:xfrm>
            <a:off x="11591925" y="57150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4" name="similarity-0-1"/>
          <p:cNvSpPr>
            <a:spLocks noGrp="1"/>
          </p:cNvSpPr>
          <p:nvPr/>
        </p:nvSpPr>
        <p:spPr>
          <a:xfrm>
            <a:off x="11677650" y="57150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5" name="similarity-0-2"/>
          <p:cNvSpPr>
            <a:spLocks noGrp="1"/>
          </p:cNvSpPr>
          <p:nvPr/>
        </p:nvSpPr>
        <p:spPr>
          <a:xfrm>
            <a:off x="11763375" y="57150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6" name="similarity-0-3"/>
          <p:cNvSpPr>
            <a:spLocks noGrp="1"/>
          </p:cNvSpPr>
          <p:nvPr/>
        </p:nvSpPr>
        <p:spPr>
          <a:xfrm>
            <a:off x="11849100" y="57150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7" name="similarity-0-4"/>
          <p:cNvSpPr>
            <a:spLocks noGrp="1"/>
          </p:cNvSpPr>
          <p:nvPr/>
        </p:nvSpPr>
        <p:spPr>
          <a:xfrm>
            <a:off x="11934825" y="57150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8" name="similarity-1-0"/>
          <p:cNvSpPr>
            <a:spLocks noGrp="1"/>
          </p:cNvSpPr>
          <p:nvPr/>
        </p:nvSpPr>
        <p:spPr>
          <a:xfrm>
            <a:off x="11591925" y="58007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9" name="similarity-1-1"/>
          <p:cNvSpPr>
            <a:spLocks noGrp="1"/>
          </p:cNvSpPr>
          <p:nvPr/>
        </p:nvSpPr>
        <p:spPr>
          <a:xfrm>
            <a:off x="11677650" y="580072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0" name="similarity-1-2"/>
          <p:cNvSpPr>
            <a:spLocks noGrp="1"/>
          </p:cNvSpPr>
          <p:nvPr/>
        </p:nvSpPr>
        <p:spPr>
          <a:xfrm>
            <a:off x="11763375" y="58007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1" name="similarity-1-3"/>
          <p:cNvSpPr>
            <a:spLocks noGrp="1"/>
          </p:cNvSpPr>
          <p:nvPr/>
        </p:nvSpPr>
        <p:spPr>
          <a:xfrm>
            <a:off x="11849100" y="580072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2" name="similarity-1-4"/>
          <p:cNvSpPr>
            <a:spLocks noGrp="1"/>
          </p:cNvSpPr>
          <p:nvPr/>
        </p:nvSpPr>
        <p:spPr>
          <a:xfrm>
            <a:off x="11934825" y="580072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3" name="similarity-2-0"/>
          <p:cNvSpPr>
            <a:spLocks noGrp="1"/>
          </p:cNvSpPr>
          <p:nvPr/>
        </p:nvSpPr>
        <p:spPr>
          <a:xfrm>
            <a:off x="11591925" y="58864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4" name="similarity-2-1"/>
          <p:cNvSpPr>
            <a:spLocks noGrp="1"/>
          </p:cNvSpPr>
          <p:nvPr/>
        </p:nvSpPr>
        <p:spPr>
          <a:xfrm>
            <a:off x="11677650" y="58864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5" name="similarity-2-2"/>
          <p:cNvSpPr>
            <a:spLocks noGrp="1"/>
          </p:cNvSpPr>
          <p:nvPr/>
        </p:nvSpPr>
        <p:spPr>
          <a:xfrm>
            <a:off x="11763375" y="588645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6" name="similarity-2-3"/>
          <p:cNvSpPr>
            <a:spLocks noGrp="1"/>
          </p:cNvSpPr>
          <p:nvPr/>
        </p:nvSpPr>
        <p:spPr>
          <a:xfrm>
            <a:off x="11849100" y="58864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7" name="similarity-2-4"/>
          <p:cNvSpPr>
            <a:spLocks noGrp="1"/>
          </p:cNvSpPr>
          <p:nvPr/>
        </p:nvSpPr>
        <p:spPr>
          <a:xfrm>
            <a:off x="11934825" y="588645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8" name="similarity-3-0"/>
          <p:cNvSpPr>
            <a:spLocks noGrp="1"/>
          </p:cNvSpPr>
          <p:nvPr/>
        </p:nvSpPr>
        <p:spPr>
          <a:xfrm>
            <a:off x="11591925" y="59721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9" name="similarity-3-1"/>
          <p:cNvSpPr>
            <a:spLocks noGrp="1"/>
          </p:cNvSpPr>
          <p:nvPr/>
        </p:nvSpPr>
        <p:spPr>
          <a:xfrm>
            <a:off x="11677650" y="5972175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0" name="similarity-3-2"/>
          <p:cNvSpPr>
            <a:spLocks noGrp="1"/>
          </p:cNvSpPr>
          <p:nvPr/>
        </p:nvSpPr>
        <p:spPr>
          <a:xfrm>
            <a:off x="11763375" y="59721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1" name="similarity-3-3"/>
          <p:cNvSpPr>
            <a:spLocks noGrp="1"/>
          </p:cNvSpPr>
          <p:nvPr/>
        </p:nvSpPr>
        <p:spPr>
          <a:xfrm>
            <a:off x="11849100" y="5972175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2" name="similarity-3-4"/>
          <p:cNvSpPr>
            <a:spLocks noGrp="1"/>
          </p:cNvSpPr>
          <p:nvPr/>
        </p:nvSpPr>
        <p:spPr>
          <a:xfrm>
            <a:off x="11934825" y="5972175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3" name="similarity-4-0"/>
          <p:cNvSpPr>
            <a:spLocks noGrp="1"/>
          </p:cNvSpPr>
          <p:nvPr/>
        </p:nvSpPr>
        <p:spPr>
          <a:xfrm>
            <a:off x="11591925" y="6057900"/>
            <a:ext cx="85725" cy="85725"/>
          </a:xfrm>
          <a:prstGeom prst="rect">
            <a:avLst/>
          </a:prstGeom>
          <a:solidFill>
            <a:srgbClr val="547A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4" name="similarity-4-1"/>
          <p:cNvSpPr>
            <a:spLocks noGrp="1"/>
          </p:cNvSpPr>
          <p:nvPr/>
        </p:nvSpPr>
        <p:spPr>
          <a:xfrm>
            <a:off x="11677650" y="60579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5" name="similarity-4-2"/>
          <p:cNvSpPr>
            <a:spLocks noGrp="1"/>
          </p:cNvSpPr>
          <p:nvPr/>
        </p:nvSpPr>
        <p:spPr>
          <a:xfrm>
            <a:off x="11763375" y="60579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6" name="similarity-4-3"/>
          <p:cNvSpPr>
            <a:spLocks noGrp="1"/>
          </p:cNvSpPr>
          <p:nvPr/>
        </p:nvSpPr>
        <p:spPr>
          <a:xfrm>
            <a:off x="11849100" y="6057900"/>
            <a:ext cx="85725" cy="85725"/>
          </a:xfrm>
          <a:prstGeom prst="rect">
            <a:avLst/>
          </a:prstGeom>
          <a:solidFill>
            <a:srgbClr val="E9F0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7" name="similarity-4-4"/>
          <p:cNvSpPr>
            <a:spLocks noGrp="1"/>
          </p:cNvSpPr>
          <p:nvPr/>
        </p:nvSpPr>
        <p:spPr>
          <a:xfrm>
            <a:off x="11934825" y="6057900"/>
            <a:ext cx="85725" cy="85725"/>
          </a:xfrm>
          <a:prstGeom prst="rect">
            <a:avLst/>
          </a:prstGeom>
          <a:solidFill>
            <a:srgbClr val="294D6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8" name="shape-77"/>
          <p:cNvSpPr>
            <a:spLocks noGrp="1"/>
          </p:cNvSpPr>
          <p:nvPr/>
        </p:nvSpPr>
        <p:spPr>
          <a:xfrm>
            <a:off x="11591925" y="5715000"/>
            <a:ext cx="428625" cy="4286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269" name="line-78"/>
          <p:cNvSpPr>
            <a:spLocks noGrp="1"/>
          </p:cNvSpPr>
          <p:nvPr/>
        </p:nvSpPr>
        <p:spPr>
          <a:xfrm>
            <a:off x="12411075" y="5753100"/>
            <a:ext cx="123825" cy="142875"/>
          </a:xfrm>
          <a:custGeom>
            <a:avLst/>
            <a:gdLst/>
            <a:ahLst/>
            <a:cxnLst/>
            <a:pathLst>
              <a:path w="123825" h="142875">
                <a:moveTo>
                  <a:pt x="123825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BA3B4"/>
            </a:solidFill>
            <a:prstDash val="solid"/>
          </a:ln>
        </p:spPr>
      </p:sp>
      <p:sp>
        <p:nvSpPr>
          <p:cNvPr id="270" name="line-79"/>
          <p:cNvSpPr>
            <a:spLocks noGrp="1"/>
          </p:cNvSpPr>
          <p:nvPr/>
        </p:nvSpPr>
        <p:spPr>
          <a:xfrm>
            <a:off x="12534900" y="5762625"/>
            <a:ext cx="257175" cy="133350"/>
          </a:xfrm>
          <a:custGeom>
            <a:avLst/>
            <a:gdLst/>
            <a:ahLst/>
            <a:cxnLst/>
            <a:pathLst>
              <a:path w="257175" h="133350">
                <a:moveTo>
                  <a:pt x="0" y="133350"/>
                </a:moveTo>
                <a:lnTo>
                  <a:pt x="257175" y="0"/>
                </a:lnTo>
              </a:path>
            </a:pathLst>
          </a:custGeom>
          <a:noFill/>
          <a:ln w="9525">
            <a:solidFill>
              <a:srgbClr val="8BA3B4"/>
            </a:solidFill>
            <a:prstDash val="solid"/>
          </a:ln>
        </p:spPr>
      </p:sp>
      <p:sp>
        <p:nvSpPr>
          <p:cNvPr id="271" name="line-80"/>
          <p:cNvSpPr>
            <a:spLocks noGrp="1"/>
          </p:cNvSpPr>
          <p:nvPr/>
        </p:nvSpPr>
        <p:spPr>
          <a:xfrm>
            <a:off x="12534900" y="5895975"/>
            <a:ext cx="133350" cy="152400"/>
          </a:xfrm>
          <a:custGeom>
            <a:avLst/>
            <a:gdLst/>
            <a:ahLst/>
            <a:cxnLst/>
            <a:pathLst>
              <a:path w="133350" h="152400">
                <a:moveTo>
                  <a:pt x="0" y="0"/>
                </a:moveTo>
                <a:lnTo>
                  <a:pt x="133350" y="152400"/>
                </a:lnTo>
              </a:path>
            </a:pathLst>
          </a:custGeom>
          <a:noFill/>
          <a:ln w="9525">
            <a:solidFill>
              <a:srgbClr val="8BA3B4"/>
            </a:solidFill>
            <a:prstDash val="solid"/>
          </a:ln>
        </p:spPr>
      </p:sp>
      <p:sp>
        <p:nvSpPr>
          <p:cNvPr id="272" name="resource node"/>
          <p:cNvSpPr>
            <a:spLocks noGrp="1"/>
          </p:cNvSpPr>
          <p:nvPr/>
        </p:nvSpPr>
        <p:spPr>
          <a:xfrm>
            <a:off x="12366308" y="570833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73" name="resource node"/>
          <p:cNvSpPr>
            <a:spLocks noGrp="1"/>
          </p:cNvSpPr>
          <p:nvPr/>
        </p:nvSpPr>
        <p:spPr>
          <a:xfrm>
            <a:off x="12747308" y="571785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74" name="resource node"/>
          <p:cNvSpPr>
            <a:spLocks noGrp="1"/>
          </p:cNvSpPr>
          <p:nvPr/>
        </p:nvSpPr>
        <p:spPr>
          <a:xfrm>
            <a:off x="12623483" y="600360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15B79"/>
            </a:solidFill>
          </a:ln>
        </p:spPr>
      </p:sp>
      <p:sp>
        <p:nvSpPr>
          <p:cNvPr id="275" name="resource node"/>
          <p:cNvSpPr>
            <a:spLocks noGrp="1"/>
          </p:cNvSpPr>
          <p:nvPr/>
        </p:nvSpPr>
        <p:spPr>
          <a:xfrm>
            <a:off x="12477750" y="5838825"/>
            <a:ext cx="114300" cy="114300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276" name="4 heads"/>
          <p:cNvSpPr>
            <a:spLocks noGrp="1"/>
          </p:cNvSpPr>
          <p:nvPr/>
        </p:nvSpPr>
        <p:spPr>
          <a:xfrm>
            <a:off x="7705725" y="61055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 heads</a:t>
            </a:r>
            <a:endParaRPr sz="1594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7" name="2 heads, Mᴳ"/>
          <p:cNvSpPr>
            <a:spLocks noGrp="1"/>
          </p:cNvSpPr>
          <p:nvPr/>
        </p:nvSpPr>
        <p:spPr>
          <a:xfrm>
            <a:off x="9591675" y="61055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Mᴳ</a:t>
            </a:r>
            <a:endParaRPr sz="1594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8" name="2 heads, Mˢ"/>
          <p:cNvSpPr>
            <a:spLocks noGrp="1"/>
          </p:cNvSpPr>
          <p:nvPr/>
        </p:nvSpPr>
        <p:spPr>
          <a:xfrm>
            <a:off x="11477625" y="61055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Mˢ</a:t>
            </a:r>
            <a:endParaRPr sz="1594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9" name="line-81"/>
          <p:cNvSpPr>
            <a:spLocks noGrp="1"/>
          </p:cNvSpPr>
          <p:nvPr/>
        </p:nvSpPr>
        <p:spPr>
          <a:xfrm>
            <a:off x="8420100" y="6524625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0" name="line-82"/>
          <p:cNvSpPr>
            <a:spLocks noGrp="1"/>
          </p:cNvSpPr>
          <p:nvPr/>
        </p:nvSpPr>
        <p:spPr>
          <a:xfrm>
            <a:off x="10287000" y="6524625"/>
            <a:ext cx="95" cy="95250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1" name="line-83"/>
          <p:cNvSpPr>
            <a:spLocks noGrp="1"/>
          </p:cNvSpPr>
          <p:nvPr/>
        </p:nvSpPr>
        <p:spPr>
          <a:xfrm>
            <a:off x="10256211" y="6585087"/>
            <a:ext cx="30789" cy="34788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2" name="line-84"/>
          <p:cNvSpPr>
            <a:spLocks noGrp="1"/>
          </p:cNvSpPr>
          <p:nvPr/>
        </p:nvSpPr>
        <p:spPr>
          <a:xfrm>
            <a:off x="10287000" y="6585087"/>
            <a:ext cx="30789" cy="34788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3" name="Concat + Linear"/>
          <p:cNvSpPr>
            <a:spLocks noGrp="1"/>
          </p:cNvSpPr>
          <p:nvPr/>
        </p:nvSpPr>
        <p:spPr>
          <a:xfrm>
            <a:off x="9248775" y="6619875"/>
            <a:ext cx="2076450" cy="3619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84" name="Concat + Linear"/>
          <p:cNvSpPr>
            <a:spLocks noGrp="1"/>
          </p:cNvSpPr>
          <p:nvPr/>
        </p:nvSpPr>
        <p:spPr>
          <a:xfrm>
            <a:off x="9286875" y="66389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Concat + Linear</a:t>
            </a:r>
            <a:endParaRPr sz="189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5" name="line-85"/>
          <p:cNvSpPr>
            <a:spLocks noGrp="1"/>
          </p:cNvSpPr>
          <p:nvPr/>
        </p:nvSpPr>
        <p:spPr>
          <a:xfrm>
            <a:off x="10287000" y="6981825"/>
            <a:ext cx="95" cy="50800"/>
          </a:xfrm>
          <a:custGeom>
            <a:avLst/>
            <a:gdLst/>
            <a:ahLst/>
            <a:cxnLst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6" name="line-86"/>
          <p:cNvSpPr>
            <a:spLocks noGrp="1"/>
          </p:cNvSpPr>
          <p:nvPr/>
        </p:nvSpPr>
        <p:spPr>
          <a:xfrm>
            <a:off x="10256211" y="6993198"/>
            <a:ext cx="30789" cy="39427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7" name="line-87"/>
          <p:cNvSpPr>
            <a:spLocks noGrp="1"/>
          </p:cNvSpPr>
          <p:nvPr/>
        </p:nvSpPr>
        <p:spPr>
          <a:xfrm>
            <a:off x="10287000" y="6993198"/>
            <a:ext cx="30789" cy="39427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88" name="operator-+"/>
          <p:cNvSpPr>
            <a:spLocks noGrp="1"/>
          </p:cNvSpPr>
          <p:nvPr/>
        </p:nvSpPr>
        <p:spPr>
          <a:xfrm>
            <a:off x="10172700" y="7038975"/>
            <a:ext cx="228600" cy="228600"/>
          </a:xfrm>
          <a:prstGeom prst="ellipse">
            <a:avLst/>
          </a:prstGeom>
          <a:solidFill>
            <a:srgbClr val="FFFFFF"/>
          </a:solidFill>
          <a:ln w="20003">
            <a:solidFill>
              <a:srgbClr val="17202D"/>
            </a:solidFill>
          </a:ln>
        </p:spPr>
      </p:sp>
      <p:sp>
        <p:nvSpPr>
          <p:cNvPr id="289" name="+"/>
          <p:cNvSpPr>
            <a:spLocks noGrp="1"/>
          </p:cNvSpPr>
          <p:nvPr/>
        </p:nvSpPr>
        <p:spPr>
          <a:xfrm>
            <a:off x="10172700" y="703897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0" name="line-88"/>
          <p:cNvSpPr>
            <a:spLocks noGrp="1"/>
          </p:cNvSpPr>
          <p:nvPr/>
        </p:nvSpPr>
        <p:spPr>
          <a:xfrm>
            <a:off x="10287000" y="7277100"/>
            <a:ext cx="95" cy="190500"/>
          </a:xfrm>
          <a:custGeom>
            <a:avLst/>
            <a:gdLst/>
            <a:ahLst/>
            <a:cxnLst/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1" name="line-89"/>
          <p:cNvSpPr>
            <a:spLocks noGrp="1"/>
          </p:cNvSpPr>
          <p:nvPr/>
        </p:nvSpPr>
        <p:spPr>
          <a:xfrm>
            <a:off x="10256211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2" name="line-90"/>
          <p:cNvSpPr>
            <a:spLocks noGrp="1"/>
          </p:cNvSpPr>
          <p:nvPr/>
        </p:nvSpPr>
        <p:spPr>
          <a:xfrm>
            <a:off x="10287000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3" name="LayerNorm"/>
          <p:cNvSpPr>
            <a:spLocks noGrp="1"/>
          </p:cNvSpPr>
          <p:nvPr/>
        </p:nvSpPr>
        <p:spPr>
          <a:xfrm>
            <a:off x="9458325" y="7467600"/>
            <a:ext cx="1657350" cy="3238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94" name="LayerNorm"/>
          <p:cNvSpPr>
            <a:spLocks noGrp="1"/>
          </p:cNvSpPr>
          <p:nvPr/>
        </p:nvSpPr>
        <p:spPr>
          <a:xfrm>
            <a:off x="9496425" y="74866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80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5" name="line-91"/>
          <p:cNvSpPr>
            <a:spLocks noGrp="1"/>
          </p:cNvSpPr>
          <p:nvPr/>
        </p:nvSpPr>
        <p:spPr>
          <a:xfrm>
            <a:off x="10287000" y="7791450"/>
            <a:ext cx="95" cy="2476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6" name="line-92"/>
          <p:cNvSpPr>
            <a:spLocks noGrp="1"/>
          </p:cNvSpPr>
          <p:nvPr/>
        </p:nvSpPr>
        <p:spPr>
          <a:xfrm>
            <a:off x="10256211" y="7987845"/>
            <a:ext cx="30789" cy="51255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7" name="line-93"/>
          <p:cNvSpPr>
            <a:spLocks noGrp="1"/>
          </p:cNvSpPr>
          <p:nvPr/>
        </p:nvSpPr>
        <p:spPr>
          <a:xfrm>
            <a:off x="10287000" y="7987845"/>
            <a:ext cx="30789" cy="51255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298" name="Feed-forward network"/>
          <p:cNvSpPr>
            <a:spLocks noGrp="1"/>
          </p:cNvSpPr>
          <p:nvPr/>
        </p:nvSpPr>
        <p:spPr>
          <a:xfrm>
            <a:off x="9201150" y="8039100"/>
            <a:ext cx="2171700" cy="381000"/>
          </a:xfrm>
          <a:prstGeom prst="rect">
            <a:avLst/>
          </a:prstGeom>
          <a:solidFill>
            <a:srgbClr val="D9E3EB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99" name="Feed-forward network"/>
          <p:cNvSpPr>
            <a:spLocks noGrp="1"/>
          </p:cNvSpPr>
          <p:nvPr/>
        </p:nvSpPr>
        <p:spPr>
          <a:xfrm>
            <a:off x="9239250" y="80581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Feed-forward network</a:t>
            </a:r>
            <a:endParaRPr sz="1650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0" name="line-94"/>
          <p:cNvSpPr>
            <a:spLocks noGrp="1"/>
          </p:cNvSpPr>
          <p:nvPr/>
        </p:nvSpPr>
        <p:spPr>
          <a:xfrm>
            <a:off x="10287000" y="8420100"/>
            <a:ext cx="95" cy="165287"/>
          </a:xfrm>
          <a:custGeom>
            <a:avLst/>
            <a:gdLst/>
            <a:ahLst/>
            <a:cxnLst/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1" name="line-95"/>
          <p:cNvSpPr>
            <a:spLocks noGrp="1"/>
          </p:cNvSpPr>
          <p:nvPr/>
        </p:nvSpPr>
        <p:spPr>
          <a:xfrm>
            <a:off x="10256211" y="8547120"/>
            <a:ext cx="30789" cy="38267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2" name="line-96"/>
          <p:cNvSpPr>
            <a:spLocks noGrp="1"/>
          </p:cNvSpPr>
          <p:nvPr/>
        </p:nvSpPr>
        <p:spPr>
          <a:xfrm>
            <a:off x="10287000" y="8547120"/>
            <a:ext cx="30789" cy="38267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3" name="operator-+"/>
          <p:cNvSpPr>
            <a:spLocks noGrp="1"/>
          </p:cNvSpPr>
          <p:nvPr/>
        </p:nvSpPr>
        <p:spPr>
          <a:xfrm>
            <a:off x="10172700" y="8591550"/>
            <a:ext cx="228600" cy="228600"/>
          </a:xfrm>
          <a:prstGeom prst="ellipse">
            <a:avLst/>
          </a:prstGeom>
          <a:solidFill>
            <a:srgbClr val="FFFFFF"/>
          </a:solidFill>
          <a:ln w="20003">
            <a:solidFill>
              <a:srgbClr val="17202D"/>
            </a:solidFill>
          </a:ln>
        </p:spPr>
      </p:sp>
      <p:sp>
        <p:nvSpPr>
          <p:cNvPr id="304" name="+"/>
          <p:cNvSpPr>
            <a:spLocks noGrp="1"/>
          </p:cNvSpPr>
          <p:nvPr/>
        </p:nvSpPr>
        <p:spPr>
          <a:xfrm>
            <a:off x="10172700" y="859155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5" name="line-97"/>
          <p:cNvSpPr>
            <a:spLocks noGrp="1"/>
          </p:cNvSpPr>
          <p:nvPr/>
        </p:nvSpPr>
        <p:spPr>
          <a:xfrm>
            <a:off x="10287000" y="8829675"/>
            <a:ext cx="95" cy="352425"/>
          </a:xfrm>
          <a:custGeom>
            <a:avLst/>
            <a:gdLst/>
            <a:ahLst/>
            <a:cxnLst/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6" name="line-98"/>
          <p:cNvSpPr>
            <a:spLocks noGrp="1"/>
          </p:cNvSpPr>
          <p:nvPr/>
        </p:nvSpPr>
        <p:spPr>
          <a:xfrm>
            <a:off x="10256211" y="91229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7" name="line-99"/>
          <p:cNvSpPr>
            <a:spLocks noGrp="1"/>
          </p:cNvSpPr>
          <p:nvPr/>
        </p:nvSpPr>
        <p:spPr>
          <a:xfrm>
            <a:off x="10287000" y="91229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08" name="line-100"/>
          <p:cNvSpPr>
            <a:spLocks noGrp="1"/>
          </p:cNvSpPr>
          <p:nvPr/>
        </p:nvSpPr>
        <p:spPr>
          <a:xfrm>
            <a:off x="10287000" y="4305300"/>
            <a:ext cx="2819400" cy="95"/>
          </a:xfrm>
          <a:custGeom>
            <a:avLst/>
            <a:gdLst/>
            <a:ahLst/>
            <a:cxnLst/>
            <a:pathLst>
              <a:path w="2819400" h="9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09" name="line-101"/>
          <p:cNvSpPr>
            <a:spLocks noGrp="1"/>
          </p:cNvSpPr>
          <p:nvPr/>
        </p:nvSpPr>
        <p:spPr>
          <a:xfrm>
            <a:off x="13106400" y="4305300"/>
            <a:ext cx="95" cy="2847975"/>
          </a:xfrm>
          <a:custGeom>
            <a:avLst/>
            <a:gdLst/>
            <a:ahLst/>
            <a:cxnLst/>
            <a:pathLst>
              <a:path w="95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0" name="line-102"/>
          <p:cNvSpPr>
            <a:spLocks noGrp="1"/>
          </p:cNvSpPr>
          <p:nvPr/>
        </p:nvSpPr>
        <p:spPr>
          <a:xfrm>
            <a:off x="10410825" y="7153275"/>
            <a:ext cx="2695575" cy="95"/>
          </a:xfrm>
          <a:custGeom>
            <a:avLst/>
            <a:gdLst/>
            <a:ahLst/>
            <a:cxnLst/>
            <a:pathLst>
              <a:path w="2695575" h="95">
                <a:moveTo>
                  <a:pt x="2695575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1" name="line-103"/>
          <p:cNvSpPr>
            <a:spLocks noGrp="1"/>
          </p:cNvSpPr>
          <p:nvPr/>
        </p:nvSpPr>
        <p:spPr>
          <a:xfrm>
            <a:off x="10410825" y="71224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2" name="line-104"/>
          <p:cNvSpPr>
            <a:spLocks noGrp="1"/>
          </p:cNvSpPr>
          <p:nvPr/>
        </p:nvSpPr>
        <p:spPr>
          <a:xfrm>
            <a:off x="10410825" y="71532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3" name="line-105"/>
          <p:cNvSpPr>
            <a:spLocks noGrp="1"/>
          </p:cNvSpPr>
          <p:nvPr/>
        </p:nvSpPr>
        <p:spPr>
          <a:xfrm>
            <a:off x="7486650" y="7324725"/>
            <a:ext cx="2800350" cy="95"/>
          </a:xfrm>
          <a:custGeom>
            <a:avLst/>
            <a:gdLst/>
            <a:ahLst/>
            <a:cxnLst/>
            <a:pathLst>
              <a:path w="2800350" h="95">
                <a:moveTo>
                  <a:pt x="280035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4" name="line-106"/>
          <p:cNvSpPr>
            <a:spLocks noGrp="1"/>
          </p:cNvSpPr>
          <p:nvPr/>
        </p:nvSpPr>
        <p:spPr>
          <a:xfrm>
            <a:off x="7486650" y="7324725"/>
            <a:ext cx="95" cy="1381125"/>
          </a:xfrm>
          <a:custGeom>
            <a:avLst/>
            <a:gdLst/>
            <a:ahLst/>
            <a:cxnLst/>
            <a:pathLst>
              <a:path w="9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5" name="line-107"/>
          <p:cNvSpPr>
            <a:spLocks noGrp="1"/>
          </p:cNvSpPr>
          <p:nvPr/>
        </p:nvSpPr>
        <p:spPr>
          <a:xfrm>
            <a:off x="7486650" y="8705850"/>
            <a:ext cx="2676525" cy="95"/>
          </a:xfrm>
          <a:custGeom>
            <a:avLst/>
            <a:gdLst/>
            <a:ahLst/>
            <a:cxnLst/>
            <a:pathLst>
              <a:path w="2676525" h="95">
                <a:moveTo>
                  <a:pt x="0" y="0"/>
                </a:moveTo>
                <a:lnTo>
                  <a:pt x="2676525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6" name="line-108"/>
          <p:cNvSpPr>
            <a:spLocks noGrp="1"/>
          </p:cNvSpPr>
          <p:nvPr/>
        </p:nvSpPr>
        <p:spPr>
          <a:xfrm>
            <a:off x="10104035" y="87058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7" name="line-109"/>
          <p:cNvSpPr>
            <a:spLocks noGrp="1"/>
          </p:cNvSpPr>
          <p:nvPr/>
        </p:nvSpPr>
        <p:spPr>
          <a:xfrm>
            <a:off x="10104035" y="86750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</a:ln>
        </p:spPr>
      </p:sp>
      <p:sp>
        <p:nvSpPr>
          <p:cNvPr id="318" name="residual"/>
          <p:cNvSpPr>
            <a:spLocks noGrp="1"/>
          </p:cNvSpPr>
          <p:nvPr/>
        </p:nvSpPr>
        <p:spPr>
          <a:xfrm>
            <a:off x="11658600" y="6943725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500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9" name="residual"/>
          <p:cNvSpPr>
            <a:spLocks noGrp="1"/>
          </p:cNvSpPr>
          <p:nvPr/>
        </p:nvSpPr>
        <p:spPr>
          <a:xfrm>
            <a:off x="7686675" y="8486775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500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3" name="H(t)"/>
          <p:cNvSpPr>
            <a:spLocks noGrp="1"/>
          </p:cNvSpPr>
          <p:nvPr/>
        </p:nvSpPr>
        <p:spPr>
          <a:xfrm>
            <a:off x="10477500" y="899160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1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1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1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H(t)</a:t>
            </a:r>
            <a:endParaRPr sz="1800" b="0" i="1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4" name="line-113"/>
          <p:cNvSpPr>
            <a:spLocks noGrp="1"/>
          </p:cNvSpPr>
          <p:nvPr/>
        </p:nvSpPr>
        <p:spPr>
          <a:xfrm>
            <a:off x="8305800" y="9182100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5" name="line-114"/>
          <p:cNvSpPr>
            <a:spLocks noGrp="1"/>
          </p:cNvSpPr>
          <p:nvPr/>
        </p:nvSpPr>
        <p:spPr>
          <a:xfrm>
            <a:off x="8305800" y="918210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6" name="line-115"/>
          <p:cNvSpPr>
            <a:spLocks noGrp="1"/>
          </p:cNvSpPr>
          <p:nvPr/>
        </p:nvSpPr>
        <p:spPr>
          <a:xfrm>
            <a:off x="8275011" y="9361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7" name="line-116"/>
          <p:cNvSpPr>
            <a:spLocks noGrp="1"/>
          </p:cNvSpPr>
          <p:nvPr/>
        </p:nvSpPr>
        <p:spPr>
          <a:xfrm>
            <a:off x="8305800" y="9361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28" name="Regime + precursor&#10;fusion (b)"/>
          <p:cNvSpPr>
            <a:spLocks noGrp="1"/>
          </p:cNvSpPr>
          <p:nvPr/>
        </p:nvSpPr>
        <p:spPr>
          <a:xfrm>
            <a:off x="7429500" y="9420225"/>
            <a:ext cx="1762125" cy="428625"/>
          </a:xfrm>
          <a:prstGeom prst="rect">
            <a:avLst/>
          </a:prstGeom>
          <a:solidFill>
            <a:srgbClr val="E6D2BE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329" name="Regime + precursor&#10;fusion (b)"/>
          <p:cNvSpPr>
            <a:spLocks noGrp="1"/>
          </p:cNvSpPr>
          <p:nvPr/>
        </p:nvSpPr>
        <p:spPr>
          <a:xfrm>
            <a:off x="7467600" y="9439275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+ precursor</a:t>
            </a:r>
            <a:endParaRPr sz="151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 (b)</a:t>
            </a:r>
            <a:endParaRPr sz="151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0" name="line-117"/>
          <p:cNvSpPr>
            <a:spLocks noGrp="1"/>
          </p:cNvSpPr>
          <p:nvPr/>
        </p:nvSpPr>
        <p:spPr>
          <a:xfrm>
            <a:off x="8305800" y="9848850"/>
            <a:ext cx="95" cy="200025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1" name="line-118"/>
          <p:cNvSpPr>
            <a:spLocks noGrp="1"/>
          </p:cNvSpPr>
          <p:nvPr/>
        </p:nvSpPr>
        <p:spPr>
          <a:xfrm>
            <a:off x="8275011" y="9997128"/>
            <a:ext cx="30789" cy="51747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2" name="line-119"/>
          <p:cNvSpPr>
            <a:spLocks noGrp="1"/>
          </p:cNvSpPr>
          <p:nvPr/>
        </p:nvSpPr>
        <p:spPr>
          <a:xfrm>
            <a:off x="8305800" y="9997128"/>
            <a:ext cx="30789" cy="51747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3" name="Event heads&#10;w, s, d, prefix"/>
          <p:cNvSpPr>
            <a:spLocks noGrp="1"/>
          </p:cNvSpPr>
          <p:nvPr/>
        </p:nvSpPr>
        <p:spPr>
          <a:xfrm>
            <a:off x="7429500" y="10048875"/>
            <a:ext cx="1762125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34" name="Event heads&#10;w, s, d, prefix"/>
          <p:cNvSpPr>
            <a:spLocks noGrp="1"/>
          </p:cNvSpPr>
          <p:nvPr/>
        </p:nvSpPr>
        <p:spPr>
          <a:xfrm>
            <a:off x="7467600" y="10067925"/>
            <a:ext cx="16859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heads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w, s, d, prefix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5" name="line-120"/>
          <p:cNvSpPr>
            <a:spLocks noGrp="1"/>
          </p:cNvSpPr>
          <p:nvPr/>
        </p:nvSpPr>
        <p:spPr>
          <a:xfrm>
            <a:off x="8305800" y="105537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6" name="line-121"/>
          <p:cNvSpPr>
            <a:spLocks noGrp="1"/>
          </p:cNvSpPr>
          <p:nvPr/>
        </p:nvSpPr>
        <p:spPr>
          <a:xfrm>
            <a:off x="8275011" y="10723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7" name="line-122"/>
          <p:cNvSpPr>
            <a:spLocks noGrp="1"/>
          </p:cNvSpPr>
          <p:nvPr/>
        </p:nvSpPr>
        <p:spPr>
          <a:xfrm>
            <a:off x="8305800" y="10723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8" name="line-123"/>
          <p:cNvSpPr>
            <a:spLocks noGrp="1"/>
          </p:cNvSpPr>
          <p:nvPr/>
        </p:nvSpPr>
        <p:spPr>
          <a:xfrm>
            <a:off x="10296525" y="918210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39" name="line-124"/>
          <p:cNvSpPr>
            <a:spLocks noGrp="1"/>
          </p:cNvSpPr>
          <p:nvPr/>
        </p:nvSpPr>
        <p:spPr>
          <a:xfrm>
            <a:off x="10265736" y="9361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0" name="line-125"/>
          <p:cNvSpPr>
            <a:spLocks noGrp="1"/>
          </p:cNvSpPr>
          <p:nvPr/>
        </p:nvSpPr>
        <p:spPr>
          <a:xfrm>
            <a:off x="10296525" y="9361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1" name="Skip + order-progress&#10;fusion"/>
          <p:cNvSpPr>
            <a:spLocks noGrp="1"/>
          </p:cNvSpPr>
          <p:nvPr/>
        </p:nvSpPr>
        <p:spPr>
          <a:xfrm>
            <a:off x="9382125" y="9420225"/>
            <a:ext cx="1838325" cy="4286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42" name="Skip + order-progress&#10;fusion"/>
          <p:cNvSpPr>
            <a:spLocks noGrp="1"/>
          </p:cNvSpPr>
          <p:nvPr/>
        </p:nvSpPr>
        <p:spPr>
          <a:xfrm>
            <a:off x="9420225" y="9439275"/>
            <a:ext cx="17621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Skip + order-progress</a:t>
            </a:r>
            <a:endParaRPr sz="151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</a:t>
            </a:r>
            <a:endParaRPr sz="151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3" name="line-126"/>
          <p:cNvSpPr>
            <a:spLocks noGrp="1"/>
          </p:cNvSpPr>
          <p:nvPr/>
        </p:nvSpPr>
        <p:spPr>
          <a:xfrm>
            <a:off x="10296525" y="9848850"/>
            <a:ext cx="95" cy="200025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4" name="line-127"/>
          <p:cNvSpPr>
            <a:spLocks noGrp="1"/>
          </p:cNvSpPr>
          <p:nvPr/>
        </p:nvSpPr>
        <p:spPr>
          <a:xfrm>
            <a:off x="10265736" y="9997128"/>
            <a:ext cx="30789" cy="51747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5" name="line-128"/>
          <p:cNvSpPr>
            <a:spLocks noGrp="1"/>
          </p:cNvSpPr>
          <p:nvPr/>
        </p:nvSpPr>
        <p:spPr>
          <a:xfrm>
            <a:off x="10296525" y="9997128"/>
            <a:ext cx="30789" cy="51747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6" name="State / remaining&#10;time decoders"/>
          <p:cNvSpPr>
            <a:spLocks noGrp="1"/>
          </p:cNvSpPr>
          <p:nvPr/>
        </p:nvSpPr>
        <p:spPr>
          <a:xfrm>
            <a:off x="9382125" y="10048875"/>
            <a:ext cx="1838325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47" name="State / remaining&#10;time decoders"/>
          <p:cNvSpPr>
            <a:spLocks noGrp="1"/>
          </p:cNvSpPr>
          <p:nvPr/>
        </p:nvSpPr>
        <p:spPr>
          <a:xfrm>
            <a:off x="9420225" y="10067925"/>
            <a:ext cx="17621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 / remaining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decoders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8" name="line-129"/>
          <p:cNvSpPr>
            <a:spLocks noGrp="1"/>
          </p:cNvSpPr>
          <p:nvPr/>
        </p:nvSpPr>
        <p:spPr>
          <a:xfrm>
            <a:off x="10296525" y="105537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49" name="line-130"/>
          <p:cNvSpPr>
            <a:spLocks noGrp="1"/>
          </p:cNvSpPr>
          <p:nvPr/>
        </p:nvSpPr>
        <p:spPr>
          <a:xfrm>
            <a:off x="10265736" y="10723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0" name="line-131"/>
          <p:cNvSpPr>
            <a:spLocks noGrp="1"/>
          </p:cNvSpPr>
          <p:nvPr/>
        </p:nvSpPr>
        <p:spPr>
          <a:xfrm>
            <a:off x="10296525" y="10723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1" name="line-132"/>
          <p:cNvSpPr>
            <a:spLocks noGrp="1"/>
          </p:cNvSpPr>
          <p:nvPr/>
        </p:nvSpPr>
        <p:spPr>
          <a:xfrm>
            <a:off x="12353925" y="918210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2" name="line-133"/>
          <p:cNvSpPr>
            <a:spLocks noGrp="1"/>
          </p:cNvSpPr>
          <p:nvPr/>
        </p:nvSpPr>
        <p:spPr>
          <a:xfrm>
            <a:off x="12323136" y="9361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3" name="line-134"/>
          <p:cNvSpPr>
            <a:spLocks noGrp="1"/>
          </p:cNvSpPr>
          <p:nvPr/>
        </p:nvSpPr>
        <p:spPr>
          <a:xfrm>
            <a:off x="12353925" y="9361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4" name="Graph pooling&#10;+ node evidence"/>
          <p:cNvSpPr>
            <a:spLocks noGrp="1"/>
          </p:cNvSpPr>
          <p:nvPr/>
        </p:nvSpPr>
        <p:spPr>
          <a:xfrm>
            <a:off x="11496675" y="9420225"/>
            <a:ext cx="1714500" cy="4286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55" name="Graph pooling&#10;+ node evidence"/>
          <p:cNvSpPr>
            <a:spLocks noGrp="1"/>
          </p:cNvSpPr>
          <p:nvPr/>
        </p:nvSpPr>
        <p:spPr>
          <a:xfrm>
            <a:off x="11534775" y="9439275"/>
            <a:ext cx="16383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pooling</a:t>
            </a:r>
            <a:endParaRPr sz="151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12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evidence</a:t>
            </a:r>
            <a:endParaRPr sz="1512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6" name="line-135"/>
          <p:cNvSpPr>
            <a:spLocks noGrp="1"/>
          </p:cNvSpPr>
          <p:nvPr/>
        </p:nvSpPr>
        <p:spPr>
          <a:xfrm>
            <a:off x="12353925" y="9848850"/>
            <a:ext cx="95" cy="200025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7" name="line-136"/>
          <p:cNvSpPr>
            <a:spLocks noGrp="1"/>
          </p:cNvSpPr>
          <p:nvPr/>
        </p:nvSpPr>
        <p:spPr>
          <a:xfrm>
            <a:off x="12323136" y="9997128"/>
            <a:ext cx="30789" cy="51747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8" name="line-137"/>
          <p:cNvSpPr>
            <a:spLocks noGrp="1"/>
          </p:cNvSpPr>
          <p:nvPr/>
        </p:nvSpPr>
        <p:spPr>
          <a:xfrm>
            <a:off x="12353925" y="9997128"/>
            <a:ext cx="30789" cy="51747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59" name="Process-cause&#10;classifier"/>
          <p:cNvSpPr>
            <a:spLocks noGrp="1"/>
          </p:cNvSpPr>
          <p:nvPr/>
        </p:nvSpPr>
        <p:spPr>
          <a:xfrm>
            <a:off x="11496675" y="10048875"/>
            <a:ext cx="1714500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60" name="Process-cause&#10;classifier"/>
          <p:cNvSpPr>
            <a:spLocks noGrp="1"/>
          </p:cNvSpPr>
          <p:nvPr/>
        </p:nvSpPr>
        <p:spPr>
          <a:xfrm>
            <a:off x="11534775" y="10067925"/>
            <a:ext cx="16383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Process-cause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classifier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1" name="line-138"/>
          <p:cNvSpPr>
            <a:spLocks noGrp="1"/>
          </p:cNvSpPr>
          <p:nvPr/>
        </p:nvSpPr>
        <p:spPr>
          <a:xfrm>
            <a:off x="12353925" y="105537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2" name="line-139"/>
          <p:cNvSpPr>
            <a:spLocks noGrp="1"/>
          </p:cNvSpPr>
          <p:nvPr/>
        </p:nvSpPr>
        <p:spPr>
          <a:xfrm>
            <a:off x="12323136" y="10723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3" name="line-140"/>
          <p:cNvSpPr>
            <a:spLocks noGrp="1"/>
          </p:cNvSpPr>
          <p:nvPr/>
        </p:nvSpPr>
        <p:spPr>
          <a:xfrm>
            <a:off x="12353925" y="10723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4" name="line-141"/>
          <p:cNvSpPr>
            <a:spLocks noGrp="1"/>
          </p:cNvSpPr>
          <p:nvPr/>
        </p:nvSpPr>
        <p:spPr>
          <a:xfrm>
            <a:off x="8305800" y="10782300"/>
            <a:ext cx="4048125" cy="106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5" name="Training loss"/>
          <p:cNvSpPr>
            <a:spLocks noGrp="1"/>
          </p:cNvSpPr>
          <p:nvPr/>
        </p:nvSpPr>
        <p:spPr>
          <a:xfrm>
            <a:off x="7477125" y="11153775"/>
            <a:ext cx="1381125" cy="371475"/>
          </a:xfrm>
          <a:prstGeom prst="rect">
            <a:avLst/>
          </a:prstGeom>
          <a:solidFill>
            <a:srgbClr val="EFE0D1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366" name="Training loss"/>
          <p:cNvSpPr>
            <a:spLocks noGrp="1"/>
          </p:cNvSpPr>
          <p:nvPr/>
        </p:nvSpPr>
        <p:spPr>
          <a:xfrm>
            <a:off x="7515225" y="11172825"/>
            <a:ext cx="13049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loss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7" name="line-142"/>
          <p:cNvSpPr>
            <a:spLocks noGrp="1"/>
          </p:cNvSpPr>
          <p:nvPr/>
        </p:nvSpPr>
        <p:spPr>
          <a:xfrm>
            <a:off x="8172450" y="10782300"/>
            <a:ext cx="133350" cy="106"/>
          </a:xfrm>
          <a:custGeom>
            <a:avLst/>
            <a:gdLst/>
            <a:ahLst/>
            <a:cxnLst/>
            <a:pathLst>
              <a:path w="133350" h="95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368" name="line-143"/>
          <p:cNvSpPr>
            <a:spLocks noGrp="1"/>
          </p:cNvSpPr>
          <p:nvPr/>
        </p:nvSpPr>
        <p:spPr>
          <a:xfrm>
            <a:off x="8172450" y="10782300"/>
            <a:ext cx="95" cy="371475"/>
          </a:xfrm>
          <a:custGeom>
            <a:avLst/>
            <a:gdLst/>
            <a:ahLst/>
            <a:cxnLst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5355">
            <a:solidFill>
              <a:srgbClr val="805431"/>
            </a:solidFill>
            <a:prstDash val="dash"/>
          </a:ln>
        </p:spPr>
      </p:sp>
      <p:sp>
        <p:nvSpPr>
          <p:cNvPr id="369" name="line-144"/>
          <p:cNvSpPr>
            <a:spLocks noGrp="1"/>
          </p:cNvSpPr>
          <p:nvPr/>
        </p:nvSpPr>
        <p:spPr>
          <a:xfrm>
            <a:off x="8141661" y="11094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370" name="line-145"/>
          <p:cNvSpPr>
            <a:spLocks noGrp="1"/>
          </p:cNvSpPr>
          <p:nvPr/>
        </p:nvSpPr>
        <p:spPr>
          <a:xfrm>
            <a:off x="8172450" y="11094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371" name="Event decoding&#10;and report assembly"/>
          <p:cNvSpPr>
            <a:spLocks noGrp="1"/>
          </p:cNvSpPr>
          <p:nvPr/>
        </p:nvSpPr>
        <p:spPr>
          <a:xfrm>
            <a:off x="9658350" y="11049000"/>
            <a:ext cx="3276600" cy="542925"/>
          </a:xfrm>
          <a:prstGeom prst="rect">
            <a:avLst/>
          </a:prstGeom>
          <a:solidFill>
            <a:srgbClr val="CFDFEB"/>
          </a:solidFill>
          <a:ln w="15355">
            <a:solidFill>
              <a:srgbClr val="315B79"/>
            </a:solidFill>
            <a:prstDash val="solid"/>
          </a:ln>
        </p:spPr>
      </p:sp>
      <p:sp>
        <p:nvSpPr>
          <p:cNvPr id="372" name="Event decoding&#10;and report assembly"/>
          <p:cNvSpPr>
            <a:spLocks noGrp="1"/>
          </p:cNvSpPr>
          <p:nvPr/>
        </p:nvSpPr>
        <p:spPr>
          <a:xfrm>
            <a:off x="9696450" y="11068050"/>
            <a:ext cx="32004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decoding</a:t>
            </a:r>
            <a:endParaRPr sz="1815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1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report assembly</a:t>
            </a:r>
            <a:endParaRPr sz="1815" b="1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3" name="line-146"/>
          <p:cNvSpPr>
            <a:spLocks noGrp="1"/>
          </p:cNvSpPr>
          <p:nvPr/>
        </p:nvSpPr>
        <p:spPr>
          <a:xfrm>
            <a:off x="11296650" y="10782300"/>
            <a:ext cx="95" cy="266700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374" name="line-147"/>
          <p:cNvSpPr>
            <a:spLocks noGrp="1"/>
          </p:cNvSpPr>
          <p:nvPr/>
        </p:nvSpPr>
        <p:spPr>
          <a:xfrm>
            <a:off x="11265861" y="10982763"/>
            <a:ext cx="30789" cy="66237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375" name="line-148"/>
          <p:cNvSpPr>
            <a:spLocks noGrp="1"/>
          </p:cNvSpPr>
          <p:nvPr/>
        </p:nvSpPr>
        <p:spPr>
          <a:xfrm>
            <a:off x="11296650" y="10982763"/>
            <a:ext cx="30789" cy="66237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8898">
            <a:solidFill>
              <a:srgbClr val="315B79"/>
            </a:solidFill>
            <a:prstDash val="solid"/>
          </a:ln>
        </p:spPr>
      </p:sp>
      <p:sp>
        <p:nvSpPr>
          <p:cNvPr id="381" name="Operational evidence"/>
          <p:cNvSpPr>
            <a:spLocks noGrp="1"/>
          </p:cNvSpPr>
          <p:nvPr/>
        </p:nvSpPr>
        <p:spPr>
          <a:xfrm>
            <a:off x="904875" y="4343400"/>
            <a:ext cx="4743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Operational evidence</a:t>
            </a:r>
            <a:endParaRPr sz="198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2" name="line-154"/>
          <p:cNvSpPr>
            <a:spLocks noGrp="1"/>
          </p:cNvSpPr>
          <p:nvPr/>
        </p:nvSpPr>
        <p:spPr>
          <a:xfrm>
            <a:off x="1133475" y="5276850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83" name="line-155"/>
          <p:cNvSpPr>
            <a:spLocks noGrp="1"/>
          </p:cNvSpPr>
          <p:nvPr/>
        </p:nvSpPr>
        <p:spPr>
          <a:xfrm>
            <a:off x="1133475" y="5147310"/>
            <a:ext cx="242888" cy="97155"/>
          </a:xfrm>
          <a:custGeom>
            <a:avLst/>
            <a:gdLst/>
            <a:ahLst/>
            <a:cxnLst/>
            <a:pathLst>
              <a:path w="242888" h="97155">
                <a:moveTo>
                  <a:pt x="0" y="97155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4" name="line-156"/>
          <p:cNvSpPr>
            <a:spLocks noGrp="1"/>
          </p:cNvSpPr>
          <p:nvPr/>
        </p:nvSpPr>
        <p:spPr>
          <a:xfrm>
            <a:off x="1376363" y="5001578"/>
            <a:ext cx="242888" cy="145732"/>
          </a:xfrm>
          <a:custGeom>
            <a:avLst/>
            <a:gdLst/>
            <a:ahLst/>
            <a:cxnLst/>
            <a:pathLst>
              <a:path w="242888" h="145732">
                <a:moveTo>
                  <a:pt x="0" y="145732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5" name="line-157"/>
          <p:cNvSpPr>
            <a:spLocks noGrp="1"/>
          </p:cNvSpPr>
          <p:nvPr/>
        </p:nvSpPr>
        <p:spPr>
          <a:xfrm>
            <a:off x="1619250" y="4985385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16193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6" name="line-158"/>
          <p:cNvSpPr>
            <a:spLocks noGrp="1"/>
          </p:cNvSpPr>
          <p:nvPr/>
        </p:nvSpPr>
        <p:spPr>
          <a:xfrm>
            <a:off x="1862138" y="4985385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87" name="resource node"/>
          <p:cNvSpPr>
            <a:spLocks noGrp="1"/>
          </p:cNvSpPr>
          <p:nvPr/>
        </p:nvSpPr>
        <p:spPr>
          <a:xfrm>
            <a:off x="1111568" y="52225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88" name="resource node"/>
          <p:cNvSpPr>
            <a:spLocks noGrp="1"/>
          </p:cNvSpPr>
          <p:nvPr/>
        </p:nvSpPr>
        <p:spPr>
          <a:xfrm>
            <a:off x="1354455" y="512540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89" name="resource node"/>
          <p:cNvSpPr>
            <a:spLocks noGrp="1"/>
          </p:cNvSpPr>
          <p:nvPr/>
        </p:nvSpPr>
        <p:spPr>
          <a:xfrm>
            <a:off x="1597343" y="497967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0" name="resource node"/>
          <p:cNvSpPr>
            <a:spLocks noGrp="1"/>
          </p:cNvSpPr>
          <p:nvPr/>
        </p:nvSpPr>
        <p:spPr>
          <a:xfrm>
            <a:off x="1840230" y="496347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1" name="resource node"/>
          <p:cNvSpPr>
            <a:spLocks noGrp="1"/>
          </p:cNvSpPr>
          <p:nvPr/>
        </p:nvSpPr>
        <p:spPr>
          <a:xfrm>
            <a:off x="2083118" y="497967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2" name="line-159"/>
          <p:cNvSpPr>
            <a:spLocks noGrp="1"/>
          </p:cNvSpPr>
          <p:nvPr/>
        </p:nvSpPr>
        <p:spPr>
          <a:xfrm>
            <a:off x="2743200" y="5276850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93" name="line-160"/>
          <p:cNvSpPr>
            <a:spLocks noGrp="1"/>
          </p:cNvSpPr>
          <p:nvPr/>
        </p:nvSpPr>
        <p:spPr>
          <a:xfrm>
            <a:off x="2743200" y="5244465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4" name="line-161"/>
          <p:cNvSpPr>
            <a:spLocks noGrp="1"/>
          </p:cNvSpPr>
          <p:nvPr/>
        </p:nvSpPr>
        <p:spPr>
          <a:xfrm>
            <a:off x="2986088" y="5033963"/>
            <a:ext cx="242888" cy="210503"/>
          </a:xfrm>
          <a:custGeom>
            <a:avLst/>
            <a:gdLst/>
            <a:ahLst/>
            <a:cxnLst/>
            <a:pathLst>
              <a:path w="242888" h="210503">
                <a:moveTo>
                  <a:pt x="0" y="210503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5" name="line-162"/>
          <p:cNvSpPr>
            <a:spLocks noGrp="1"/>
          </p:cNvSpPr>
          <p:nvPr/>
        </p:nvSpPr>
        <p:spPr>
          <a:xfrm>
            <a:off x="3228975" y="5033963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6" name="line-163"/>
          <p:cNvSpPr>
            <a:spLocks noGrp="1"/>
          </p:cNvSpPr>
          <p:nvPr/>
        </p:nvSpPr>
        <p:spPr>
          <a:xfrm>
            <a:off x="3471863" y="5033963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397" name="resource node"/>
          <p:cNvSpPr>
            <a:spLocks noGrp="1"/>
          </p:cNvSpPr>
          <p:nvPr/>
        </p:nvSpPr>
        <p:spPr>
          <a:xfrm>
            <a:off x="2721293" y="52225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8" name="resource node"/>
          <p:cNvSpPr>
            <a:spLocks noGrp="1"/>
          </p:cNvSpPr>
          <p:nvPr/>
        </p:nvSpPr>
        <p:spPr>
          <a:xfrm>
            <a:off x="2964180" y="52225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399" name="resource node"/>
          <p:cNvSpPr>
            <a:spLocks noGrp="1"/>
          </p:cNvSpPr>
          <p:nvPr/>
        </p:nvSpPr>
        <p:spPr>
          <a:xfrm>
            <a:off x="3207068" y="501205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0" name="resource node"/>
          <p:cNvSpPr>
            <a:spLocks noGrp="1"/>
          </p:cNvSpPr>
          <p:nvPr/>
        </p:nvSpPr>
        <p:spPr>
          <a:xfrm>
            <a:off x="3449955" y="501205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1" name="resource node"/>
          <p:cNvSpPr>
            <a:spLocks noGrp="1"/>
          </p:cNvSpPr>
          <p:nvPr/>
        </p:nvSpPr>
        <p:spPr>
          <a:xfrm>
            <a:off x="3692843" y="50282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2" name="line-164"/>
          <p:cNvSpPr>
            <a:spLocks noGrp="1"/>
          </p:cNvSpPr>
          <p:nvPr/>
        </p:nvSpPr>
        <p:spPr>
          <a:xfrm>
            <a:off x="4352925" y="5276850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403" name="line-165"/>
          <p:cNvSpPr>
            <a:spLocks noGrp="1"/>
          </p:cNvSpPr>
          <p:nvPr/>
        </p:nvSpPr>
        <p:spPr>
          <a:xfrm>
            <a:off x="4352925" y="5212080"/>
            <a:ext cx="242888" cy="32385"/>
          </a:xfrm>
          <a:custGeom>
            <a:avLst/>
            <a:gdLst/>
            <a:ahLst/>
            <a:cxnLst/>
            <a:pathLst>
              <a:path w="242888" h="32385">
                <a:moveTo>
                  <a:pt x="0" y="32385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4" name="line-166"/>
          <p:cNvSpPr>
            <a:spLocks noGrp="1"/>
          </p:cNvSpPr>
          <p:nvPr/>
        </p:nvSpPr>
        <p:spPr>
          <a:xfrm>
            <a:off x="4595813" y="5212080"/>
            <a:ext cx="242888" cy="16192"/>
          </a:xfrm>
          <a:custGeom>
            <a:avLst/>
            <a:gdLst/>
            <a:ahLst/>
            <a:cxnLst/>
            <a:pathLst>
              <a:path w="242888" h="16192">
                <a:moveTo>
                  <a:pt x="0" y="0"/>
                </a:moveTo>
                <a:lnTo>
                  <a:pt x="242888" y="16192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5" name="line-167"/>
          <p:cNvSpPr>
            <a:spLocks noGrp="1"/>
          </p:cNvSpPr>
          <p:nvPr/>
        </p:nvSpPr>
        <p:spPr>
          <a:xfrm>
            <a:off x="4838700" y="5050155"/>
            <a:ext cx="242888" cy="178117"/>
          </a:xfrm>
          <a:custGeom>
            <a:avLst/>
            <a:gdLst/>
            <a:ahLst/>
            <a:cxnLst/>
            <a:pathLst>
              <a:path w="242888" h="178117">
                <a:moveTo>
                  <a:pt x="0" y="178117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6" name="line-168"/>
          <p:cNvSpPr>
            <a:spLocks noGrp="1"/>
          </p:cNvSpPr>
          <p:nvPr/>
        </p:nvSpPr>
        <p:spPr>
          <a:xfrm>
            <a:off x="5081588" y="4985385"/>
            <a:ext cx="242888" cy="64770"/>
          </a:xfrm>
          <a:custGeom>
            <a:avLst/>
            <a:gdLst/>
            <a:ahLst/>
            <a:cxnLst/>
            <a:pathLst>
              <a:path w="242888" h="64770">
                <a:moveTo>
                  <a:pt x="0" y="6477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407" name="resource node"/>
          <p:cNvSpPr>
            <a:spLocks noGrp="1"/>
          </p:cNvSpPr>
          <p:nvPr/>
        </p:nvSpPr>
        <p:spPr>
          <a:xfrm>
            <a:off x="4331018" y="52225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8" name="resource node"/>
          <p:cNvSpPr>
            <a:spLocks noGrp="1"/>
          </p:cNvSpPr>
          <p:nvPr/>
        </p:nvSpPr>
        <p:spPr>
          <a:xfrm>
            <a:off x="4573905" y="51901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09" name="resource node"/>
          <p:cNvSpPr>
            <a:spLocks noGrp="1"/>
          </p:cNvSpPr>
          <p:nvPr/>
        </p:nvSpPr>
        <p:spPr>
          <a:xfrm>
            <a:off x="4816793" y="520636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10" name="resource node"/>
          <p:cNvSpPr>
            <a:spLocks noGrp="1"/>
          </p:cNvSpPr>
          <p:nvPr/>
        </p:nvSpPr>
        <p:spPr>
          <a:xfrm>
            <a:off x="5059680" y="50282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11" name="resource node"/>
          <p:cNvSpPr>
            <a:spLocks noGrp="1"/>
          </p:cNvSpPr>
          <p:nvPr/>
        </p:nvSpPr>
        <p:spPr>
          <a:xfrm>
            <a:off x="5302568" y="496347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412" name="Queue"/>
          <p:cNvSpPr>
            <a:spLocks noGrp="1"/>
          </p:cNvSpPr>
          <p:nvPr/>
        </p:nvSpPr>
        <p:spPr>
          <a:xfrm>
            <a:off x="1076325" y="4676775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3" name="Stall / shortage"/>
          <p:cNvSpPr>
            <a:spLocks noGrp="1"/>
          </p:cNvSpPr>
          <p:nvPr/>
        </p:nvSpPr>
        <p:spPr>
          <a:xfrm>
            <a:off x="2447925" y="4676775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Stall / shortage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4" name="Logistics"/>
          <p:cNvSpPr>
            <a:spLocks noGrp="1"/>
          </p:cNvSpPr>
          <p:nvPr/>
        </p:nvSpPr>
        <p:spPr>
          <a:xfrm>
            <a:off x="4276725" y="4676775"/>
            <a:ext cx="1133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Logistics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5" name="line-169"/>
          <p:cNvSpPr>
            <a:spLocks noGrp="1"/>
          </p:cNvSpPr>
          <p:nvPr/>
        </p:nvSpPr>
        <p:spPr>
          <a:xfrm>
            <a:off x="3228975" y="538162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416" name="line-170"/>
          <p:cNvSpPr>
            <a:spLocks noGrp="1"/>
          </p:cNvSpPr>
          <p:nvPr/>
        </p:nvSpPr>
        <p:spPr>
          <a:xfrm>
            <a:off x="3198186" y="5503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417" name="line-171"/>
          <p:cNvSpPr>
            <a:spLocks noGrp="1"/>
          </p:cNvSpPr>
          <p:nvPr/>
        </p:nvSpPr>
        <p:spPr>
          <a:xfrm>
            <a:off x="3228975" y="5503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418" name="Resource-specific rules + persistence"/>
          <p:cNvSpPr>
            <a:spLocks noGrp="1"/>
          </p:cNvSpPr>
          <p:nvPr/>
        </p:nvSpPr>
        <p:spPr>
          <a:xfrm>
            <a:off x="885825" y="5619750"/>
            <a:ext cx="47815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Resource-specific rules + persistence</a:t>
            </a:r>
            <a:endParaRPr sz="1890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9" name="shape-172"/>
          <p:cNvSpPr>
            <a:spLocks noGrp="1"/>
          </p:cNvSpPr>
          <p:nvPr/>
        </p:nvSpPr>
        <p:spPr>
          <a:xfrm>
            <a:off x="20478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0" name="shape-173"/>
          <p:cNvSpPr>
            <a:spLocks noGrp="1"/>
          </p:cNvSpPr>
          <p:nvPr/>
        </p:nvSpPr>
        <p:spPr>
          <a:xfrm>
            <a:off x="20478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1" name="shape-174"/>
          <p:cNvSpPr>
            <a:spLocks noGrp="1"/>
          </p:cNvSpPr>
          <p:nvPr/>
        </p:nvSpPr>
        <p:spPr>
          <a:xfrm>
            <a:off x="21621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2" name="shape-175"/>
          <p:cNvSpPr>
            <a:spLocks noGrp="1"/>
          </p:cNvSpPr>
          <p:nvPr/>
        </p:nvSpPr>
        <p:spPr>
          <a:xfrm>
            <a:off x="21621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3" name="shape-176"/>
          <p:cNvSpPr>
            <a:spLocks noGrp="1"/>
          </p:cNvSpPr>
          <p:nvPr/>
        </p:nvSpPr>
        <p:spPr>
          <a:xfrm>
            <a:off x="22764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4" name="shape-177"/>
          <p:cNvSpPr>
            <a:spLocks noGrp="1"/>
          </p:cNvSpPr>
          <p:nvPr/>
        </p:nvSpPr>
        <p:spPr>
          <a:xfrm>
            <a:off x="22764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5" name="shape-178"/>
          <p:cNvSpPr>
            <a:spLocks noGrp="1"/>
          </p:cNvSpPr>
          <p:nvPr/>
        </p:nvSpPr>
        <p:spPr>
          <a:xfrm>
            <a:off x="23907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6" name="shape-179"/>
          <p:cNvSpPr>
            <a:spLocks noGrp="1"/>
          </p:cNvSpPr>
          <p:nvPr/>
        </p:nvSpPr>
        <p:spPr>
          <a:xfrm>
            <a:off x="23907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7" name="shape-180"/>
          <p:cNvSpPr>
            <a:spLocks noGrp="1"/>
          </p:cNvSpPr>
          <p:nvPr/>
        </p:nvSpPr>
        <p:spPr>
          <a:xfrm>
            <a:off x="25050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8" name="shape-181"/>
          <p:cNvSpPr>
            <a:spLocks noGrp="1"/>
          </p:cNvSpPr>
          <p:nvPr/>
        </p:nvSpPr>
        <p:spPr>
          <a:xfrm>
            <a:off x="25050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9" name="shape-182"/>
          <p:cNvSpPr>
            <a:spLocks noGrp="1"/>
          </p:cNvSpPr>
          <p:nvPr/>
        </p:nvSpPr>
        <p:spPr>
          <a:xfrm>
            <a:off x="26193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0" name="shape-183"/>
          <p:cNvSpPr>
            <a:spLocks noGrp="1"/>
          </p:cNvSpPr>
          <p:nvPr/>
        </p:nvSpPr>
        <p:spPr>
          <a:xfrm>
            <a:off x="26193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1" name="shape-184"/>
          <p:cNvSpPr>
            <a:spLocks noGrp="1"/>
          </p:cNvSpPr>
          <p:nvPr/>
        </p:nvSpPr>
        <p:spPr>
          <a:xfrm>
            <a:off x="27336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2" name="shape-185"/>
          <p:cNvSpPr>
            <a:spLocks noGrp="1"/>
          </p:cNvSpPr>
          <p:nvPr/>
        </p:nvSpPr>
        <p:spPr>
          <a:xfrm>
            <a:off x="27336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3" name="shape-186"/>
          <p:cNvSpPr>
            <a:spLocks noGrp="1"/>
          </p:cNvSpPr>
          <p:nvPr/>
        </p:nvSpPr>
        <p:spPr>
          <a:xfrm>
            <a:off x="28479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4" name="shape-187"/>
          <p:cNvSpPr>
            <a:spLocks noGrp="1"/>
          </p:cNvSpPr>
          <p:nvPr/>
        </p:nvSpPr>
        <p:spPr>
          <a:xfrm>
            <a:off x="28479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5" name="shape-188"/>
          <p:cNvSpPr>
            <a:spLocks noGrp="1"/>
          </p:cNvSpPr>
          <p:nvPr/>
        </p:nvSpPr>
        <p:spPr>
          <a:xfrm>
            <a:off x="29622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6" name="shape-189"/>
          <p:cNvSpPr>
            <a:spLocks noGrp="1"/>
          </p:cNvSpPr>
          <p:nvPr/>
        </p:nvSpPr>
        <p:spPr>
          <a:xfrm>
            <a:off x="29622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7" name="shape-190"/>
          <p:cNvSpPr>
            <a:spLocks noGrp="1"/>
          </p:cNvSpPr>
          <p:nvPr/>
        </p:nvSpPr>
        <p:spPr>
          <a:xfrm>
            <a:off x="30765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8" name="shape-191"/>
          <p:cNvSpPr>
            <a:spLocks noGrp="1"/>
          </p:cNvSpPr>
          <p:nvPr/>
        </p:nvSpPr>
        <p:spPr>
          <a:xfrm>
            <a:off x="30765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9" name="shape-192"/>
          <p:cNvSpPr>
            <a:spLocks noGrp="1"/>
          </p:cNvSpPr>
          <p:nvPr/>
        </p:nvSpPr>
        <p:spPr>
          <a:xfrm>
            <a:off x="31908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0" name="shape-193"/>
          <p:cNvSpPr>
            <a:spLocks noGrp="1"/>
          </p:cNvSpPr>
          <p:nvPr/>
        </p:nvSpPr>
        <p:spPr>
          <a:xfrm>
            <a:off x="31908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1" name="shape-194"/>
          <p:cNvSpPr>
            <a:spLocks noGrp="1"/>
          </p:cNvSpPr>
          <p:nvPr/>
        </p:nvSpPr>
        <p:spPr>
          <a:xfrm>
            <a:off x="33051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2" name="shape-195"/>
          <p:cNvSpPr>
            <a:spLocks noGrp="1"/>
          </p:cNvSpPr>
          <p:nvPr/>
        </p:nvSpPr>
        <p:spPr>
          <a:xfrm>
            <a:off x="33051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3" name="shape-196"/>
          <p:cNvSpPr>
            <a:spLocks noGrp="1"/>
          </p:cNvSpPr>
          <p:nvPr/>
        </p:nvSpPr>
        <p:spPr>
          <a:xfrm>
            <a:off x="34194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4" name="shape-197"/>
          <p:cNvSpPr>
            <a:spLocks noGrp="1"/>
          </p:cNvSpPr>
          <p:nvPr/>
        </p:nvSpPr>
        <p:spPr>
          <a:xfrm>
            <a:off x="34194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5" name="shape-198"/>
          <p:cNvSpPr>
            <a:spLocks noGrp="1"/>
          </p:cNvSpPr>
          <p:nvPr/>
        </p:nvSpPr>
        <p:spPr>
          <a:xfrm>
            <a:off x="35337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6" name="shape-199"/>
          <p:cNvSpPr>
            <a:spLocks noGrp="1"/>
          </p:cNvSpPr>
          <p:nvPr/>
        </p:nvSpPr>
        <p:spPr>
          <a:xfrm>
            <a:off x="35337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7" name="shape-200"/>
          <p:cNvSpPr>
            <a:spLocks noGrp="1"/>
          </p:cNvSpPr>
          <p:nvPr/>
        </p:nvSpPr>
        <p:spPr>
          <a:xfrm>
            <a:off x="36480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8" name="shape-201"/>
          <p:cNvSpPr>
            <a:spLocks noGrp="1"/>
          </p:cNvSpPr>
          <p:nvPr/>
        </p:nvSpPr>
        <p:spPr>
          <a:xfrm>
            <a:off x="36480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9" name="shape-202"/>
          <p:cNvSpPr>
            <a:spLocks noGrp="1"/>
          </p:cNvSpPr>
          <p:nvPr/>
        </p:nvSpPr>
        <p:spPr>
          <a:xfrm>
            <a:off x="37623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0" name="shape-203"/>
          <p:cNvSpPr>
            <a:spLocks noGrp="1"/>
          </p:cNvSpPr>
          <p:nvPr/>
        </p:nvSpPr>
        <p:spPr>
          <a:xfrm>
            <a:off x="37623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1" name="shape-204"/>
          <p:cNvSpPr>
            <a:spLocks noGrp="1"/>
          </p:cNvSpPr>
          <p:nvPr/>
        </p:nvSpPr>
        <p:spPr>
          <a:xfrm>
            <a:off x="38766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2" name="shape-205"/>
          <p:cNvSpPr>
            <a:spLocks noGrp="1"/>
          </p:cNvSpPr>
          <p:nvPr/>
        </p:nvSpPr>
        <p:spPr>
          <a:xfrm>
            <a:off x="38766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3" name="shape-206"/>
          <p:cNvSpPr>
            <a:spLocks noGrp="1"/>
          </p:cNvSpPr>
          <p:nvPr/>
        </p:nvSpPr>
        <p:spPr>
          <a:xfrm>
            <a:off x="39909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4" name="shape-207"/>
          <p:cNvSpPr>
            <a:spLocks noGrp="1"/>
          </p:cNvSpPr>
          <p:nvPr/>
        </p:nvSpPr>
        <p:spPr>
          <a:xfrm>
            <a:off x="39909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5" name="shape-208"/>
          <p:cNvSpPr>
            <a:spLocks noGrp="1"/>
          </p:cNvSpPr>
          <p:nvPr/>
        </p:nvSpPr>
        <p:spPr>
          <a:xfrm>
            <a:off x="41052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6" name="shape-209"/>
          <p:cNvSpPr>
            <a:spLocks noGrp="1"/>
          </p:cNvSpPr>
          <p:nvPr/>
        </p:nvSpPr>
        <p:spPr>
          <a:xfrm>
            <a:off x="41052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7" name="shape-210"/>
          <p:cNvSpPr>
            <a:spLocks noGrp="1"/>
          </p:cNvSpPr>
          <p:nvPr/>
        </p:nvSpPr>
        <p:spPr>
          <a:xfrm>
            <a:off x="42195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8" name="shape-211"/>
          <p:cNvSpPr>
            <a:spLocks noGrp="1"/>
          </p:cNvSpPr>
          <p:nvPr/>
        </p:nvSpPr>
        <p:spPr>
          <a:xfrm>
            <a:off x="42195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9" name="shape-212"/>
          <p:cNvSpPr>
            <a:spLocks noGrp="1"/>
          </p:cNvSpPr>
          <p:nvPr/>
        </p:nvSpPr>
        <p:spPr>
          <a:xfrm>
            <a:off x="43338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0" name="shape-213"/>
          <p:cNvSpPr>
            <a:spLocks noGrp="1"/>
          </p:cNvSpPr>
          <p:nvPr/>
        </p:nvSpPr>
        <p:spPr>
          <a:xfrm>
            <a:off x="43338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1" name="shape-214"/>
          <p:cNvSpPr>
            <a:spLocks noGrp="1"/>
          </p:cNvSpPr>
          <p:nvPr/>
        </p:nvSpPr>
        <p:spPr>
          <a:xfrm>
            <a:off x="44481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2" name="shape-215"/>
          <p:cNvSpPr>
            <a:spLocks noGrp="1"/>
          </p:cNvSpPr>
          <p:nvPr/>
        </p:nvSpPr>
        <p:spPr>
          <a:xfrm>
            <a:off x="44481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3" name="shape-216"/>
          <p:cNvSpPr>
            <a:spLocks noGrp="1"/>
          </p:cNvSpPr>
          <p:nvPr/>
        </p:nvSpPr>
        <p:spPr>
          <a:xfrm>
            <a:off x="45624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4" name="shape-217"/>
          <p:cNvSpPr>
            <a:spLocks noGrp="1"/>
          </p:cNvSpPr>
          <p:nvPr/>
        </p:nvSpPr>
        <p:spPr>
          <a:xfrm>
            <a:off x="45624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5" name="shape-218"/>
          <p:cNvSpPr>
            <a:spLocks noGrp="1"/>
          </p:cNvSpPr>
          <p:nvPr/>
        </p:nvSpPr>
        <p:spPr>
          <a:xfrm>
            <a:off x="4676775" y="6124575"/>
            <a:ext cx="104775" cy="161925"/>
          </a:xfrm>
          <a:prstGeom prst="rect">
            <a:avLst/>
          </a:prstGeom>
          <a:solidFill>
            <a:srgbClr val="BE936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6" name="shape-219"/>
          <p:cNvSpPr>
            <a:spLocks noGrp="1"/>
          </p:cNvSpPr>
          <p:nvPr/>
        </p:nvSpPr>
        <p:spPr>
          <a:xfrm>
            <a:off x="4676775" y="6467475"/>
            <a:ext cx="104775" cy="161925"/>
          </a:xfrm>
          <a:prstGeom prst="rect">
            <a:avLst/>
          </a:prstGeom>
          <a:solidFill>
            <a:srgbClr val="80543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7" name="shape-220"/>
          <p:cNvSpPr>
            <a:spLocks noGrp="1"/>
          </p:cNvSpPr>
          <p:nvPr/>
        </p:nvSpPr>
        <p:spPr>
          <a:xfrm>
            <a:off x="47910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8" name="shape-221"/>
          <p:cNvSpPr>
            <a:spLocks noGrp="1"/>
          </p:cNvSpPr>
          <p:nvPr/>
        </p:nvSpPr>
        <p:spPr>
          <a:xfrm>
            <a:off x="47910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9" name="shape-222"/>
          <p:cNvSpPr>
            <a:spLocks noGrp="1"/>
          </p:cNvSpPr>
          <p:nvPr/>
        </p:nvSpPr>
        <p:spPr>
          <a:xfrm>
            <a:off x="49053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0" name="shape-223"/>
          <p:cNvSpPr>
            <a:spLocks noGrp="1"/>
          </p:cNvSpPr>
          <p:nvPr/>
        </p:nvSpPr>
        <p:spPr>
          <a:xfrm>
            <a:off x="49053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1" name="shape-224"/>
          <p:cNvSpPr>
            <a:spLocks noGrp="1"/>
          </p:cNvSpPr>
          <p:nvPr/>
        </p:nvSpPr>
        <p:spPr>
          <a:xfrm>
            <a:off x="50196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2" name="shape-225"/>
          <p:cNvSpPr>
            <a:spLocks noGrp="1"/>
          </p:cNvSpPr>
          <p:nvPr/>
        </p:nvSpPr>
        <p:spPr>
          <a:xfrm>
            <a:off x="50196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3" name="shape-226"/>
          <p:cNvSpPr>
            <a:spLocks noGrp="1"/>
          </p:cNvSpPr>
          <p:nvPr/>
        </p:nvSpPr>
        <p:spPr>
          <a:xfrm>
            <a:off x="5133975" y="61245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4" name="shape-227"/>
          <p:cNvSpPr>
            <a:spLocks noGrp="1"/>
          </p:cNvSpPr>
          <p:nvPr/>
        </p:nvSpPr>
        <p:spPr>
          <a:xfrm>
            <a:off x="5133975" y="6467475"/>
            <a:ext cx="104775" cy="161925"/>
          </a:xfrm>
          <a:prstGeom prst="rect">
            <a:avLst/>
          </a:prstGeom>
          <a:solidFill>
            <a:srgbClr val="F1E6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5" name="Raw"/>
          <p:cNvSpPr>
            <a:spLocks noGrp="1"/>
          </p:cNvSpPr>
          <p:nvPr/>
        </p:nvSpPr>
        <p:spPr>
          <a:xfrm>
            <a:off x="1066800" y="609600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Raw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6" name="Sustained"/>
          <p:cNvSpPr>
            <a:spLocks noGrp="1"/>
          </p:cNvSpPr>
          <p:nvPr/>
        </p:nvSpPr>
        <p:spPr>
          <a:xfrm>
            <a:off x="838200" y="643890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Sustained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7" name="Remove short runs, then fill gaps"/>
          <p:cNvSpPr>
            <a:spLocks noGrp="1"/>
          </p:cNvSpPr>
          <p:nvPr/>
        </p:nvSpPr>
        <p:spPr>
          <a:xfrm>
            <a:off x="1590675" y="6762750"/>
            <a:ext cx="37242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Remove short runs, then fill gaps</a:t>
            </a:r>
            <a:endParaRPr sz="1688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8" name="line-228"/>
          <p:cNvSpPr>
            <a:spLocks noGrp="1"/>
          </p:cNvSpPr>
          <p:nvPr/>
        </p:nvSpPr>
        <p:spPr>
          <a:xfrm>
            <a:off x="3181350" y="6629400"/>
            <a:ext cx="95" cy="66675"/>
          </a:xfrm>
          <a:custGeom>
            <a:avLst/>
            <a:gdLst/>
            <a:ahLst/>
            <a:cxnLst/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79" name="line-229"/>
          <p:cNvSpPr>
            <a:spLocks noGrp="1"/>
          </p:cNvSpPr>
          <p:nvPr/>
        </p:nvSpPr>
        <p:spPr>
          <a:xfrm>
            <a:off x="1895475" y="6696075"/>
            <a:ext cx="1285875" cy="95"/>
          </a:xfrm>
          <a:custGeom>
            <a:avLst/>
            <a:gdLst/>
            <a:ahLst/>
            <a:cxnLst/>
            <a:pathLst>
              <a:path w="1285875" h="95">
                <a:moveTo>
                  <a:pt x="1285875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0" name="line-230"/>
          <p:cNvSpPr>
            <a:spLocks noGrp="1"/>
          </p:cNvSpPr>
          <p:nvPr/>
        </p:nvSpPr>
        <p:spPr>
          <a:xfrm>
            <a:off x="1895475" y="6696075"/>
            <a:ext cx="95" cy="428625"/>
          </a:xfrm>
          <a:custGeom>
            <a:avLst/>
            <a:gdLst/>
            <a:ahLst/>
            <a:cxnLst/>
            <a:pathLst>
              <a:path w="9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1" name="line-231"/>
          <p:cNvSpPr>
            <a:spLocks noGrp="1"/>
          </p:cNvSpPr>
          <p:nvPr/>
        </p:nvSpPr>
        <p:spPr>
          <a:xfrm>
            <a:off x="1864686" y="70655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2" name="line-232"/>
          <p:cNvSpPr>
            <a:spLocks noGrp="1"/>
          </p:cNvSpPr>
          <p:nvPr/>
        </p:nvSpPr>
        <p:spPr>
          <a:xfrm>
            <a:off x="1895475" y="70655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483" name="vector-0-0"/>
          <p:cNvSpPr>
            <a:spLocks noGrp="1"/>
          </p:cNvSpPr>
          <p:nvPr/>
        </p:nvSpPr>
        <p:spPr>
          <a:xfrm>
            <a:off x="1457325" y="7143750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4" name="vector-0-1"/>
          <p:cNvSpPr>
            <a:spLocks noGrp="1"/>
          </p:cNvSpPr>
          <p:nvPr/>
        </p:nvSpPr>
        <p:spPr>
          <a:xfrm>
            <a:off x="1581150" y="7143750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5" name="vector-0-2"/>
          <p:cNvSpPr>
            <a:spLocks noGrp="1"/>
          </p:cNvSpPr>
          <p:nvPr/>
        </p:nvSpPr>
        <p:spPr>
          <a:xfrm>
            <a:off x="1704975" y="7143750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6" name="vector-0-3"/>
          <p:cNvSpPr>
            <a:spLocks noGrp="1"/>
          </p:cNvSpPr>
          <p:nvPr/>
        </p:nvSpPr>
        <p:spPr>
          <a:xfrm>
            <a:off x="1828800" y="7143750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7" name="vector-0-4"/>
          <p:cNvSpPr>
            <a:spLocks noGrp="1"/>
          </p:cNvSpPr>
          <p:nvPr/>
        </p:nvSpPr>
        <p:spPr>
          <a:xfrm>
            <a:off x="1952625" y="7143750"/>
            <a:ext cx="123825" cy="1238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8" name="vector-0-5"/>
          <p:cNvSpPr>
            <a:spLocks noGrp="1"/>
          </p:cNvSpPr>
          <p:nvPr/>
        </p:nvSpPr>
        <p:spPr>
          <a:xfrm>
            <a:off x="2076450" y="7143750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9" name="vector-0-6"/>
          <p:cNvSpPr>
            <a:spLocks noGrp="1"/>
          </p:cNvSpPr>
          <p:nvPr/>
        </p:nvSpPr>
        <p:spPr>
          <a:xfrm>
            <a:off x="2200275" y="7143750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0" name="vector-0-7"/>
          <p:cNvSpPr>
            <a:spLocks noGrp="1"/>
          </p:cNvSpPr>
          <p:nvPr/>
        </p:nvSpPr>
        <p:spPr>
          <a:xfrm>
            <a:off x="2324100" y="7143750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1" name="vector-0-8"/>
          <p:cNvSpPr>
            <a:spLocks noGrp="1"/>
          </p:cNvSpPr>
          <p:nvPr/>
        </p:nvSpPr>
        <p:spPr>
          <a:xfrm>
            <a:off x="2447925" y="7143750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2" name="shape-233"/>
          <p:cNvSpPr>
            <a:spLocks noGrp="1"/>
          </p:cNvSpPr>
          <p:nvPr/>
        </p:nvSpPr>
        <p:spPr>
          <a:xfrm>
            <a:off x="1457325" y="7143750"/>
            <a:ext cx="1114425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493" name="Event / state targets"/>
          <p:cNvSpPr>
            <a:spLocks noGrp="1"/>
          </p:cNvSpPr>
          <p:nvPr/>
        </p:nvSpPr>
        <p:spPr>
          <a:xfrm>
            <a:off x="914400" y="7419975"/>
            <a:ext cx="24098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/ state targets</a:t>
            </a:r>
            <a:endParaRPr sz="180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4" name="line-234"/>
          <p:cNvSpPr>
            <a:spLocks noGrp="1"/>
          </p:cNvSpPr>
          <p:nvPr/>
        </p:nvSpPr>
        <p:spPr>
          <a:xfrm>
            <a:off x="5476875" y="5105400"/>
            <a:ext cx="142875" cy="95"/>
          </a:xfrm>
          <a:custGeom>
            <a:avLst/>
            <a:gdLst/>
            <a:ahLst/>
            <a:cxnLst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5" name="line-235"/>
          <p:cNvSpPr>
            <a:spLocks noGrp="1"/>
          </p:cNvSpPr>
          <p:nvPr/>
        </p:nvSpPr>
        <p:spPr>
          <a:xfrm>
            <a:off x="5619750" y="5105400"/>
            <a:ext cx="95" cy="2095500"/>
          </a:xfrm>
          <a:custGeom>
            <a:avLst/>
            <a:gdLst/>
            <a:ahLst/>
            <a:cxnLst/>
            <a:pathLst>
              <a:path w="9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6" name="line-236"/>
          <p:cNvSpPr>
            <a:spLocks noGrp="1"/>
          </p:cNvSpPr>
          <p:nvPr/>
        </p:nvSpPr>
        <p:spPr>
          <a:xfrm>
            <a:off x="5200650" y="7200900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7" name="line-237"/>
          <p:cNvSpPr>
            <a:spLocks noGrp="1"/>
          </p:cNvSpPr>
          <p:nvPr/>
        </p:nvSpPr>
        <p:spPr>
          <a:xfrm>
            <a:off x="5200650" y="71701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8" name="line-238"/>
          <p:cNvSpPr>
            <a:spLocks noGrp="1"/>
          </p:cNvSpPr>
          <p:nvPr/>
        </p:nvSpPr>
        <p:spPr>
          <a:xfrm>
            <a:off x="5200650" y="72009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2993">
            <a:solidFill>
              <a:srgbClr val="805431"/>
            </a:solidFill>
            <a:prstDash val="solid"/>
          </a:ln>
        </p:spPr>
      </p:sp>
      <p:sp>
        <p:nvSpPr>
          <p:cNvPr id="499" name="vector-0-0"/>
          <p:cNvSpPr>
            <a:spLocks noGrp="1"/>
          </p:cNvSpPr>
          <p:nvPr/>
        </p:nvSpPr>
        <p:spPr>
          <a:xfrm>
            <a:off x="4457700" y="7143750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0" name="vector-0-1"/>
          <p:cNvSpPr>
            <a:spLocks noGrp="1"/>
          </p:cNvSpPr>
          <p:nvPr/>
        </p:nvSpPr>
        <p:spPr>
          <a:xfrm>
            <a:off x="4581525" y="7143750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1" name="vector-0-2"/>
          <p:cNvSpPr>
            <a:spLocks noGrp="1"/>
          </p:cNvSpPr>
          <p:nvPr/>
        </p:nvSpPr>
        <p:spPr>
          <a:xfrm>
            <a:off x="4705350" y="7143750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2" name="vector-0-3"/>
          <p:cNvSpPr>
            <a:spLocks noGrp="1"/>
          </p:cNvSpPr>
          <p:nvPr/>
        </p:nvSpPr>
        <p:spPr>
          <a:xfrm>
            <a:off x="4829175" y="7143750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3" name="vector-0-4"/>
          <p:cNvSpPr>
            <a:spLocks noGrp="1"/>
          </p:cNvSpPr>
          <p:nvPr/>
        </p:nvSpPr>
        <p:spPr>
          <a:xfrm>
            <a:off x="4953000" y="7143750"/>
            <a:ext cx="123825" cy="1238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4" name="vector-0-5"/>
          <p:cNvSpPr>
            <a:spLocks noGrp="1"/>
          </p:cNvSpPr>
          <p:nvPr/>
        </p:nvSpPr>
        <p:spPr>
          <a:xfrm>
            <a:off x="5076825" y="7143750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5" name="shape-239"/>
          <p:cNvSpPr>
            <a:spLocks noGrp="1"/>
          </p:cNvSpPr>
          <p:nvPr/>
        </p:nvSpPr>
        <p:spPr>
          <a:xfrm>
            <a:off x="4457700" y="7143750"/>
            <a:ext cx="742950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506" name="Cause targets"/>
          <p:cNvSpPr>
            <a:spLocks noGrp="1"/>
          </p:cNvSpPr>
          <p:nvPr/>
        </p:nvSpPr>
        <p:spPr>
          <a:xfrm>
            <a:off x="3867150" y="7419975"/>
            <a:ext cx="1657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 targets</a:t>
            </a:r>
            <a:endParaRPr sz="180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7" name="line-240"/>
          <p:cNvSpPr>
            <a:spLocks noGrp="1"/>
          </p:cNvSpPr>
          <p:nvPr/>
        </p:nvSpPr>
        <p:spPr>
          <a:xfrm>
            <a:off x="1133475" y="7210425"/>
            <a:ext cx="323850" cy="95"/>
          </a:xfrm>
          <a:custGeom>
            <a:avLst/>
            <a:gdLst/>
            <a:ahLst/>
            <a:cxnLst/>
            <a:pathLst>
              <a:path w="323850" h="95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08" name="line-241"/>
          <p:cNvSpPr>
            <a:spLocks noGrp="1"/>
          </p:cNvSpPr>
          <p:nvPr/>
        </p:nvSpPr>
        <p:spPr>
          <a:xfrm>
            <a:off x="1133475" y="7210425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09" name="line-242"/>
          <p:cNvSpPr>
            <a:spLocks noGrp="1"/>
          </p:cNvSpPr>
          <p:nvPr/>
        </p:nvSpPr>
        <p:spPr>
          <a:xfrm>
            <a:off x="1133475" y="7800975"/>
            <a:ext cx="4343400" cy="95"/>
          </a:xfrm>
          <a:custGeom>
            <a:avLst/>
            <a:gdLst/>
            <a:ahLst/>
            <a:cxnLst/>
            <a:pathLst>
              <a:path w="4343400" h="9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10" name="line-243"/>
          <p:cNvSpPr>
            <a:spLocks noGrp="1"/>
          </p:cNvSpPr>
          <p:nvPr/>
        </p:nvSpPr>
        <p:spPr>
          <a:xfrm>
            <a:off x="5200650" y="7210425"/>
            <a:ext cx="276225" cy="95"/>
          </a:xfrm>
          <a:custGeom>
            <a:avLst/>
            <a:gdLst/>
            <a:ahLst/>
            <a:cxnLst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dash"/>
          </a:ln>
        </p:spPr>
      </p:sp>
      <p:sp>
        <p:nvSpPr>
          <p:cNvPr id="511" name="line-244"/>
          <p:cNvSpPr>
            <a:spLocks noGrp="1"/>
          </p:cNvSpPr>
          <p:nvPr/>
        </p:nvSpPr>
        <p:spPr>
          <a:xfrm flipH="1">
            <a:off x="5477510" y="7210425"/>
            <a:ext cx="142240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805431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517" name="training supervision"/>
          <p:cNvSpPr>
            <a:spLocks noGrp="1"/>
          </p:cNvSpPr>
          <p:nvPr/>
        </p:nvSpPr>
        <p:spPr>
          <a:xfrm>
            <a:off x="2886075" y="7867650"/>
            <a:ext cx="255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supervision</a:t>
            </a:r>
            <a:endParaRPr sz="1688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8" name="line-250"/>
          <p:cNvSpPr>
            <a:spLocks noGrp="1"/>
          </p:cNvSpPr>
          <p:nvPr/>
        </p:nvSpPr>
        <p:spPr>
          <a:xfrm>
            <a:off x="914400" y="8286750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DCCABB"/>
            </a:solidFill>
            <a:prstDash val="solid"/>
          </a:ln>
        </p:spPr>
      </p:sp>
      <p:sp>
        <p:nvSpPr>
          <p:cNvPr id="519" name="History-derived conditioning"/>
          <p:cNvSpPr>
            <a:spLocks noGrp="1"/>
          </p:cNvSpPr>
          <p:nvPr/>
        </p:nvSpPr>
        <p:spPr>
          <a:xfrm>
            <a:off x="895350" y="833437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History-derived conditioning</a:t>
            </a:r>
            <a:endParaRPr sz="198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0" name="Rule-based regime IDs"/>
          <p:cNvSpPr>
            <a:spLocks noGrp="1"/>
          </p:cNvSpPr>
          <p:nvPr/>
        </p:nvSpPr>
        <p:spPr>
          <a:xfrm>
            <a:off x="904875" y="8715375"/>
            <a:ext cx="21145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Rule-based regime IDs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1" name="resource node"/>
          <p:cNvSpPr>
            <a:spLocks noGrp="1"/>
          </p:cNvSpPr>
          <p:nvPr/>
        </p:nvSpPr>
        <p:spPr>
          <a:xfrm>
            <a:off x="1200150" y="9039225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2" name="resource node"/>
          <p:cNvSpPr>
            <a:spLocks noGrp="1"/>
          </p:cNvSpPr>
          <p:nvPr/>
        </p:nvSpPr>
        <p:spPr>
          <a:xfrm>
            <a:off x="1409700" y="9039225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3" name="resource node"/>
          <p:cNvSpPr>
            <a:spLocks noGrp="1"/>
          </p:cNvSpPr>
          <p:nvPr/>
        </p:nvSpPr>
        <p:spPr>
          <a:xfrm>
            <a:off x="1619250" y="9039225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4" name="resource node"/>
          <p:cNvSpPr>
            <a:spLocks noGrp="1"/>
          </p:cNvSpPr>
          <p:nvPr/>
        </p:nvSpPr>
        <p:spPr>
          <a:xfrm>
            <a:off x="1828800" y="9039225"/>
            <a:ext cx="114300" cy="114300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25" name="resource node"/>
          <p:cNvSpPr>
            <a:spLocks noGrp="1"/>
          </p:cNvSpPr>
          <p:nvPr/>
        </p:nvSpPr>
        <p:spPr>
          <a:xfrm>
            <a:off x="2038350" y="9039225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6" name="resource node"/>
          <p:cNvSpPr>
            <a:spLocks noGrp="1"/>
          </p:cNvSpPr>
          <p:nvPr/>
        </p:nvSpPr>
        <p:spPr>
          <a:xfrm>
            <a:off x="2247900" y="9039225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27" name="line-251"/>
          <p:cNvSpPr>
            <a:spLocks noGrp="1"/>
          </p:cNvSpPr>
          <p:nvPr/>
        </p:nvSpPr>
        <p:spPr>
          <a:xfrm>
            <a:off x="2571750" y="909637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28" name="line-252"/>
          <p:cNvSpPr>
            <a:spLocks noGrp="1"/>
          </p:cNvSpPr>
          <p:nvPr/>
        </p:nvSpPr>
        <p:spPr>
          <a:xfrm>
            <a:off x="3398435" y="9096375"/>
            <a:ext cx="59140" cy="28358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29" name="line-253"/>
          <p:cNvSpPr>
            <a:spLocks noGrp="1"/>
          </p:cNvSpPr>
          <p:nvPr/>
        </p:nvSpPr>
        <p:spPr>
          <a:xfrm>
            <a:off x="3398435" y="90655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5355">
            <a:solidFill>
              <a:srgbClr val="805431"/>
            </a:solidFill>
            <a:prstDash val="solid"/>
          </a:ln>
        </p:spPr>
      </p:sp>
      <p:sp>
        <p:nvSpPr>
          <p:cNvPr id="530" name="vector-0-0"/>
          <p:cNvSpPr>
            <a:spLocks noGrp="1"/>
          </p:cNvSpPr>
          <p:nvPr/>
        </p:nvSpPr>
        <p:spPr>
          <a:xfrm>
            <a:off x="3486150" y="9029700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1" name="vector-0-1"/>
          <p:cNvSpPr>
            <a:spLocks noGrp="1"/>
          </p:cNvSpPr>
          <p:nvPr/>
        </p:nvSpPr>
        <p:spPr>
          <a:xfrm>
            <a:off x="3609975" y="9029700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2" name="vector-0-2"/>
          <p:cNvSpPr>
            <a:spLocks noGrp="1"/>
          </p:cNvSpPr>
          <p:nvPr/>
        </p:nvSpPr>
        <p:spPr>
          <a:xfrm>
            <a:off x="3733800" y="9029700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3" name="vector-0-3"/>
          <p:cNvSpPr>
            <a:spLocks noGrp="1"/>
          </p:cNvSpPr>
          <p:nvPr/>
        </p:nvSpPr>
        <p:spPr>
          <a:xfrm>
            <a:off x="3857625" y="9029700"/>
            <a:ext cx="123825" cy="1238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4" name="vector-0-4"/>
          <p:cNvSpPr>
            <a:spLocks noGrp="1"/>
          </p:cNvSpPr>
          <p:nvPr/>
        </p:nvSpPr>
        <p:spPr>
          <a:xfrm>
            <a:off x="3981450" y="9029700"/>
            <a:ext cx="123825" cy="1238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5" name="vector-0-5"/>
          <p:cNvSpPr>
            <a:spLocks noGrp="1"/>
          </p:cNvSpPr>
          <p:nvPr/>
        </p:nvSpPr>
        <p:spPr>
          <a:xfrm>
            <a:off x="4105275" y="9029700"/>
            <a:ext cx="123825" cy="1238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6" name="vector-0-6"/>
          <p:cNvSpPr>
            <a:spLocks noGrp="1"/>
          </p:cNvSpPr>
          <p:nvPr/>
        </p:nvSpPr>
        <p:spPr>
          <a:xfrm>
            <a:off x="4229100" y="9029700"/>
            <a:ext cx="123825" cy="1238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7" name="vector-0-7"/>
          <p:cNvSpPr>
            <a:spLocks noGrp="1"/>
          </p:cNvSpPr>
          <p:nvPr/>
        </p:nvSpPr>
        <p:spPr>
          <a:xfrm>
            <a:off x="4352925" y="9029700"/>
            <a:ext cx="123825" cy="1238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8" name="shape-254"/>
          <p:cNvSpPr>
            <a:spLocks noGrp="1"/>
          </p:cNvSpPr>
          <p:nvPr/>
        </p:nvSpPr>
        <p:spPr>
          <a:xfrm>
            <a:off x="3486150" y="9029700"/>
            <a:ext cx="990600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539" name="Regime embedding"/>
          <p:cNvSpPr>
            <a:spLocks noGrp="1"/>
          </p:cNvSpPr>
          <p:nvPr/>
        </p:nvSpPr>
        <p:spPr>
          <a:xfrm>
            <a:off x="3267075" y="87153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embedding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5" name="Local + neighbour cues"/>
          <p:cNvSpPr>
            <a:spLocks noGrp="1"/>
          </p:cNvSpPr>
          <p:nvPr/>
        </p:nvSpPr>
        <p:spPr>
          <a:xfrm>
            <a:off x="895350" y="9486900"/>
            <a:ext cx="22383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 + neighbour cues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6" name="Precursor MLP"/>
          <p:cNvSpPr>
            <a:spLocks noGrp="1"/>
          </p:cNvSpPr>
          <p:nvPr/>
        </p:nvSpPr>
        <p:spPr>
          <a:xfrm>
            <a:off x="3562350" y="9429750"/>
            <a:ext cx="1666875" cy="342900"/>
          </a:xfrm>
          <a:prstGeom prst="rect">
            <a:avLst/>
          </a:prstGeom>
          <a:solidFill>
            <a:srgbClr val="E6D2BE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547" name="Precursor MLP"/>
          <p:cNvSpPr>
            <a:spLocks noGrp="1"/>
          </p:cNvSpPr>
          <p:nvPr/>
        </p:nvSpPr>
        <p:spPr>
          <a:xfrm>
            <a:off x="3600450" y="9448800"/>
            <a:ext cx="1590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Precursor MLP</a:t>
            </a:r>
            <a:endParaRPr sz="1781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8" name="line-260"/>
          <p:cNvSpPr>
            <a:spLocks noGrp="1"/>
          </p:cNvSpPr>
          <p:nvPr/>
        </p:nvSpPr>
        <p:spPr>
          <a:xfrm>
            <a:off x="3133725" y="9601200"/>
            <a:ext cx="428625" cy="95"/>
          </a:xfrm>
          <a:custGeom>
            <a:avLst/>
            <a:gdLst/>
            <a:ahLst/>
            <a:cxnLst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49" name="line-261"/>
          <p:cNvSpPr>
            <a:spLocks noGrp="1"/>
          </p:cNvSpPr>
          <p:nvPr/>
        </p:nvSpPr>
        <p:spPr>
          <a:xfrm>
            <a:off x="3503210" y="96012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0" name="line-262"/>
          <p:cNvSpPr>
            <a:spLocks noGrp="1"/>
          </p:cNvSpPr>
          <p:nvPr/>
        </p:nvSpPr>
        <p:spPr>
          <a:xfrm>
            <a:off x="3503210" y="95704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1" name="line-263"/>
          <p:cNvSpPr>
            <a:spLocks noGrp="1"/>
          </p:cNvSpPr>
          <p:nvPr/>
        </p:nvSpPr>
        <p:spPr>
          <a:xfrm>
            <a:off x="5229225" y="9601200"/>
            <a:ext cx="209550" cy="95"/>
          </a:xfrm>
          <a:custGeom>
            <a:avLst/>
            <a:gdLst/>
            <a:ahLst/>
            <a:cxnLst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2" name="line-264"/>
          <p:cNvSpPr>
            <a:spLocks noGrp="1"/>
          </p:cNvSpPr>
          <p:nvPr/>
        </p:nvSpPr>
        <p:spPr>
          <a:xfrm>
            <a:off x="5438775" y="9096375"/>
            <a:ext cx="95" cy="504825"/>
          </a:xfrm>
          <a:custGeom>
            <a:avLst/>
            <a:gdLst/>
            <a:ahLst/>
            <a:cxnLst/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3" name="line-265"/>
          <p:cNvSpPr>
            <a:spLocks noGrp="1"/>
          </p:cNvSpPr>
          <p:nvPr/>
        </p:nvSpPr>
        <p:spPr>
          <a:xfrm>
            <a:off x="5438775" y="9096375"/>
            <a:ext cx="30789" cy="54471"/>
          </a:xfrm>
          <a:custGeom>
            <a:avLst/>
            <a:gdLst/>
            <a:ahLst/>
            <a:cxnLst/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4" name="line-266"/>
          <p:cNvSpPr>
            <a:spLocks noGrp="1"/>
          </p:cNvSpPr>
          <p:nvPr/>
        </p:nvSpPr>
        <p:spPr>
          <a:xfrm>
            <a:off x="5407986" y="9096375"/>
            <a:ext cx="30789" cy="54471"/>
          </a:xfrm>
          <a:custGeom>
            <a:avLst/>
            <a:gdLst/>
            <a:ahLst/>
            <a:cxnLst/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55" name="line-267"/>
          <p:cNvSpPr>
            <a:spLocks noGrp="1"/>
          </p:cNvSpPr>
          <p:nvPr/>
        </p:nvSpPr>
        <p:spPr>
          <a:xfrm>
            <a:off x="914400" y="9810750"/>
            <a:ext cx="4724400" cy="102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DCCABB"/>
            </a:solidFill>
            <a:prstDash val="solid"/>
          </a:ln>
        </p:spPr>
      </p:sp>
      <p:sp>
        <p:nvSpPr>
          <p:cNvPr id="556" name="Short-pattern clustering"/>
          <p:cNvSpPr>
            <a:spLocks noGrp="1"/>
          </p:cNvSpPr>
          <p:nvPr/>
        </p:nvSpPr>
        <p:spPr>
          <a:xfrm>
            <a:off x="895350" y="995362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Short-pattern clustering</a:t>
            </a:r>
            <a:endParaRPr sz="1980" b="1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7" name="Activity patches&#10;(length 3)"/>
          <p:cNvSpPr>
            <a:spLocks noGrp="1"/>
          </p:cNvSpPr>
          <p:nvPr/>
        </p:nvSpPr>
        <p:spPr>
          <a:xfrm>
            <a:off x="952500" y="10353675"/>
            <a:ext cx="1514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patches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(length 3)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8" name="line-268"/>
          <p:cNvSpPr>
            <a:spLocks noGrp="1"/>
          </p:cNvSpPr>
          <p:nvPr/>
        </p:nvSpPr>
        <p:spPr>
          <a:xfrm>
            <a:off x="1143000" y="1099185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59" name="line-269"/>
          <p:cNvSpPr>
            <a:spLocks noGrp="1"/>
          </p:cNvSpPr>
          <p:nvPr/>
        </p:nvSpPr>
        <p:spPr>
          <a:xfrm>
            <a:off x="1143000" y="10854690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0" name="line-270"/>
          <p:cNvSpPr>
            <a:spLocks noGrp="1"/>
          </p:cNvSpPr>
          <p:nvPr/>
        </p:nvSpPr>
        <p:spPr>
          <a:xfrm>
            <a:off x="1700213" y="10854690"/>
            <a:ext cx="557213" cy="68580"/>
          </a:xfrm>
          <a:custGeom>
            <a:avLst/>
            <a:gdLst/>
            <a:ahLst/>
            <a:cxnLst/>
            <a:pathLst>
              <a:path w="557213" h="68580">
                <a:moveTo>
                  <a:pt x="0" y="0"/>
                </a:moveTo>
                <a:lnTo>
                  <a:pt x="557213" y="6858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1" name="resource node"/>
          <p:cNvSpPr>
            <a:spLocks noGrp="1"/>
          </p:cNvSpPr>
          <p:nvPr/>
        </p:nvSpPr>
        <p:spPr>
          <a:xfrm>
            <a:off x="1121093" y="1095279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2" name="resource node"/>
          <p:cNvSpPr>
            <a:spLocks noGrp="1"/>
          </p:cNvSpPr>
          <p:nvPr/>
        </p:nvSpPr>
        <p:spPr>
          <a:xfrm>
            <a:off x="1678305" y="108327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3" name="resource node"/>
          <p:cNvSpPr>
            <a:spLocks noGrp="1"/>
          </p:cNvSpPr>
          <p:nvPr/>
        </p:nvSpPr>
        <p:spPr>
          <a:xfrm>
            <a:off x="2235518" y="1090136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4" name="line-271"/>
          <p:cNvSpPr>
            <a:spLocks noGrp="1"/>
          </p:cNvSpPr>
          <p:nvPr/>
        </p:nvSpPr>
        <p:spPr>
          <a:xfrm>
            <a:off x="1143000" y="1124902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65" name="line-272"/>
          <p:cNvSpPr>
            <a:spLocks noGrp="1"/>
          </p:cNvSpPr>
          <p:nvPr/>
        </p:nvSpPr>
        <p:spPr>
          <a:xfrm>
            <a:off x="1143000" y="11111865"/>
            <a:ext cx="557213" cy="60008"/>
          </a:xfrm>
          <a:custGeom>
            <a:avLst/>
            <a:gdLst/>
            <a:ahLst/>
            <a:cxnLst/>
            <a:pathLst>
              <a:path w="557213" h="60008">
                <a:moveTo>
                  <a:pt x="0" y="0"/>
                </a:moveTo>
                <a:lnTo>
                  <a:pt x="557213" y="60008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6" name="line-273"/>
          <p:cNvSpPr>
            <a:spLocks noGrp="1"/>
          </p:cNvSpPr>
          <p:nvPr/>
        </p:nvSpPr>
        <p:spPr>
          <a:xfrm>
            <a:off x="1700213" y="11171873"/>
            <a:ext cx="557213" cy="60007"/>
          </a:xfrm>
          <a:custGeom>
            <a:avLst/>
            <a:gdLst/>
            <a:ahLst/>
            <a:cxnLst/>
            <a:pathLst>
              <a:path w="557213" h="60007">
                <a:moveTo>
                  <a:pt x="0" y="0"/>
                </a:moveTo>
                <a:lnTo>
                  <a:pt x="557213" y="60007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67" name="resource node"/>
          <p:cNvSpPr>
            <a:spLocks noGrp="1"/>
          </p:cNvSpPr>
          <p:nvPr/>
        </p:nvSpPr>
        <p:spPr>
          <a:xfrm>
            <a:off x="1121093" y="110899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8" name="resource node"/>
          <p:cNvSpPr>
            <a:spLocks noGrp="1"/>
          </p:cNvSpPr>
          <p:nvPr/>
        </p:nvSpPr>
        <p:spPr>
          <a:xfrm>
            <a:off x="1678305" y="1114996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69" name="resource node"/>
          <p:cNvSpPr>
            <a:spLocks noGrp="1"/>
          </p:cNvSpPr>
          <p:nvPr/>
        </p:nvSpPr>
        <p:spPr>
          <a:xfrm>
            <a:off x="2235518" y="112099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0" name="line-274"/>
          <p:cNvSpPr>
            <a:spLocks noGrp="1"/>
          </p:cNvSpPr>
          <p:nvPr/>
        </p:nvSpPr>
        <p:spPr>
          <a:xfrm>
            <a:off x="1143000" y="115062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71" name="line-275"/>
          <p:cNvSpPr>
            <a:spLocks noGrp="1"/>
          </p:cNvSpPr>
          <p:nvPr/>
        </p:nvSpPr>
        <p:spPr>
          <a:xfrm>
            <a:off x="1143000" y="11471910"/>
            <a:ext cx="557213" cy="17145"/>
          </a:xfrm>
          <a:custGeom>
            <a:avLst/>
            <a:gdLst/>
            <a:ahLst/>
            <a:cxnLst/>
            <a:pathLst>
              <a:path w="557213" h="17145">
                <a:moveTo>
                  <a:pt x="0" y="1714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72" name="line-276"/>
          <p:cNvSpPr>
            <a:spLocks noGrp="1"/>
          </p:cNvSpPr>
          <p:nvPr/>
        </p:nvSpPr>
        <p:spPr>
          <a:xfrm>
            <a:off x="1700213" y="11351895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573" name="resource node"/>
          <p:cNvSpPr>
            <a:spLocks noGrp="1"/>
          </p:cNvSpPr>
          <p:nvPr/>
        </p:nvSpPr>
        <p:spPr>
          <a:xfrm>
            <a:off x="1121093" y="114671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4" name="resource node"/>
          <p:cNvSpPr>
            <a:spLocks noGrp="1"/>
          </p:cNvSpPr>
          <p:nvPr/>
        </p:nvSpPr>
        <p:spPr>
          <a:xfrm>
            <a:off x="1678305" y="1145000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5" name="resource node"/>
          <p:cNvSpPr>
            <a:spLocks noGrp="1"/>
          </p:cNvSpPr>
          <p:nvPr/>
        </p:nvSpPr>
        <p:spPr>
          <a:xfrm>
            <a:off x="2235518" y="1132998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576" name="line-277"/>
          <p:cNvSpPr>
            <a:spLocks noGrp="1"/>
          </p:cNvSpPr>
          <p:nvPr/>
        </p:nvSpPr>
        <p:spPr>
          <a:xfrm>
            <a:off x="2381250" y="11191875"/>
            <a:ext cx="400050" cy="95"/>
          </a:xfrm>
          <a:custGeom>
            <a:avLst/>
            <a:gdLst/>
            <a:ahLst/>
            <a:cxnLst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77" name="line-278"/>
          <p:cNvSpPr>
            <a:spLocks noGrp="1"/>
          </p:cNvSpPr>
          <p:nvPr/>
        </p:nvSpPr>
        <p:spPr>
          <a:xfrm>
            <a:off x="2722160" y="111918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78" name="line-279"/>
          <p:cNvSpPr>
            <a:spLocks noGrp="1"/>
          </p:cNvSpPr>
          <p:nvPr/>
        </p:nvSpPr>
        <p:spPr>
          <a:xfrm>
            <a:off x="2722160" y="111610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79" name="resource node"/>
          <p:cNvSpPr>
            <a:spLocks noGrp="1"/>
          </p:cNvSpPr>
          <p:nvPr/>
        </p:nvSpPr>
        <p:spPr>
          <a:xfrm>
            <a:off x="2914650" y="10868025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0" name="resource node"/>
          <p:cNvSpPr>
            <a:spLocks noGrp="1"/>
          </p:cNvSpPr>
          <p:nvPr/>
        </p:nvSpPr>
        <p:spPr>
          <a:xfrm>
            <a:off x="3076575" y="10820400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1" name="resource node"/>
          <p:cNvSpPr>
            <a:spLocks noGrp="1"/>
          </p:cNvSpPr>
          <p:nvPr/>
        </p:nvSpPr>
        <p:spPr>
          <a:xfrm>
            <a:off x="3114675" y="10982325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2" name="resource node"/>
          <p:cNvSpPr>
            <a:spLocks noGrp="1"/>
          </p:cNvSpPr>
          <p:nvPr/>
        </p:nvSpPr>
        <p:spPr>
          <a:xfrm>
            <a:off x="2933700" y="11029950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3" name="resource node"/>
          <p:cNvSpPr>
            <a:spLocks noGrp="1"/>
          </p:cNvSpPr>
          <p:nvPr/>
        </p:nvSpPr>
        <p:spPr>
          <a:xfrm>
            <a:off x="3000375" y="10915650"/>
            <a:ext cx="57150" cy="57150"/>
          </a:xfrm>
          <a:prstGeom prst="ellipse">
            <a:avLst/>
          </a:prstGeom>
          <a:solidFill>
            <a:srgbClr val="BE936F"/>
          </a:solidFill>
          <a:ln w="16535">
            <a:solidFill>
              <a:srgbClr val="BE936F"/>
            </a:solidFill>
          </a:ln>
        </p:spPr>
      </p:sp>
      <p:sp>
        <p:nvSpPr>
          <p:cNvPr id="584" name="resource node"/>
          <p:cNvSpPr>
            <a:spLocks noGrp="1"/>
          </p:cNvSpPr>
          <p:nvPr/>
        </p:nvSpPr>
        <p:spPr>
          <a:xfrm>
            <a:off x="2984183" y="1089945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85" name="resource node"/>
          <p:cNvSpPr>
            <a:spLocks noGrp="1"/>
          </p:cNvSpPr>
          <p:nvPr/>
        </p:nvSpPr>
        <p:spPr>
          <a:xfrm>
            <a:off x="3400425" y="11068050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6" name="resource node"/>
          <p:cNvSpPr>
            <a:spLocks noGrp="1"/>
          </p:cNvSpPr>
          <p:nvPr/>
        </p:nvSpPr>
        <p:spPr>
          <a:xfrm>
            <a:off x="3562350" y="11020425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7" name="resource node"/>
          <p:cNvSpPr>
            <a:spLocks noGrp="1"/>
          </p:cNvSpPr>
          <p:nvPr/>
        </p:nvSpPr>
        <p:spPr>
          <a:xfrm>
            <a:off x="3600450" y="11182350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8" name="resource node"/>
          <p:cNvSpPr>
            <a:spLocks noGrp="1"/>
          </p:cNvSpPr>
          <p:nvPr/>
        </p:nvSpPr>
        <p:spPr>
          <a:xfrm>
            <a:off x="3419475" y="11229975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89" name="resource node"/>
          <p:cNvSpPr>
            <a:spLocks noGrp="1"/>
          </p:cNvSpPr>
          <p:nvPr/>
        </p:nvSpPr>
        <p:spPr>
          <a:xfrm>
            <a:off x="3486150" y="11115675"/>
            <a:ext cx="57150" cy="57150"/>
          </a:xfrm>
          <a:prstGeom prst="ellipse">
            <a:avLst/>
          </a:prstGeom>
          <a:solidFill>
            <a:srgbClr val="9B6840"/>
          </a:solidFill>
          <a:ln w="16535">
            <a:solidFill>
              <a:srgbClr val="9B6840"/>
            </a:solidFill>
          </a:ln>
        </p:spPr>
      </p:sp>
      <p:sp>
        <p:nvSpPr>
          <p:cNvPr id="590" name="resource node"/>
          <p:cNvSpPr>
            <a:spLocks noGrp="1"/>
          </p:cNvSpPr>
          <p:nvPr/>
        </p:nvSpPr>
        <p:spPr>
          <a:xfrm>
            <a:off x="3469958" y="1109948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91" name="resource node"/>
          <p:cNvSpPr>
            <a:spLocks noGrp="1"/>
          </p:cNvSpPr>
          <p:nvPr/>
        </p:nvSpPr>
        <p:spPr>
          <a:xfrm>
            <a:off x="3000375" y="11420475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2" name="resource node"/>
          <p:cNvSpPr>
            <a:spLocks noGrp="1"/>
          </p:cNvSpPr>
          <p:nvPr/>
        </p:nvSpPr>
        <p:spPr>
          <a:xfrm>
            <a:off x="3162300" y="11372850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3" name="resource node"/>
          <p:cNvSpPr>
            <a:spLocks noGrp="1"/>
          </p:cNvSpPr>
          <p:nvPr/>
        </p:nvSpPr>
        <p:spPr>
          <a:xfrm>
            <a:off x="3200400" y="11534775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4" name="resource node"/>
          <p:cNvSpPr>
            <a:spLocks noGrp="1"/>
          </p:cNvSpPr>
          <p:nvPr/>
        </p:nvSpPr>
        <p:spPr>
          <a:xfrm>
            <a:off x="3019425" y="11576447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5" name="resource node"/>
          <p:cNvSpPr>
            <a:spLocks noGrp="1"/>
          </p:cNvSpPr>
          <p:nvPr/>
        </p:nvSpPr>
        <p:spPr>
          <a:xfrm>
            <a:off x="3086100" y="11468100"/>
            <a:ext cx="57150" cy="57150"/>
          </a:xfrm>
          <a:prstGeom prst="ellipse">
            <a:avLst/>
          </a:prstGeom>
          <a:solidFill>
            <a:srgbClr val="734624"/>
          </a:solidFill>
          <a:ln w="16535">
            <a:solidFill>
              <a:srgbClr val="734624"/>
            </a:solidFill>
          </a:ln>
        </p:spPr>
      </p:sp>
      <p:sp>
        <p:nvSpPr>
          <p:cNvPr id="596" name="resource node"/>
          <p:cNvSpPr>
            <a:spLocks noGrp="1"/>
          </p:cNvSpPr>
          <p:nvPr/>
        </p:nvSpPr>
        <p:spPr>
          <a:xfrm>
            <a:off x="3069908" y="1145190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805431"/>
            </a:solidFill>
          </a:ln>
        </p:spPr>
      </p:sp>
      <p:sp>
        <p:nvSpPr>
          <p:cNvPr id="597" name="k-means"/>
          <p:cNvSpPr>
            <a:spLocks noGrp="1"/>
          </p:cNvSpPr>
          <p:nvPr/>
        </p:nvSpPr>
        <p:spPr>
          <a:xfrm>
            <a:off x="2762250" y="10487025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k-means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8" name="line-280"/>
          <p:cNvSpPr>
            <a:spLocks noGrp="1"/>
          </p:cNvSpPr>
          <p:nvPr/>
        </p:nvSpPr>
        <p:spPr>
          <a:xfrm>
            <a:off x="3771900" y="11191875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599" name="line-281"/>
          <p:cNvSpPr>
            <a:spLocks noGrp="1"/>
          </p:cNvSpPr>
          <p:nvPr/>
        </p:nvSpPr>
        <p:spPr>
          <a:xfrm>
            <a:off x="4131860" y="111918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600" name="line-282"/>
          <p:cNvSpPr>
            <a:spLocks noGrp="1"/>
          </p:cNvSpPr>
          <p:nvPr/>
        </p:nvSpPr>
        <p:spPr>
          <a:xfrm>
            <a:off x="4131860" y="111610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601" name="line-283"/>
          <p:cNvSpPr>
            <a:spLocks noGrp="1"/>
          </p:cNvSpPr>
          <p:nvPr/>
        </p:nvSpPr>
        <p:spPr>
          <a:xfrm>
            <a:off x="4391025" y="1099185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2" name="line-284"/>
          <p:cNvSpPr>
            <a:spLocks noGrp="1"/>
          </p:cNvSpPr>
          <p:nvPr/>
        </p:nvSpPr>
        <p:spPr>
          <a:xfrm>
            <a:off x="4391025" y="10854690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03" name="line-285"/>
          <p:cNvSpPr>
            <a:spLocks noGrp="1"/>
          </p:cNvSpPr>
          <p:nvPr/>
        </p:nvSpPr>
        <p:spPr>
          <a:xfrm>
            <a:off x="4833938" y="10854690"/>
            <a:ext cx="442913" cy="68580"/>
          </a:xfrm>
          <a:custGeom>
            <a:avLst/>
            <a:gdLst/>
            <a:ahLst/>
            <a:cxnLst/>
            <a:pathLst>
              <a:path w="442913" h="68580">
                <a:moveTo>
                  <a:pt x="0" y="0"/>
                </a:moveTo>
                <a:lnTo>
                  <a:pt x="442913" y="6858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04" name="resource node"/>
          <p:cNvSpPr>
            <a:spLocks noGrp="1"/>
          </p:cNvSpPr>
          <p:nvPr/>
        </p:nvSpPr>
        <p:spPr>
          <a:xfrm>
            <a:off x="4369118" y="1095279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05" name="resource node"/>
          <p:cNvSpPr>
            <a:spLocks noGrp="1"/>
          </p:cNvSpPr>
          <p:nvPr/>
        </p:nvSpPr>
        <p:spPr>
          <a:xfrm>
            <a:off x="4812030" y="108327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06" name="resource node"/>
          <p:cNvSpPr>
            <a:spLocks noGrp="1"/>
          </p:cNvSpPr>
          <p:nvPr/>
        </p:nvSpPr>
        <p:spPr>
          <a:xfrm>
            <a:off x="5254943" y="1090136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07" name="line-286"/>
          <p:cNvSpPr>
            <a:spLocks noGrp="1"/>
          </p:cNvSpPr>
          <p:nvPr/>
        </p:nvSpPr>
        <p:spPr>
          <a:xfrm>
            <a:off x="4391025" y="1124902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8" name="line-287"/>
          <p:cNvSpPr>
            <a:spLocks noGrp="1"/>
          </p:cNvSpPr>
          <p:nvPr/>
        </p:nvSpPr>
        <p:spPr>
          <a:xfrm>
            <a:off x="4391025" y="11111865"/>
            <a:ext cx="442913" cy="60008"/>
          </a:xfrm>
          <a:custGeom>
            <a:avLst/>
            <a:gdLst/>
            <a:ahLst/>
            <a:cxnLst/>
            <a:pathLst>
              <a:path w="442913" h="60008">
                <a:moveTo>
                  <a:pt x="0" y="0"/>
                </a:moveTo>
                <a:lnTo>
                  <a:pt x="442913" y="60008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09" name="line-288"/>
          <p:cNvSpPr>
            <a:spLocks noGrp="1"/>
          </p:cNvSpPr>
          <p:nvPr/>
        </p:nvSpPr>
        <p:spPr>
          <a:xfrm>
            <a:off x="4833938" y="11171873"/>
            <a:ext cx="442913" cy="60007"/>
          </a:xfrm>
          <a:custGeom>
            <a:avLst/>
            <a:gdLst/>
            <a:ahLst/>
            <a:cxnLst/>
            <a:pathLst>
              <a:path w="442913" h="60007">
                <a:moveTo>
                  <a:pt x="0" y="0"/>
                </a:moveTo>
                <a:lnTo>
                  <a:pt x="442913" y="60007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10" name="resource node"/>
          <p:cNvSpPr>
            <a:spLocks noGrp="1"/>
          </p:cNvSpPr>
          <p:nvPr/>
        </p:nvSpPr>
        <p:spPr>
          <a:xfrm>
            <a:off x="4369118" y="1108995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1" name="resource node"/>
          <p:cNvSpPr>
            <a:spLocks noGrp="1"/>
          </p:cNvSpPr>
          <p:nvPr/>
        </p:nvSpPr>
        <p:spPr>
          <a:xfrm>
            <a:off x="4812030" y="11149965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2" name="resource node"/>
          <p:cNvSpPr>
            <a:spLocks noGrp="1"/>
          </p:cNvSpPr>
          <p:nvPr/>
        </p:nvSpPr>
        <p:spPr>
          <a:xfrm>
            <a:off x="5254943" y="1120997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3" name="line-289"/>
          <p:cNvSpPr>
            <a:spLocks noGrp="1"/>
          </p:cNvSpPr>
          <p:nvPr/>
        </p:nvSpPr>
        <p:spPr>
          <a:xfrm>
            <a:off x="4391025" y="1150620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14" name="line-290"/>
          <p:cNvSpPr>
            <a:spLocks noGrp="1"/>
          </p:cNvSpPr>
          <p:nvPr/>
        </p:nvSpPr>
        <p:spPr>
          <a:xfrm>
            <a:off x="4391025" y="11471910"/>
            <a:ext cx="442913" cy="17145"/>
          </a:xfrm>
          <a:custGeom>
            <a:avLst/>
            <a:gdLst/>
            <a:ahLst/>
            <a:cxnLst/>
            <a:pathLst>
              <a:path w="442913" h="17145">
                <a:moveTo>
                  <a:pt x="0" y="1714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15" name="line-291"/>
          <p:cNvSpPr>
            <a:spLocks noGrp="1"/>
          </p:cNvSpPr>
          <p:nvPr/>
        </p:nvSpPr>
        <p:spPr>
          <a:xfrm>
            <a:off x="4833938" y="11351895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16" name="resource node"/>
          <p:cNvSpPr>
            <a:spLocks noGrp="1"/>
          </p:cNvSpPr>
          <p:nvPr/>
        </p:nvSpPr>
        <p:spPr>
          <a:xfrm>
            <a:off x="4369118" y="114671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7" name="resource node"/>
          <p:cNvSpPr>
            <a:spLocks noGrp="1"/>
          </p:cNvSpPr>
          <p:nvPr/>
        </p:nvSpPr>
        <p:spPr>
          <a:xfrm>
            <a:off x="4812030" y="1145000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8" name="resource node"/>
          <p:cNvSpPr>
            <a:spLocks noGrp="1"/>
          </p:cNvSpPr>
          <p:nvPr/>
        </p:nvSpPr>
        <p:spPr>
          <a:xfrm>
            <a:off x="5254943" y="1132998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19" name="…"/>
          <p:cNvSpPr>
            <a:spLocks noGrp="1"/>
          </p:cNvSpPr>
          <p:nvPr/>
        </p:nvSpPr>
        <p:spPr>
          <a:xfrm>
            <a:off x="5362575" y="11115675"/>
            <a:ext cx="238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…</a:t>
            </a:r>
            <a:endParaRPr sz="1650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0" name="16 prototypes P"/>
          <p:cNvSpPr>
            <a:spLocks noGrp="1"/>
          </p:cNvSpPr>
          <p:nvPr/>
        </p:nvSpPr>
        <p:spPr>
          <a:xfrm>
            <a:off x="4181475" y="11506200"/>
            <a:ext cx="14573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prototypes P</a:t>
            </a:r>
            <a:endParaRPr sz="1781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1" name="Earlier precursor"/>
          <p:cNvSpPr>
            <a:spLocks noGrp="1"/>
          </p:cNvSpPr>
          <p:nvPr/>
        </p:nvSpPr>
        <p:spPr>
          <a:xfrm>
            <a:off x="7639050" y="12811125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Earlier precursor</a:t>
            </a:r>
            <a:endParaRPr sz="1688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2" name="Later constraint"/>
          <p:cNvSpPr>
            <a:spLocks noGrp="1"/>
          </p:cNvSpPr>
          <p:nvPr/>
        </p:nvSpPr>
        <p:spPr>
          <a:xfrm>
            <a:off x="7639050" y="13287375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Later constraint</a:t>
            </a:r>
            <a:endParaRPr sz="1688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3" name="line-292"/>
          <p:cNvSpPr>
            <a:spLocks noGrp="1"/>
          </p:cNvSpPr>
          <p:nvPr/>
        </p:nvSpPr>
        <p:spPr>
          <a:xfrm>
            <a:off x="9429750" y="13039725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2DAD5"/>
            </a:solidFill>
            <a:prstDash val="solid"/>
          </a:ln>
        </p:spPr>
      </p:sp>
      <p:sp>
        <p:nvSpPr>
          <p:cNvPr id="624" name="line-293"/>
          <p:cNvSpPr>
            <a:spLocks noGrp="1"/>
          </p:cNvSpPr>
          <p:nvPr/>
        </p:nvSpPr>
        <p:spPr>
          <a:xfrm>
            <a:off x="9429750" y="13039725"/>
            <a:ext cx="489395" cy="95"/>
          </a:xfrm>
          <a:custGeom>
            <a:avLst/>
            <a:gdLst/>
            <a:ahLst/>
            <a:cxnLst/>
            <a:pathLst>
              <a:path w="489395" h="95">
                <a:moveTo>
                  <a:pt x="0" y="0"/>
                </a:moveTo>
                <a:lnTo>
                  <a:pt x="489395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5" name="line-294"/>
          <p:cNvSpPr>
            <a:spLocks noGrp="1"/>
          </p:cNvSpPr>
          <p:nvPr/>
        </p:nvSpPr>
        <p:spPr>
          <a:xfrm>
            <a:off x="9919145" y="1280160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6" name="line-295"/>
          <p:cNvSpPr>
            <a:spLocks noGrp="1"/>
          </p:cNvSpPr>
          <p:nvPr/>
        </p:nvSpPr>
        <p:spPr>
          <a:xfrm>
            <a:off x="9919145" y="12801600"/>
            <a:ext cx="838962" cy="95"/>
          </a:xfrm>
          <a:custGeom>
            <a:avLst/>
            <a:gdLst/>
            <a:ahLst/>
            <a:cxnLst/>
            <a:pathLst>
              <a:path w="838962" h="95">
                <a:moveTo>
                  <a:pt x="0" y="0"/>
                </a:moveTo>
                <a:lnTo>
                  <a:pt x="838962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7" name="line-296"/>
          <p:cNvSpPr>
            <a:spLocks noGrp="1"/>
          </p:cNvSpPr>
          <p:nvPr/>
        </p:nvSpPr>
        <p:spPr>
          <a:xfrm>
            <a:off x="10758107" y="1280160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8" name="line-297"/>
          <p:cNvSpPr>
            <a:spLocks noGrp="1"/>
          </p:cNvSpPr>
          <p:nvPr/>
        </p:nvSpPr>
        <p:spPr>
          <a:xfrm>
            <a:off x="10758107" y="13039725"/>
            <a:ext cx="2167318" cy="95"/>
          </a:xfrm>
          <a:custGeom>
            <a:avLst/>
            <a:gdLst/>
            <a:ahLst/>
            <a:cxnLst/>
            <a:pathLst>
              <a:path w="2167318" h="95">
                <a:moveTo>
                  <a:pt x="0" y="0"/>
                </a:moveTo>
                <a:lnTo>
                  <a:pt x="2167318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29" name="line-298"/>
          <p:cNvSpPr>
            <a:spLocks noGrp="1"/>
          </p:cNvSpPr>
          <p:nvPr/>
        </p:nvSpPr>
        <p:spPr>
          <a:xfrm>
            <a:off x="9429750" y="13515975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2DAD5"/>
            </a:solidFill>
            <a:prstDash val="solid"/>
          </a:ln>
        </p:spPr>
      </p:sp>
      <p:sp>
        <p:nvSpPr>
          <p:cNvPr id="630" name="line-299"/>
          <p:cNvSpPr>
            <a:spLocks noGrp="1"/>
          </p:cNvSpPr>
          <p:nvPr/>
        </p:nvSpPr>
        <p:spPr>
          <a:xfrm>
            <a:off x="9429750" y="13515975"/>
            <a:ext cx="1957578" cy="95"/>
          </a:xfrm>
          <a:custGeom>
            <a:avLst/>
            <a:gdLst/>
            <a:ahLst/>
            <a:cxnLst/>
            <a:pathLst>
              <a:path w="1957578" h="95">
                <a:moveTo>
                  <a:pt x="0" y="0"/>
                </a:moveTo>
                <a:lnTo>
                  <a:pt x="1957578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1" name="line-300"/>
          <p:cNvSpPr>
            <a:spLocks noGrp="1"/>
          </p:cNvSpPr>
          <p:nvPr/>
        </p:nvSpPr>
        <p:spPr>
          <a:xfrm>
            <a:off x="11387328" y="132778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2" name="line-301"/>
          <p:cNvSpPr>
            <a:spLocks noGrp="1"/>
          </p:cNvSpPr>
          <p:nvPr/>
        </p:nvSpPr>
        <p:spPr>
          <a:xfrm>
            <a:off x="11387328" y="13277850"/>
            <a:ext cx="943832" cy="95"/>
          </a:xfrm>
          <a:custGeom>
            <a:avLst/>
            <a:gdLst/>
            <a:ahLst/>
            <a:cxnLst/>
            <a:pathLst>
              <a:path w="943832" h="95">
                <a:moveTo>
                  <a:pt x="0" y="0"/>
                </a:moveTo>
                <a:lnTo>
                  <a:pt x="943832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3" name="line-302"/>
          <p:cNvSpPr>
            <a:spLocks noGrp="1"/>
          </p:cNvSpPr>
          <p:nvPr/>
        </p:nvSpPr>
        <p:spPr>
          <a:xfrm>
            <a:off x="12331160" y="132778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4" name="line-303"/>
          <p:cNvSpPr>
            <a:spLocks noGrp="1"/>
          </p:cNvSpPr>
          <p:nvPr/>
        </p:nvSpPr>
        <p:spPr>
          <a:xfrm>
            <a:off x="12331160" y="13515975"/>
            <a:ext cx="594265" cy="95"/>
          </a:xfrm>
          <a:custGeom>
            <a:avLst/>
            <a:gdLst/>
            <a:ahLst/>
            <a:cxnLst/>
            <a:pathLst>
              <a:path w="594265" h="95">
                <a:moveTo>
                  <a:pt x="0" y="0"/>
                </a:moveTo>
                <a:lnTo>
                  <a:pt x="594265" y="0"/>
                </a:lnTo>
              </a:path>
            </a:pathLst>
          </a:custGeom>
          <a:noFill/>
          <a:ln w="21260">
            <a:solidFill>
              <a:srgbClr val="315F46"/>
            </a:solidFill>
            <a:prstDash val="solid"/>
          </a:ln>
        </p:spPr>
      </p:sp>
      <p:sp>
        <p:nvSpPr>
          <p:cNvPr id="635" name="line-304"/>
          <p:cNvSpPr>
            <a:spLocks noGrp="1"/>
          </p:cNvSpPr>
          <p:nvPr/>
        </p:nvSpPr>
        <p:spPr>
          <a:xfrm>
            <a:off x="9915525" y="12753975"/>
            <a:ext cx="95" cy="942975"/>
          </a:xfrm>
          <a:custGeom>
            <a:avLst/>
            <a:gdLst/>
            <a:ahLst/>
            <a:cxnLst/>
            <a:pathLst>
              <a:path w="95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/>
          <a:ln w="7620">
            <a:solidFill>
              <a:srgbClr val="ABC2B3"/>
            </a:solidFill>
            <a:prstDash val="dash"/>
          </a:ln>
        </p:spPr>
      </p:sp>
      <p:sp>
        <p:nvSpPr>
          <p:cNvPr id="636" name="line-305"/>
          <p:cNvSpPr>
            <a:spLocks noGrp="1"/>
          </p:cNvSpPr>
          <p:nvPr/>
        </p:nvSpPr>
        <p:spPr>
          <a:xfrm>
            <a:off x="11391900" y="13230225"/>
            <a:ext cx="95" cy="466725"/>
          </a:xfrm>
          <a:custGeom>
            <a:avLst/>
            <a:gdLst/>
            <a:ahLst/>
            <a:cxnLst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7620">
            <a:solidFill>
              <a:srgbClr val="ABC2B3"/>
            </a:solidFill>
            <a:prstDash val="dash"/>
          </a:ln>
        </p:spPr>
      </p:sp>
      <p:sp>
        <p:nvSpPr>
          <p:cNvPr id="637" name="line-306"/>
          <p:cNvSpPr>
            <a:spLocks noGrp="1"/>
          </p:cNvSpPr>
          <p:nvPr/>
        </p:nvSpPr>
        <p:spPr>
          <a:xfrm>
            <a:off x="9915525" y="13658850"/>
            <a:ext cx="1476375" cy="95"/>
          </a:xfrm>
          <a:custGeom>
            <a:avLst/>
            <a:gdLst/>
            <a:ahLst/>
            <a:cxnLst/>
            <a:pathLst>
              <a:path w="1476375" h="9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2993">
            <a:solidFill>
              <a:srgbClr val="315F46"/>
            </a:solidFill>
            <a:prstDash val="solid"/>
          </a:ln>
        </p:spPr>
      </p:sp>
      <p:sp>
        <p:nvSpPr>
          <p:cNvPr id="638" name="line-307"/>
          <p:cNvSpPr>
            <a:spLocks noGrp="1"/>
          </p:cNvSpPr>
          <p:nvPr/>
        </p:nvSpPr>
        <p:spPr>
          <a:xfrm>
            <a:off x="11332760" y="136588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2993">
            <a:solidFill>
              <a:srgbClr val="315F46"/>
            </a:solidFill>
            <a:prstDash val="solid"/>
          </a:ln>
        </p:spPr>
      </p:sp>
      <p:sp>
        <p:nvSpPr>
          <p:cNvPr id="639" name="line-308"/>
          <p:cNvSpPr>
            <a:spLocks noGrp="1"/>
          </p:cNvSpPr>
          <p:nvPr/>
        </p:nvSpPr>
        <p:spPr>
          <a:xfrm>
            <a:off x="11332760" y="136280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2993">
            <a:solidFill>
              <a:srgbClr val="315F46"/>
            </a:solidFill>
            <a:prstDash val="solid"/>
          </a:ln>
        </p:spPr>
      </p:sp>
      <p:sp>
        <p:nvSpPr>
          <p:cNvPr id="640" name="lag"/>
          <p:cNvSpPr>
            <a:spLocks noGrp="1"/>
          </p:cNvSpPr>
          <p:nvPr/>
        </p:nvSpPr>
        <p:spPr>
          <a:xfrm>
            <a:off x="10429875" y="13696950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lag</a:t>
            </a:r>
            <a:endParaRPr sz="1500" b="0" i="1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1" name="Pattern matching"/>
          <p:cNvSpPr>
            <a:spLocks noGrp="1"/>
          </p:cNvSpPr>
          <p:nvPr/>
        </p:nvSpPr>
        <p:spPr>
          <a:xfrm>
            <a:off x="571500" y="12763500"/>
            <a:ext cx="26765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matching</a:t>
            </a:r>
            <a:endParaRPr sz="198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2" name="Queue query patch"/>
          <p:cNvSpPr>
            <a:spLocks noGrp="1"/>
          </p:cNvSpPr>
          <p:nvPr/>
        </p:nvSpPr>
        <p:spPr>
          <a:xfrm>
            <a:off x="638175" y="13096875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 query patch</a:t>
            </a:r>
            <a:endParaRPr sz="1688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3" name="Activity prototypes P (b)"/>
          <p:cNvSpPr>
            <a:spLocks noGrp="1"/>
          </p:cNvSpPr>
          <p:nvPr/>
        </p:nvSpPr>
        <p:spPr>
          <a:xfrm>
            <a:off x="3381375" y="13096875"/>
            <a:ext cx="2657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prototypes P (b)</a:t>
            </a:r>
            <a:endParaRPr sz="1688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4" name="line-309"/>
          <p:cNvSpPr>
            <a:spLocks noGrp="1"/>
          </p:cNvSpPr>
          <p:nvPr/>
        </p:nvSpPr>
        <p:spPr>
          <a:xfrm>
            <a:off x="990600" y="13706475"/>
            <a:ext cx="1038225" cy="95"/>
          </a:xfrm>
          <a:custGeom>
            <a:avLst/>
            <a:gdLst/>
            <a:ahLst/>
            <a:cxnLst/>
            <a:pathLst>
              <a:path w="1038225" h="9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45" name="line-310"/>
          <p:cNvSpPr>
            <a:spLocks noGrp="1"/>
          </p:cNvSpPr>
          <p:nvPr/>
        </p:nvSpPr>
        <p:spPr>
          <a:xfrm>
            <a:off x="990600" y="13499783"/>
            <a:ext cx="519113" cy="177165"/>
          </a:xfrm>
          <a:custGeom>
            <a:avLst/>
            <a:gdLst/>
            <a:ahLst/>
            <a:cxnLst/>
            <a:pathLst>
              <a:path w="519113" h="177165">
                <a:moveTo>
                  <a:pt x="0" y="177165"/>
                </a:moveTo>
                <a:lnTo>
                  <a:pt x="519113" y="0"/>
                </a:lnTo>
              </a:path>
            </a:pathLst>
          </a:custGeom>
          <a:noFill/>
          <a:ln w="21260">
            <a:solidFill>
              <a:srgbClr val="315B79"/>
            </a:solidFill>
            <a:prstDash val="solid"/>
          </a:ln>
        </p:spPr>
      </p:sp>
      <p:sp>
        <p:nvSpPr>
          <p:cNvPr id="646" name="line-311"/>
          <p:cNvSpPr>
            <a:spLocks noGrp="1"/>
          </p:cNvSpPr>
          <p:nvPr/>
        </p:nvSpPr>
        <p:spPr>
          <a:xfrm>
            <a:off x="1509713" y="13440728"/>
            <a:ext cx="519113" cy="59055"/>
          </a:xfrm>
          <a:custGeom>
            <a:avLst/>
            <a:gdLst/>
            <a:ahLst/>
            <a:cxnLst/>
            <a:pathLst>
              <a:path w="519113" h="59055">
                <a:moveTo>
                  <a:pt x="0" y="59055"/>
                </a:moveTo>
                <a:lnTo>
                  <a:pt x="519113" y="0"/>
                </a:lnTo>
              </a:path>
            </a:pathLst>
          </a:custGeom>
          <a:noFill/>
          <a:ln w="21260">
            <a:solidFill>
              <a:srgbClr val="315B79"/>
            </a:solidFill>
            <a:prstDash val="solid"/>
          </a:ln>
        </p:spPr>
      </p:sp>
      <p:sp>
        <p:nvSpPr>
          <p:cNvPr id="647" name="resource node"/>
          <p:cNvSpPr>
            <a:spLocks noGrp="1"/>
          </p:cNvSpPr>
          <p:nvPr/>
        </p:nvSpPr>
        <p:spPr>
          <a:xfrm>
            <a:off x="968693" y="13655040"/>
            <a:ext cx="43815" cy="4381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648" name="resource node"/>
          <p:cNvSpPr>
            <a:spLocks noGrp="1"/>
          </p:cNvSpPr>
          <p:nvPr/>
        </p:nvSpPr>
        <p:spPr>
          <a:xfrm>
            <a:off x="1487805" y="13477875"/>
            <a:ext cx="43815" cy="4381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649" name="resource node"/>
          <p:cNvSpPr>
            <a:spLocks noGrp="1"/>
          </p:cNvSpPr>
          <p:nvPr/>
        </p:nvSpPr>
        <p:spPr>
          <a:xfrm>
            <a:off x="2006918" y="13418820"/>
            <a:ext cx="43815" cy="43815"/>
          </a:xfrm>
          <a:prstGeom prst="ellipse">
            <a:avLst/>
          </a:prstGeom>
          <a:solidFill>
            <a:srgbClr val="315B79"/>
          </a:solidFill>
          <a:ln w="16535">
            <a:solidFill>
              <a:srgbClr val="315B79"/>
            </a:solidFill>
          </a:ln>
        </p:spPr>
      </p:sp>
      <p:sp>
        <p:nvSpPr>
          <p:cNvPr id="650" name="line-312"/>
          <p:cNvSpPr>
            <a:spLocks noGrp="1"/>
          </p:cNvSpPr>
          <p:nvPr/>
        </p:nvSpPr>
        <p:spPr>
          <a:xfrm>
            <a:off x="3667125" y="13687425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1" name="line-313"/>
          <p:cNvSpPr>
            <a:spLocks noGrp="1"/>
          </p:cNvSpPr>
          <p:nvPr/>
        </p:nvSpPr>
        <p:spPr>
          <a:xfrm>
            <a:off x="3667125" y="13481685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2" name="line-314"/>
          <p:cNvSpPr>
            <a:spLocks noGrp="1"/>
          </p:cNvSpPr>
          <p:nvPr/>
        </p:nvSpPr>
        <p:spPr>
          <a:xfrm>
            <a:off x="3890963" y="13481685"/>
            <a:ext cx="223838" cy="102870"/>
          </a:xfrm>
          <a:custGeom>
            <a:avLst/>
            <a:gdLst/>
            <a:ahLst/>
            <a:cxnLst/>
            <a:pathLst>
              <a:path w="223838" h="102870">
                <a:moveTo>
                  <a:pt x="0" y="0"/>
                </a:moveTo>
                <a:lnTo>
                  <a:pt x="223838" y="10287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3" name="resource node"/>
          <p:cNvSpPr>
            <a:spLocks noGrp="1"/>
          </p:cNvSpPr>
          <p:nvPr/>
        </p:nvSpPr>
        <p:spPr>
          <a:xfrm>
            <a:off x="3645218" y="1363980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54" name="resource node"/>
          <p:cNvSpPr>
            <a:spLocks noGrp="1"/>
          </p:cNvSpPr>
          <p:nvPr/>
        </p:nvSpPr>
        <p:spPr>
          <a:xfrm>
            <a:off x="3869055" y="13459777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55" name="resource node"/>
          <p:cNvSpPr>
            <a:spLocks noGrp="1"/>
          </p:cNvSpPr>
          <p:nvPr/>
        </p:nvSpPr>
        <p:spPr>
          <a:xfrm>
            <a:off x="4092893" y="13562648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56" name="line-315"/>
          <p:cNvSpPr>
            <a:spLocks noGrp="1"/>
          </p:cNvSpPr>
          <p:nvPr/>
        </p:nvSpPr>
        <p:spPr>
          <a:xfrm>
            <a:off x="4391025" y="13687425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7" name="line-316"/>
          <p:cNvSpPr>
            <a:spLocks noGrp="1"/>
          </p:cNvSpPr>
          <p:nvPr/>
        </p:nvSpPr>
        <p:spPr>
          <a:xfrm>
            <a:off x="4391025" y="13481685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8" name="line-317"/>
          <p:cNvSpPr>
            <a:spLocks noGrp="1"/>
          </p:cNvSpPr>
          <p:nvPr/>
        </p:nvSpPr>
        <p:spPr>
          <a:xfrm>
            <a:off x="4614863" y="13571696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59" name="resource node"/>
          <p:cNvSpPr>
            <a:spLocks noGrp="1"/>
          </p:cNvSpPr>
          <p:nvPr/>
        </p:nvSpPr>
        <p:spPr>
          <a:xfrm>
            <a:off x="4369118" y="13459777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0" name="resource node"/>
          <p:cNvSpPr>
            <a:spLocks noGrp="1"/>
          </p:cNvSpPr>
          <p:nvPr/>
        </p:nvSpPr>
        <p:spPr>
          <a:xfrm>
            <a:off x="4592955" y="13549789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1" name="resource node"/>
          <p:cNvSpPr>
            <a:spLocks noGrp="1"/>
          </p:cNvSpPr>
          <p:nvPr/>
        </p:nvSpPr>
        <p:spPr>
          <a:xfrm>
            <a:off x="4816793" y="1363980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2" name="line-318"/>
          <p:cNvSpPr>
            <a:spLocks noGrp="1"/>
          </p:cNvSpPr>
          <p:nvPr/>
        </p:nvSpPr>
        <p:spPr>
          <a:xfrm>
            <a:off x="5114925" y="13687425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63" name="line-319"/>
          <p:cNvSpPr>
            <a:spLocks noGrp="1"/>
          </p:cNvSpPr>
          <p:nvPr/>
        </p:nvSpPr>
        <p:spPr>
          <a:xfrm>
            <a:off x="5114925" y="13635990"/>
            <a:ext cx="223838" cy="25717"/>
          </a:xfrm>
          <a:custGeom>
            <a:avLst/>
            <a:gdLst/>
            <a:ahLst/>
            <a:cxnLst/>
            <a:pathLst>
              <a:path w="223838" h="25717">
                <a:moveTo>
                  <a:pt x="0" y="25717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64" name="line-320"/>
          <p:cNvSpPr>
            <a:spLocks noGrp="1"/>
          </p:cNvSpPr>
          <p:nvPr/>
        </p:nvSpPr>
        <p:spPr>
          <a:xfrm>
            <a:off x="5338763" y="13455968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805431"/>
            </a:solidFill>
            <a:prstDash val="solid"/>
          </a:ln>
        </p:spPr>
      </p:sp>
      <p:sp>
        <p:nvSpPr>
          <p:cNvPr id="665" name="resource node"/>
          <p:cNvSpPr>
            <a:spLocks noGrp="1"/>
          </p:cNvSpPr>
          <p:nvPr/>
        </p:nvSpPr>
        <p:spPr>
          <a:xfrm>
            <a:off x="5093018" y="1363980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6" name="resource node"/>
          <p:cNvSpPr>
            <a:spLocks noGrp="1"/>
          </p:cNvSpPr>
          <p:nvPr/>
        </p:nvSpPr>
        <p:spPr>
          <a:xfrm>
            <a:off x="5316855" y="13614083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7" name="resource node"/>
          <p:cNvSpPr>
            <a:spLocks noGrp="1"/>
          </p:cNvSpPr>
          <p:nvPr/>
        </p:nvSpPr>
        <p:spPr>
          <a:xfrm>
            <a:off x="5540693" y="13434060"/>
            <a:ext cx="43815" cy="43815"/>
          </a:xfrm>
          <a:prstGeom prst="ellipse">
            <a:avLst/>
          </a:prstGeom>
          <a:solidFill>
            <a:srgbClr val="805431"/>
          </a:solidFill>
          <a:ln w="16535">
            <a:solidFill>
              <a:srgbClr val="805431"/>
            </a:solidFill>
          </a:ln>
        </p:spPr>
      </p:sp>
      <p:sp>
        <p:nvSpPr>
          <p:cNvPr id="668" name="shape-321"/>
          <p:cNvSpPr>
            <a:spLocks noGrp="1"/>
          </p:cNvSpPr>
          <p:nvPr/>
        </p:nvSpPr>
        <p:spPr>
          <a:xfrm>
            <a:off x="1057275" y="1392555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9" name="shape-322"/>
          <p:cNvSpPr>
            <a:spLocks noGrp="1"/>
          </p:cNvSpPr>
          <p:nvPr/>
        </p:nvSpPr>
        <p:spPr>
          <a:xfrm>
            <a:off x="1143000" y="1392555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0" name="shape-323"/>
          <p:cNvSpPr>
            <a:spLocks noGrp="1"/>
          </p:cNvSpPr>
          <p:nvPr/>
        </p:nvSpPr>
        <p:spPr>
          <a:xfrm>
            <a:off x="1228725" y="139255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1" name="shape-324"/>
          <p:cNvSpPr>
            <a:spLocks noGrp="1"/>
          </p:cNvSpPr>
          <p:nvPr/>
        </p:nvSpPr>
        <p:spPr>
          <a:xfrm>
            <a:off x="1314450" y="1392555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2" name="shape-325"/>
          <p:cNvSpPr>
            <a:spLocks noGrp="1"/>
          </p:cNvSpPr>
          <p:nvPr/>
        </p:nvSpPr>
        <p:spPr>
          <a:xfrm>
            <a:off x="1057275" y="1401127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3" name="shape-326"/>
          <p:cNvSpPr>
            <a:spLocks noGrp="1"/>
          </p:cNvSpPr>
          <p:nvPr/>
        </p:nvSpPr>
        <p:spPr>
          <a:xfrm>
            <a:off x="1143000" y="140112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4" name="shape-327"/>
          <p:cNvSpPr>
            <a:spLocks noGrp="1"/>
          </p:cNvSpPr>
          <p:nvPr/>
        </p:nvSpPr>
        <p:spPr>
          <a:xfrm>
            <a:off x="1228725" y="140112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5" name="shape-328"/>
          <p:cNvSpPr>
            <a:spLocks noGrp="1"/>
          </p:cNvSpPr>
          <p:nvPr/>
        </p:nvSpPr>
        <p:spPr>
          <a:xfrm>
            <a:off x="1314450" y="1401127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6" name="shape-329"/>
          <p:cNvSpPr>
            <a:spLocks noGrp="1"/>
          </p:cNvSpPr>
          <p:nvPr/>
        </p:nvSpPr>
        <p:spPr>
          <a:xfrm>
            <a:off x="1057275" y="1409700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7" name="shape-330"/>
          <p:cNvSpPr>
            <a:spLocks noGrp="1"/>
          </p:cNvSpPr>
          <p:nvPr/>
        </p:nvSpPr>
        <p:spPr>
          <a:xfrm>
            <a:off x="1143000" y="1409700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8" name="shape-331"/>
          <p:cNvSpPr>
            <a:spLocks noGrp="1"/>
          </p:cNvSpPr>
          <p:nvPr/>
        </p:nvSpPr>
        <p:spPr>
          <a:xfrm>
            <a:off x="1228725" y="140970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9" name="shape-332"/>
          <p:cNvSpPr>
            <a:spLocks noGrp="1"/>
          </p:cNvSpPr>
          <p:nvPr/>
        </p:nvSpPr>
        <p:spPr>
          <a:xfrm>
            <a:off x="1314450" y="1409700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0" name="shape-333"/>
          <p:cNvSpPr>
            <a:spLocks noGrp="1"/>
          </p:cNvSpPr>
          <p:nvPr/>
        </p:nvSpPr>
        <p:spPr>
          <a:xfrm>
            <a:off x="1057275" y="141827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1" name="shape-334"/>
          <p:cNvSpPr>
            <a:spLocks noGrp="1"/>
          </p:cNvSpPr>
          <p:nvPr/>
        </p:nvSpPr>
        <p:spPr>
          <a:xfrm>
            <a:off x="1143000" y="141827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2" name="shape-335"/>
          <p:cNvSpPr>
            <a:spLocks noGrp="1"/>
          </p:cNvSpPr>
          <p:nvPr/>
        </p:nvSpPr>
        <p:spPr>
          <a:xfrm>
            <a:off x="1228725" y="141827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3" name="shape-336"/>
          <p:cNvSpPr>
            <a:spLocks noGrp="1"/>
          </p:cNvSpPr>
          <p:nvPr/>
        </p:nvSpPr>
        <p:spPr>
          <a:xfrm>
            <a:off x="1314450" y="141827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4" name="shape-337"/>
          <p:cNvSpPr>
            <a:spLocks noGrp="1"/>
          </p:cNvSpPr>
          <p:nvPr/>
        </p:nvSpPr>
        <p:spPr>
          <a:xfrm>
            <a:off x="1057275" y="1426845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5" name="shape-338"/>
          <p:cNvSpPr>
            <a:spLocks noGrp="1"/>
          </p:cNvSpPr>
          <p:nvPr/>
        </p:nvSpPr>
        <p:spPr>
          <a:xfrm>
            <a:off x="1143000" y="1426845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6" name="shape-339"/>
          <p:cNvSpPr>
            <a:spLocks noGrp="1"/>
          </p:cNvSpPr>
          <p:nvPr/>
        </p:nvSpPr>
        <p:spPr>
          <a:xfrm>
            <a:off x="1228725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7" name="shape-340"/>
          <p:cNvSpPr>
            <a:spLocks noGrp="1"/>
          </p:cNvSpPr>
          <p:nvPr/>
        </p:nvSpPr>
        <p:spPr>
          <a:xfrm>
            <a:off x="1314450" y="14268450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8" name="shape-341"/>
          <p:cNvSpPr>
            <a:spLocks noGrp="1"/>
          </p:cNvSpPr>
          <p:nvPr/>
        </p:nvSpPr>
        <p:spPr>
          <a:xfrm>
            <a:off x="1057275" y="1435417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9" name="shape-342"/>
          <p:cNvSpPr>
            <a:spLocks noGrp="1"/>
          </p:cNvSpPr>
          <p:nvPr/>
        </p:nvSpPr>
        <p:spPr>
          <a:xfrm>
            <a:off x="1143000" y="1435417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0" name="shape-343"/>
          <p:cNvSpPr>
            <a:spLocks noGrp="1"/>
          </p:cNvSpPr>
          <p:nvPr/>
        </p:nvSpPr>
        <p:spPr>
          <a:xfrm>
            <a:off x="1228725" y="143541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1" name="shape-344"/>
          <p:cNvSpPr>
            <a:spLocks noGrp="1"/>
          </p:cNvSpPr>
          <p:nvPr/>
        </p:nvSpPr>
        <p:spPr>
          <a:xfrm>
            <a:off x="1314450" y="143541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2" name="shape-345"/>
          <p:cNvSpPr>
            <a:spLocks noGrp="1"/>
          </p:cNvSpPr>
          <p:nvPr/>
        </p:nvSpPr>
        <p:spPr>
          <a:xfrm>
            <a:off x="1057275" y="13925550"/>
            <a:ext cx="342900" cy="5143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693" name="shape-346"/>
          <p:cNvSpPr>
            <a:spLocks noGrp="1"/>
          </p:cNvSpPr>
          <p:nvPr/>
        </p:nvSpPr>
        <p:spPr>
          <a:xfrm>
            <a:off x="3552825" y="1401127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4" name="shape-347"/>
          <p:cNvSpPr>
            <a:spLocks noGrp="1"/>
          </p:cNvSpPr>
          <p:nvPr/>
        </p:nvSpPr>
        <p:spPr>
          <a:xfrm>
            <a:off x="3638550" y="1401127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5" name="shape-348"/>
          <p:cNvSpPr>
            <a:spLocks noGrp="1"/>
          </p:cNvSpPr>
          <p:nvPr/>
        </p:nvSpPr>
        <p:spPr>
          <a:xfrm>
            <a:off x="3724275" y="140112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6" name="shape-349"/>
          <p:cNvSpPr>
            <a:spLocks noGrp="1"/>
          </p:cNvSpPr>
          <p:nvPr/>
        </p:nvSpPr>
        <p:spPr>
          <a:xfrm>
            <a:off x="3810000" y="140112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7" name="shape-350"/>
          <p:cNvSpPr>
            <a:spLocks noGrp="1"/>
          </p:cNvSpPr>
          <p:nvPr/>
        </p:nvSpPr>
        <p:spPr>
          <a:xfrm>
            <a:off x="3552825" y="1409700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8" name="shape-351"/>
          <p:cNvSpPr>
            <a:spLocks noGrp="1"/>
          </p:cNvSpPr>
          <p:nvPr/>
        </p:nvSpPr>
        <p:spPr>
          <a:xfrm>
            <a:off x="3638550" y="1409700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9" name="shape-352"/>
          <p:cNvSpPr>
            <a:spLocks noGrp="1"/>
          </p:cNvSpPr>
          <p:nvPr/>
        </p:nvSpPr>
        <p:spPr>
          <a:xfrm>
            <a:off x="3724275" y="140970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0" name="shape-353"/>
          <p:cNvSpPr>
            <a:spLocks noGrp="1"/>
          </p:cNvSpPr>
          <p:nvPr/>
        </p:nvSpPr>
        <p:spPr>
          <a:xfrm>
            <a:off x="3810000" y="1409700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1" name="shape-354"/>
          <p:cNvSpPr>
            <a:spLocks noGrp="1"/>
          </p:cNvSpPr>
          <p:nvPr/>
        </p:nvSpPr>
        <p:spPr>
          <a:xfrm>
            <a:off x="3552825" y="1418272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2" name="shape-355"/>
          <p:cNvSpPr>
            <a:spLocks noGrp="1"/>
          </p:cNvSpPr>
          <p:nvPr/>
        </p:nvSpPr>
        <p:spPr>
          <a:xfrm>
            <a:off x="3638550" y="1418272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3" name="shape-356"/>
          <p:cNvSpPr>
            <a:spLocks noGrp="1"/>
          </p:cNvSpPr>
          <p:nvPr/>
        </p:nvSpPr>
        <p:spPr>
          <a:xfrm>
            <a:off x="3724275" y="141827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4" name="shape-357"/>
          <p:cNvSpPr>
            <a:spLocks noGrp="1"/>
          </p:cNvSpPr>
          <p:nvPr/>
        </p:nvSpPr>
        <p:spPr>
          <a:xfrm>
            <a:off x="3810000" y="1418272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5" name="shape-358"/>
          <p:cNvSpPr>
            <a:spLocks noGrp="1"/>
          </p:cNvSpPr>
          <p:nvPr/>
        </p:nvSpPr>
        <p:spPr>
          <a:xfrm>
            <a:off x="3552825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6" name="shape-359"/>
          <p:cNvSpPr>
            <a:spLocks noGrp="1"/>
          </p:cNvSpPr>
          <p:nvPr/>
        </p:nvSpPr>
        <p:spPr>
          <a:xfrm>
            <a:off x="3638550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7" name="shape-360"/>
          <p:cNvSpPr>
            <a:spLocks noGrp="1"/>
          </p:cNvSpPr>
          <p:nvPr/>
        </p:nvSpPr>
        <p:spPr>
          <a:xfrm>
            <a:off x="3724275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8" name="shape-361"/>
          <p:cNvSpPr>
            <a:spLocks noGrp="1"/>
          </p:cNvSpPr>
          <p:nvPr/>
        </p:nvSpPr>
        <p:spPr>
          <a:xfrm>
            <a:off x="3810000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9" name="shape-362"/>
          <p:cNvSpPr>
            <a:spLocks noGrp="1"/>
          </p:cNvSpPr>
          <p:nvPr/>
        </p:nvSpPr>
        <p:spPr>
          <a:xfrm>
            <a:off x="3552825" y="14011275"/>
            <a:ext cx="342900" cy="3429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710" name="shape-363"/>
          <p:cNvSpPr>
            <a:spLocks noGrp="1"/>
          </p:cNvSpPr>
          <p:nvPr/>
        </p:nvSpPr>
        <p:spPr>
          <a:xfrm>
            <a:off x="5191125" y="1401127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1" name="shape-364"/>
          <p:cNvSpPr>
            <a:spLocks noGrp="1"/>
          </p:cNvSpPr>
          <p:nvPr/>
        </p:nvSpPr>
        <p:spPr>
          <a:xfrm>
            <a:off x="5276850" y="14011275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2" name="shape-365"/>
          <p:cNvSpPr>
            <a:spLocks noGrp="1"/>
          </p:cNvSpPr>
          <p:nvPr/>
        </p:nvSpPr>
        <p:spPr>
          <a:xfrm>
            <a:off x="5362575" y="1401127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3" name="shape-366"/>
          <p:cNvSpPr>
            <a:spLocks noGrp="1"/>
          </p:cNvSpPr>
          <p:nvPr/>
        </p:nvSpPr>
        <p:spPr>
          <a:xfrm>
            <a:off x="5448300" y="1401127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4" name="shape-367"/>
          <p:cNvSpPr>
            <a:spLocks noGrp="1"/>
          </p:cNvSpPr>
          <p:nvPr/>
        </p:nvSpPr>
        <p:spPr>
          <a:xfrm>
            <a:off x="5191125" y="14097000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5" name="shape-368"/>
          <p:cNvSpPr>
            <a:spLocks noGrp="1"/>
          </p:cNvSpPr>
          <p:nvPr/>
        </p:nvSpPr>
        <p:spPr>
          <a:xfrm>
            <a:off x="5276850" y="14097000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6" name="shape-369"/>
          <p:cNvSpPr>
            <a:spLocks noGrp="1"/>
          </p:cNvSpPr>
          <p:nvPr/>
        </p:nvSpPr>
        <p:spPr>
          <a:xfrm>
            <a:off x="5362575" y="1409700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7" name="shape-370"/>
          <p:cNvSpPr>
            <a:spLocks noGrp="1"/>
          </p:cNvSpPr>
          <p:nvPr/>
        </p:nvSpPr>
        <p:spPr>
          <a:xfrm>
            <a:off x="5448300" y="14097000"/>
            <a:ext cx="85725" cy="8572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8" name="shape-371"/>
          <p:cNvSpPr>
            <a:spLocks noGrp="1"/>
          </p:cNvSpPr>
          <p:nvPr/>
        </p:nvSpPr>
        <p:spPr>
          <a:xfrm>
            <a:off x="5191125" y="14182725"/>
            <a:ext cx="85725" cy="8572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9" name="shape-372"/>
          <p:cNvSpPr>
            <a:spLocks noGrp="1"/>
          </p:cNvSpPr>
          <p:nvPr/>
        </p:nvSpPr>
        <p:spPr>
          <a:xfrm>
            <a:off x="5276850" y="14182725"/>
            <a:ext cx="85725" cy="8572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0" name="shape-373"/>
          <p:cNvSpPr>
            <a:spLocks noGrp="1"/>
          </p:cNvSpPr>
          <p:nvPr/>
        </p:nvSpPr>
        <p:spPr>
          <a:xfrm>
            <a:off x="5362575" y="14182725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1" name="shape-374"/>
          <p:cNvSpPr>
            <a:spLocks noGrp="1"/>
          </p:cNvSpPr>
          <p:nvPr/>
        </p:nvSpPr>
        <p:spPr>
          <a:xfrm>
            <a:off x="5448300" y="14182725"/>
            <a:ext cx="85725" cy="8572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2" name="shape-375"/>
          <p:cNvSpPr>
            <a:spLocks noGrp="1"/>
          </p:cNvSpPr>
          <p:nvPr/>
        </p:nvSpPr>
        <p:spPr>
          <a:xfrm>
            <a:off x="5191125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3" name="shape-376"/>
          <p:cNvSpPr>
            <a:spLocks noGrp="1"/>
          </p:cNvSpPr>
          <p:nvPr/>
        </p:nvSpPr>
        <p:spPr>
          <a:xfrm>
            <a:off x="5276850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4" name="shape-377"/>
          <p:cNvSpPr>
            <a:spLocks noGrp="1"/>
          </p:cNvSpPr>
          <p:nvPr/>
        </p:nvSpPr>
        <p:spPr>
          <a:xfrm>
            <a:off x="5362575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5" name="shape-378"/>
          <p:cNvSpPr>
            <a:spLocks noGrp="1"/>
          </p:cNvSpPr>
          <p:nvPr/>
        </p:nvSpPr>
        <p:spPr>
          <a:xfrm>
            <a:off x="5448300" y="14268450"/>
            <a:ext cx="85725" cy="8572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6" name="shape-379"/>
          <p:cNvSpPr>
            <a:spLocks noGrp="1"/>
          </p:cNvSpPr>
          <p:nvPr/>
        </p:nvSpPr>
        <p:spPr>
          <a:xfrm>
            <a:off x="5191125" y="14011275"/>
            <a:ext cx="342900" cy="3429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727" name="Qᴾ"/>
          <p:cNvSpPr>
            <a:spLocks noGrp="1"/>
          </p:cNvSpPr>
          <p:nvPr/>
        </p:nvSpPr>
        <p:spPr>
          <a:xfrm>
            <a:off x="609600" y="14058900"/>
            <a:ext cx="3905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Qᴾ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8" name="Kᴾ"/>
          <p:cNvSpPr>
            <a:spLocks noGrp="1"/>
          </p:cNvSpPr>
          <p:nvPr/>
        </p:nvSpPr>
        <p:spPr>
          <a:xfrm>
            <a:off x="3086100" y="14058900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Kᴾ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9" name="Vᴾ"/>
          <p:cNvSpPr>
            <a:spLocks noGrp="1"/>
          </p:cNvSpPr>
          <p:nvPr/>
        </p:nvSpPr>
        <p:spPr>
          <a:xfrm>
            <a:off x="5610225" y="14058900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90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Vᴾ</a:t>
            </a:r>
            <a:endParaRPr sz="1890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0" name="38 × 20"/>
          <p:cNvSpPr>
            <a:spLocks noGrp="1"/>
          </p:cNvSpPr>
          <p:nvPr/>
        </p:nvSpPr>
        <p:spPr>
          <a:xfrm>
            <a:off x="809625" y="14497050"/>
            <a:ext cx="8667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594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1" name="16 × 20"/>
          <p:cNvSpPr>
            <a:spLocks noGrp="1"/>
          </p:cNvSpPr>
          <p:nvPr/>
        </p:nvSpPr>
        <p:spPr>
          <a:xfrm>
            <a:off x="3267075" y="1449705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594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2" name="16 × 20"/>
          <p:cNvSpPr>
            <a:spLocks noGrp="1"/>
          </p:cNvSpPr>
          <p:nvPr/>
        </p:nvSpPr>
        <p:spPr>
          <a:xfrm>
            <a:off x="4905375" y="1449705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594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3" name="line-380"/>
          <p:cNvSpPr>
            <a:spLocks noGrp="1"/>
          </p:cNvSpPr>
          <p:nvPr/>
        </p:nvSpPr>
        <p:spPr>
          <a:xfrm>
            <a:off x="1514475" y="13716000"/>
            <a:ext cx="95" cy="85725"/>
          </a:xfrm>
          <a:custGeom>
            <a:avLst/>
            <a:gdLst/>
            <a:ahLst/>
            <a:cxnLst/>
            <a:pathLst>
              <a:path w="9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4" name="line-381"/>
          <p:cNvSpPr>
            <a:spLocks noGrp="1"/>
          </p:cNvSpPr>
          <p:nvPr/>
        </p:nvSpPr>
        <p:spPr>
          <a:xfrm>
            <a:off x="1228725" y="13801725"/>
            <a:ext cx="285750" cy="95"/>
          </a:xfrm>
          <a:custGeom>
            <a:avLst/>
            <a:gdLst/>
            <a:ahLst/>
            <a:cxnLst/>
            <a:pathLst>
              <a:path w="285750" h="95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5" name="line-382"/>
          <p:cNvSpPr>
            <a:spLocks noGrp="1"/>
          </p:cNvSpPr>
          <p:nvPr/>
        </p:nvSpPr>
        <p:spPr>
          <a:xfrm>
            <a:off x="1228725" y="13801725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6" name="line-383"/>
          <p:cNvSpPr>
            <a:spLocks noGrp="1"/>
          </p:cNvSpPr>
          <p:nvPr/>
        </p:nvSpPr>
        <p:spPr>
          <a:xfrm>
            <a:off x="1197936" y="13866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7" name="line-384"/>
          <p:cNvSpPr>
            <a:spLocks noGrp="1"/>
          </p:cNvSpPr>
          <p:nvPr/>
        </p:nvSpPr>
        <p:spPr>
          <a:xfrm>
            <a:off x="1228725" y="13866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8" name="line-385"/>
          <p:cNvSpPr>
            <a:spLocks noGrp="1"/>
          </p:cNvSpPr>
          <p:nvPr/>
        </p:nvSpPr>
        <p:spPr>
          <a:xfrm>
            <a:off x="4619625" y="1371600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39" name="line-386"/>
          <p:cNvSpPr>
            <a:spLocks noGrp="1"/>
          </p:cNvSpPr>
          <p:nvPr/>
        </p:nvSpPr>
        <p:spPr>
          <a:xfrm>
            <a:off x="3724275" y="13830300"/>
            <a:ext cx="895350" cy="95"/>
          </a:xfrm>
          <a:custGeom>
            <a:avLst/>
            <a:gdLst/>
            <a:ahLst/>
            <a:cxnLst/>
            <a:pathLst>
              <a:path w="895350" h="95">
                <a:moveTo>
                  <a:pt x="89535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0" name="line-387"/>
          <p:cNvSpPr>
            <a:spLocks noGrp="1"/>
          </p:cNvSpPr>
          <p:nvPr/>
        </p:nvSpPr>
        <p:spPr>
          <a:xfrm>
            <a:off x="3724275" y="13830300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1" name="line-388"/>
          <p:cNvSpPr>
            <a:spLocks noGrp="1"/>
          </p:cNvSpPr>
          <p:nvPr/>
        </p:nvSpPr>
        <p:spPr>
          <a:xfrm>
            <a:off x="3693486" y="139521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2" name="line-389"/>
          <p:cNvSpPr>
            <a:spLocks noGrp="1"/>
          </p:cNvSpPr>
          <p:nvPr/>
        </p:nvSpPr>
        <p:spPr>
          <a:xfrm>
            <a:off x="3724275" y="139521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3" name="line-390"/>
          <p:cNvSpPr>
            <a:spLocks noGrp="1"/>
          </p:cNvSpPr>
          <p:nvPr/>
        </p:nvSpPr>
        <p:spPr>
          <a:xfrm>
            <a:off x="4619625" y="13830300"/>
            <a:ext cx="742950" cy="95"/>
          </a:xfrm>
          <a:custGeom>
            <a:avLst/>
            <a:gdLst/>
            <a:ahLst/>
            <a:cxnLst/>
            <a:pathLst>
              <a:path w="742950" h="9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4" name="line-391"/>
          <p:cNvSpPr>
            <a:spLocks noGrp="1"/>
          </p:cNvSpPr>
          <p:nvPr/>
        </p:nvSpPr>
        <p:spPr>
          <a:xfrm>
            <a:off x="5362575" y="13830300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5" name="line-392"/>
          <p:cNvSpPr>
            <a:spLocks noGrp="1"/>
          </p:cNvSpPr>
          <p:nvPr/>
        </p:nvSpPr>
        <p:spPr>
          <a:xfrm>
            <a:off x="5331786" y="139521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6" name="line-393"/>
          <p:cNvSpPr>
            <a:spLocks noGrp="1"/>
          </p:cNvSpPr>
          <p:nvPr/>
        </p:nvSpPr>
        <p:spPr>
          <a:xfrm>
            <a:off x="5362575" y="139521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47" name="αᴾ = softmax(Qᴾ Kᴾᵀ / √dₕ)"/>
          <p:cNvSpPr>
            <a:spLocks noGrp="1"/>
          </p:cNvSpPr>
          <p:nvPr/>
        </p:nvSpPr>
        <p:spPr>
          <a:xfrm>
            <a:off x="1409700" y="14849475"/>
            <a:ext cx="3238500" cy="361950"/>
          </a:xfrm>
          <a:prstGeom prst="rect">
            <a:avLst/>
          </a:prstGeom>
          <a:solidFill>
            <a:srgbClr val="EADAC9"/>
          </a:solidFill>
          <a:ln w="15355">
            <a:solidFill>
              <a:srgbClr val="805431"/>
            </a:solidFill>
            <a:prstDash val="solid"/>
          </a:ln>
        </p:spPr>
      </p:sp>
      <p:sp>
        <p:nvSpPr>
          <p:cNvPr id="748" name="αᴾ = softmax(Qᴾ Kᴾᵀ / √dₕ)"/>
          <p:cNvSpPr>
            <a:spLocks noGrp="1"/>
          </p:cNvSpPr>
          <p:nvPr/>
        </p:nvSpPr>
        <p:spPr>
          <a:xfrm>
            <a:off x="1447800" y="14868525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αᴾ = softmax(Qᴾ Kᴾᵀ / √d</a:t>
            </a:r>
            <a:r>
              <a:rPr sz="1386" b="0" i="0" baseline="-2500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98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198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49" name="line-394"/>
          <p:cNvSpPr>
            <a:spLocks noGrp="1"/>
          </p:cNvSpPr>
          <p:nvPr/>
        </p:nvSpPr>
        <p:spPr>
          <a:xfrm>
            <a:off x="504825" y="14439900"/>
            <a:ext cx="723900" cy="95"/>
          </a:xfrm>
          <a:custGeom>
            <a:avLst/>
            <a:gdLst/>
            <a:ahLst/>
            <a:cxnLst/>
            <a:pathLst>
              <a:path w="723900" h="95">
                <a:moveTo>
                  <a:pt x="723900" y="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0" name="line-395"/>
          <p:cNvSpPr>
            <a:spLocks noGrp="1"/>
          </p:cNvSpPr>
          <p:nvPr/>
        </p:nvSpPr>
        <p:spPr>
          <a:xfrm>
            <a:off x="504825" y="14439900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1" name="line-396"/>
          <p:cNvSpPr>
            <a:spLocks noGrp="1"/>
          </p:cNvSpPr>
          <p:nvPr/>
        </p:nvSpPr>
        <p:spPr>
          <a:xfrm>
            <a:off x="504825" y="15030450"/>
            <a:ext cx="904875" cy="95"/>
          </a:xfrm>
          <a:custGeom>
            <a:avLst/>
            <a:gdLst/>
            <a:ahLst/>
            <a:cxnLst/>
            <a:pathLst>
              <a:path w="904875" h="9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2" name="line-397"/>
          <p:cNvSpPr>
            <a:spLocks noGrp="1"/>
          </p:cNvSpPr>
          <p:nvPr/>
        </p:nvSpPr>
        <p:spPr>
          <a:xfrm>
            <a:off x="1350560" y="150304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3" name="line-398"/>
          <p:cNvSpPr>
            <a:spLocks noGrp="1"/>
          </p:cNvSpPr>
          <p:nvPr/>
        </p:nvSpPr>
        <p:spPr>
          <a:xfrm>
            <a:off x="1350560" y="149996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4" name="line-399"/>
          <p:cNvSpPr>
            <a:spLocks noGrp="1"/>
          </p:cNvSpPr>
          <p:nvPr/>
        </p:nvSpPr>
        <p:spPr>
          <a:xfrm>
            <a:off x="3724275" y="14716125"/>
            <a:ext cx="95" cy="133350"/>
          </a:xfrm>
          <a:custGeom>
            <a:avLst/>
            <a:gdLst/>
            <a:ahLst/>
            <a:cxnLst/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5" name="line-400"/>
          <p:cNvSpPr>
            <a:spLocks noGrp="1"/>
          </p:cNvSpPr>
          <p:nvPr/>
        </p:nvSpPr>
        <p:spPr>
          <a:xfrm>
            <a:off x="3693486" y="147903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6" name="line-401"/>
          <p:cNvSpPr>
            <a:spLocks noGrp="1"/>
          </p:cNvSpPr>
          <p:nvPr/>
        </p:nvSpPr>
        <p:spPr>
          <a:xfrm>
            <a:off x="3724275" y="147903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583">
            <a:solidFill>
              <a:srgbClr val="805431"/>
            </a:solidFill>
            <a:prstDash val="solid"/>
          </a:ln>
        </p:spPr>
      </p:sp>
      <p:sp>
        <p:nvSpPr>
          <p:cNvPr id="757" name="line-402"/>
          <p:cNvSpPr>
            <a:spLocks noGrp="1"/>
          </p:cNvSpPr>
          <p:nvPr/>
        </p:nvSpPr>
        <p:spPr>
          <a:xfrm>
            <a:off x="2562225" y="15211425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58" name="line-403"/>
          <p:cNvSpPr>
            <a:spLocks noGrp="1"/>
          </p:cNvSpPr>
          <p:nvPr/>
        </p:nvSpPr>
        <p:spPr>
          <a:xfrm>
            <a:off x="1914525" y="15335250"/>
            <a:ext cx="647700" cy="95"/>
          </a:xfrm>
          <a:custGeom>
            <a:avLst/>
            <a:gdLst/>
            <a:ahLst/>
            <a:cxnLst/>
            <a:pathLst>
              <a:path w="647700" h="95">
                <a:moveTo>
                  <a:pt x="647700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59" name="line-404"/>
          <p:cNvSpPr>
            <a:spLocks noGrp="1"/>
          </p:cNvSpPr>
          <p:nvPr/>
        </p:nvSpPr>
        <p:spPr>
          <a:xfrm>
            <a:off x="1914525" y="15335250"/>
            <a:ext cx="95" cy="104775"/>
          </a:xfrm>
          <a:custGeom>
            <a:avLst/>
            <a:gdLst/>
            <a:ahLst/>
            <a:cxnLst/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60" name="line-405"/>
          <p:cNvSpPr>
            <a:spLocks noGrp="1"/>
          </p:cNvSpPr>
          <p:nvPr/>
        </p:nvSpPr>
        <p:spPr>
          <a:xfrm>
            <a:off x="1883736" y="153808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61" name="line-406"/>
          <p:cNvSpPr>
            <a:spLocks noGrp="1"/>
          </p:cNvSpPr>
          <p:nvPr/>
        </p:nvSpPr>
        <p:spPr>
          <a:xfrm>
            <a:off x="1914525" y="153808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762" name="shape-407"/>
          <p:cNvSpPr>
            <a:spLocks noGrp="1"/>
          </p:cNvSpPr>
          <p:nvPr/>
        </p:nvSpPr>
        <p:spPr>
          <a:xfrm>
            <a:off x="1381125" y="154400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3" name="shape-408"/>
          <p:cNvSpPr>
            <a:spLocks noGrp="1"/>
          </p:cNvSpPr>
          <p:nvPr/>
        </p:nvSpPr>
        <p:spPr>
          <a:xfrm>
            <a:off x="1447800" y="154400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4" name="shape-409"/>
          <p:cNvSpPr>
            <a:spLocks noGrp="1"/>
          </p:cNvSpPr>
          <p:nvPr/>
        </p:nvSpPr>
        <p:spPr>
          <a:xfrm>
            <a:off x="1514475" y="15440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5" name="shape-410"/>
          <p:cNvSpPr>
            <a:spLocks noGrp="1"/>
          </p:cNvSpPr>
          <p:nvPr/>
        </p:nvSpPr>
        <p:spPr>
          <a:xfrm>
            <a:off x="1581150" y="1544002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6" name="shape-411"/>
          <p:cNvSpPr>
            <a:spLocks noGrp="1"/>
          </p:cNvSpPr>
          <p:nvPr/>
        </p:nvSpPr>
        <p:spPr>
          <a:xfrm>
            <a:off x="1647825" y="1544002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7" name="shape-412"/>
          <p:cNvSpPr>
            <a:spLocks noGrp="1"/>
          </p:cNvSpPr>
          <p:nvPr/>
        </p:nvSpPr>
        <p:spPr>
          <a:xfrm>
            <a:off x="1714500" y="154400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8" name="shape-413"/>
          <p:cNvSpPr>
            <a:spLocks noGrp="1"/>
          </p:cNvSpPr>
          <p:nvPr/>
        </p:nvSpPr>
        <p:spPr>
          <a:xfrm>
            <a:off x="1781175" y="154400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9" name="shape-414"/>
          <p:cNvSpPr>
            <a:spLocks noGrp="1"/>
          </p:cNvSpPr>
          <p:nvPr/>
        </p:nvSpPr>
        <p:spPr>
          <a:xfrm>
            <a:off x="1847850" y="15440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0" name="shape-415"/>
          <p:cNvSpPr>
            <a:spLocks noGrp="1"/>
          </p:cNvSpPr>
          <p:nvPr/>
        </p:nvSpPr>
        <p:spPr>
          <a:xfrm>
            <a:off x="1914525" y="1544002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1" name="shape-416"/>
          <p:cNvSpPr>
            <a:spLocks noGrp="1"/>
          </p:cNvSpPr>
          <p:nvPr/>
        </p:nvSpPr>
        <p:spPr>
          <a:xfrm>
            <a:off x="1981200" y="1544002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2" name="shape-417"/>
          <p:cNvSpPr>
            <a:spLocks noGrp="1"/>
          </p:cNvSpPr>
          <p:nvPr/>
        </p:nvSpPr>
        <p:spPr>
          <a:xfrm>
            <a:off x="2047875" y="154400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3" name="shape-418"/>
          <p:cNvSpPr>
            <a:spLocks noGrp="1"/>
          </p:cNvSpPr>
          <p:nvPr/>
        </p:nvSpPr>
        <p:spPr>
          <a:xfrm>
            <a:off x="2114550" y="154400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4" name="shape-419"/>
          <p:cNvSpPr>
            <a:spLocks noGrp="1"/>
          </p:cNvSpPr>
          <p:nvPr/>
        </p:nvSpPr>
        <p:spPr>
          <a:xfrm>
            <a:off x="2181225" y="154400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5" name="shape-420"/>
          <p:cNvSpPr>
            <a:spLocks noGrp="1"/>
          </p:cNvSpPr>
          <p:nvPr/>
        </p:nvSpPr>
        <p:spPr>
          <a:xfrm>
            <a:off x="2247900" y="1544002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6" name="shape-421"/>
          <p:cNvSpPr>
            <a:spLocks noGrp="1"/>
          </p:cNvSpPr>
          <p:nvPr/>
        </p:nvSpPr>
        <p:spPr>
          <a:xfrm>
            <a:off x="2314575" y="1544002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7" name="shape-422"/>
          <p:cNvSpPr>
            <a:spLocks noGrp="1"/>
          </p:cNvSpPr>
          <p:nvPr/>
        </p:nvSpPr>
        <p:spPr>
          <a:xfrm>
            <a:off x="2381250" y="154400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8" name="shape-423"/>
          <p:cNvSpPr>
            <a:spLocks noGrp="1"/>
          </p:cNvSpPr>
          <p:nvPr/>
        </p:nvSpPr>
        <p:spPr>
          <a:xfrm>
            <a:off x="1381125" y="15506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9" name="shape-424"/>
          <p:cNvSpPr>
            <a:spLocks noGrp="1"/>
          </p:cNvSpPr>
          <p:nvPr/>
        </p:nvSpPr>
        <p:spPr>
          <a:xfrm>
            <a:off x="1447800" y="155067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0" name="shape-425"/>
          <p:cNvSpPr>
            <a:spLocks noGrp="1"/>
          </p:cNvSpPr>
          <p:nvPr/>
        </p:nvSpPr>
        <p:spPr>
          <a:xfrm>
            <a:off x="1514475" y="155067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1" name="shape-426"/>
          <p:cNvSpPr>
            <a:spLocks noGrp="1"/>
          </p:cNvSpPr>
          <p:nvPr/>
        </p:nvSpPr>
        <p:spPr>
          <a:xfrm>
            <a:off x="1581150" y="15506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2" name="shape-427"/>
          <p:cNvSpPr>
            <a:spLocks noGrp="1"/>
          </p:cNvSpPr>
          <p:nvPr/>
        </p:nvSpPr>
        <p:spPr>
          <a:xfrm>
            <a:off x="1647825" y="155067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3" name="shape-428"/>
          <p:cNvSpPr>
            <a:spLocks noGrp="1"/>
          </p:cNvSpPr>
          <p:nvPr/>
        </p:nvSpPr>
        <p:spPr>
          <a:xfrm>
            <a:off x="1714500" y="15506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4" name="shape-429"/>
          <p:cNvSpPr>
            <a:spLocks noGrp="1"/>
          </p:cNvSpPr>
          <p:nvPr/>
        </p:nvSpPr>
        <p:spPr>
          <a:xfrm>
            <a:off x="1781175" y="155067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5" name="shape-430"/>
          <p:cNvSpPr>
            <a:spLocks noGrp="1"/>
          </p:cNvSpPr>
          <p:nvPr/>
        </p:nvSpPr>
        <p:spPr>
          <a:xfrm>
            <a:off x="1847850" y="155067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6" name="shape-431"/>
          <p:cNvSpPr>
            <a:spLocks noGrp="1"/>
          </p:cNvSpPr>
          <p:nvPr/>
        </p:nvSpPr>
        <p:spPr>
          <a:xfrm>
            <a:off x="1914525" y="15506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7" name="shape-432"/>
          <p:cNvSpPr>
            <a:spLocks noGrp="1"/>
          </p:cNvSpPr>
          <p:nvPr/>
        </p:nvSpPr>
        <p:spPr>
          <a:xfrm>
            <a:off x="1981200" y="155067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8" name="shape-433"/>
          <p:cNvSpPr>
            <a:spLocks noGrp="1"/>
          </p:cNvSpPr>
          <p:nvPr/>
        </p:nvSpPr>
        <p:spPr>
          <a:xfrm>
            <a:off x="2047875" y="15506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9" name="shape-434"/>
          <p:cNvSpPr>
            <a:spLocks noGrp="1"/>
          </p:cNvSpPr>
          <p:nvPr/>
        </p:nvSpPr>
        <p:spPr>
          <a:xfrm>
            <a:off x="2114550" y="155067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0" name="shape-435"/>
          <p:cNvSpPr>
            <a:spLocks noGrp="1"/>
          </p:cNvSpPr>
          <p:nvPr/>
        </p:nvSpPr>
        <p:spPr>
          <a:xfrm>
            <a:off x="2181225" y="155067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1" name="shape-436"/>
          <p:cNvSpPr>
            <a:spLocks noGrp="1"/>
          </p:cNvSpPr>
          <p:nvPr/>
        </p:nvSpPr>
        <p:spPr>
          <a:xfrm>
            <a:off x="2247900" y="155067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2" name="shape-437"/>
          <p:cNvSpPr>
            <a:spLocks noGrp="1"/>
          </p:cNvSpPr>
          <p:nvPr/>
        </p:nvSpPr>
        <p:spPr>
          <a:xfrm>
            <a:off x="2314575" y="155067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3" name="shape-438"/>
          <p:cNvSpPr>
            <a:spLocks noGrp="1"/>
          </p:cNvSpPr>
          <p:nvPr/>
        </p:nvSpPr>
        <p:spPr>
          <a:xfrm>
            <a:off x="2381250" y="155067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4" name="shape-439"/>
          <p:cNvSpPr>
            <a:spLocks noGrp="1"/>
          </p:cNvSpPr>
          <p:nvPr/>
        </p:nvSpPr>
        <p:spPr>
          <a:xfrm>
            <a:off x="1381125" y="15573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5" name="shape-440"/>
          <p:cNvSpPr>
            <a:spLocks noGrp="1"/>
          </p:cNvSpPr>
          <p:nvPr/>
        </p:nvSpPr>
        <p:spPr>
          <a:xfrm>
            <a:off x="1447800" y="15573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6" name="shape-441"/>
          <p:cNvSpPr>
            <a:spLocks noGrp="1"/>
          </p:cNvSpPr>
          <p:nvPr/>
        </p:nvSpPr>
        <p:spPr>
          <a:xfrm>
            <a:off x="1514475" y="155733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7" name="shape-442"/>
          <p:cNvSpPr>
            <a:spLocks noGrp="1"/>
          </p:cNvSpPr>
          <p:nvPr/>
        </p:nvSpPr>
        <p:spPr>
          <a:xfrm>
            <a:off x="1581150" y="155733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8" name="shape-443"/>
          <p:cNvSpPr>
            <a:spLocks noGrp="1"/>
          </p:cNvSpPr>
          <p:nvPr/>
        </p:nvSpPr>
        <p:spPr>
          <a:xfrm>
            <a:off x="1647825" y="155733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9" name="shape-444"/>
          <p:cNvSpPr>
            <a:spLocks noGrp="1"/>
          </p:cNvSpPr>
          <p:nvPr/>
        </p:nvSpPr>
        <p:spPr>
          <a:xfrm>
            <a:off x="1714500" y="15573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0" name="shape-445"/>
          <p:cNvSpPr>
            <a:spLocks noGrp="1"/>
          </p:cNvSpPr>
          <p:nvPr/>
        </p:nvSpPr>
        <p:spPr>
          <a:xfrm>
            <a:off x="1781175" y="15573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1" name="shape-446"/>
          <p:cNvSpPr>
            <a:spLocks noGrp="1"/>
          </p:cNvSpPr>
          <p:nvPr/>
        </p:nvSpPr>
        <p:spPr>
          <a:xfrm>
            <a:off x="1847850" y="155733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2" name="shape-447"/>
          <p:cNvSpPr>
            <a:spLocks noGrp="1"/>
          </p:cNvSpPr>
          <p:nvPr/>
        </p:nvSpPr>
        <p:spPr>
          <a:xfrm>
            <a:off x="1914525" y="155733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3" name="shape-448"/>
          <p:cNvSpPr>
            <a:spLocks noGrp="1"/>
          </p:cNvSpPr>
          <p:nvPr/>
        </p:nvSpPr>
        <p:spPr>
          <a:xfrm>
            <a:off x="1981200" y="155733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4" name="shape-449"/>
          <p:cNvSpPr>
            <a:spLocks noGrp="1"/>
          </p:cNvSpPr>
          <p:nvPr/>
        </p:nvSpPr>
        <p:spPr>
          <a:xfrm>
            <a:off x="2047875" y="15573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5" name="shape-450"/>
          <p:cNvSpPr>
            <a:spLocks noGrp="1"/>
          </p:cNvSpPr>
          <p:nvPr/>
        </p:nvSpPr>
        <p:spPr>
          <a:xfrm>
            <a:off x="2114550" y="1557337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6" name="shape-451"/>
          <p:cNvSpPr>
            <a:spLocks noGrp="1"/>
          </p:cNvSpPr>
          <p:nvPr/>
        </p:nvSpPr>
        <p:spPr>
          <a:xfrm>
            <a:off x="2181225" y="1557337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7" name="shape-452"/>
          <p:cNvSpPr>
            <a:spLocks noGrp="1"/>
          </p:cNvSpPr>
          <p:nvPr/>
        </p:nvSpPr>
        <p:spPr>
          <a:xfrm>
            <a:off x="2247900" y="1557337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8" name="shape-453"/>
          <p:cNvSpPr>
            <a:spLocks noGrp="1"/>
          </p:cNvSpPr>
          <p:nvPr/>
        </p:nvSpPr>
        <p:spPr>
          <a:xfrm>
            <a:off x="2314575" y="1557337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9" name="shape-454"/>
          <p:cNvSpPr>
            <a:spLocks noGrp="1"/>
          </p:cNvSpPr>
          <p:nvPr/>
        </p:nvSpPr>
        <p:spPr>
          <a:xfrm>
            <a:off x="2381250" y="1557337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0" name="shape-455"/>
          <p:cNvSpPr>
            <a:spLocks noGrp="1"/>
          </p:cNvSpPr>
          <p:nvPr/>
        </p:nvSpPr>
        <p:spPr>
          <a:xfrm>
            <a:off x="138112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1" name="shape-456"/>
          <p:cNvSpPr>
            <a:spLocks noGrp="1"/>
          </p:cNvSpPr>
          <p:nvPr/>
        </p:nvSpPr>
        <p:spPr>
          <a:xfrm>
            <a:off x="144780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2" name="shape-457"/>
          <p:cNvSpPr>
            <a:spLocks noGrp="1"/>
          </p:cNvSpPr>
          <p:nvPr/>
        </p:nvSpPr>
        <p:spPr>
          <a:xfrm>
            <a:off x="151447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3" name="shape-458"/>
          <p:cNvSpPr>
            <a:spLocks noGrp="1"/>
          </p:cNvSpPr>
          <p:nvPr/>
        </p:nvSpPr>
        <p:spPr>
          <a:xfrm>
            <a:off x="158115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4" name="shape-459"/>
          <p:cNvSpPr>
            <a:spLocks noGrp="1"/>
          </p:cNvSpPr>
          <p:nvPr/>
        </p:nvSpPr>
        <p:spPr>
          <a:xfrm>
            <a:off x="164782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5" name="shape-460"/>
          <p:cNvSpPr>
            <a:spLocks noGrp="1"/>
          </p:cNvSpPr>
          <p:nvPr/>
        </p:nvSpPr>
        <p:spPr>
          <a:xfrm>
            <a:off x="171450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6" name="shape-461"/>
          <p:cNvSpPr>
            <a:spLocks noGrp="1"/>
          </p:cNvSpPr>
          <p:nvPr/>
        </p:nvSpPr>
        <p:spPr>
          <a:xfrm>
            <a:off x="178117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7" name="shape-462"/>
          <p:cNvSpPr>
            <a:spLocks noGrp="1"/>
          </p:cNvSpPr>
          <p:nvPr/>
        </p:nvSpPr>
        <p:spPr>
          <a:xfrm>
            <a:off x="184785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8" name="shape-463"/>
          <p:cNvSpPr>
            <a:spLocks noGrp="1"/>
          </p:cNvSpPr>
          <p:nvPr/>
        </p:nvSpPr>
        <p:spPr>
          <a:xfrm>
            <a:off x="191452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9" name="shape-464"/>
          <p:cNvSpPr>
            <a:spLocks noGrp="1"/>
          </p:cNvSpPr>
          <p:nvPr/>
        </p:nvSpPr>
        <p:spPr>
          <a:xfrm>
            <a:off x="198120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0" name="shape-465"/>
          <p:cNvSpPr>
            <a:spLocks noGrp="1"/>
          </p:cNvSpPr>
          <p:nvPr/>
        </p:nvSpPr>
        <p:spPr>
          <a:xfrm>
            <a:off x="204787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1" name="shape-466"/>
          <p:cNvSpPr>
            <a:spLocks noGrp="1"/>
          </p:cNvSpPr>
          <p:nvPr/>
        </p:nvSpPr>
        <p:spPr>
          <a:xfrm>
            <a:off x="211455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2" name="shape-467"/>
          <p:cNvSpPr>
            <a:spLocks noGrp="1"/>
          </p:cNvSpPr>
          <p:nvPr/>
        </p:nvSpPr>
        <p:spPr>
          <a:xfrm>
            <a:off x="218122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3" name="shape-468"/>
          <p:cNvSpPr>
            <a:spLocks noGrp="1"/>
          </p:cNvSpPr>
          <p:nvPr/>
        </p:nvSpPr>
        <p:spPr>
          <a:xfrm>
            <a:off x="224790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4" name="shape-469"/>
          <p:cNvSpPr>
            <a:spLocks noGrp="1"/>
          </p:cNvSpPr>
          <p:nvPr/>
        </p:nvSpPr>
        <p:spPr>
          <a:xfrm>
            <a:off x="2314575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5" name="shape-470"/>
          <p:cNvSpPr>
            <a:spLocks noGrp="1"/>
          </p:cNvSpPr>
          <p:nvPr/>
        </p:nvSpPr>
        <p:spPr>
          <a:xfrm>
            <a:off x="2381250" y="1564005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6" name="shape-471"/>
          <p:cNvSpPr>
            <a:spLocks noGrp="1"/>
          </p:cNvSpPr>
          <p:nvPr/>
        </p:nvSpPr>
        <p:spPr>
          <a:xfrm>
            <a:off x="1381125" y="157067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7" name="shape-472"/>
          <p:cNvSpPr>
            <a:spLocks noGrp="1"/>
          </p:cNvSpPr>
          <p:nvPr/>
        </p:nvSpPr>
        <p:spPr>
          <a:xfrm>
            <a:off x="1447800" y="1570672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8" name="shape-473"/>
          <p:cNvSpPr>
            <a:spLocks noGrp="1"/>
          </p:cNvSpPr>
          <p:nvPr/>
        </p:nvSpPr>
        <p:spPr>
          <a:xfrm>
            <a:off x="1514475" y="157067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9" name="shape-474"/>
          <p:cNvSpPr>
            <a:spLocks noGrp="1"/>
          </p:cNvSpPr>
          <p:nvPr/>
        </p:nvSpPr>
        <p:spPr>
          <a:xfrm>
            <a:off x="1581150" y="157067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0" name="shape-475"/>
          <p:cNvSpPr>
            <a:spLocks noGrp="1"/>
          </p:cNvSpPr>
          <p:nvPr/>
        </p:nvSpPr>
        <p:spPr>
          <a:xfrm>
            <a:off x="1647825" y="1570672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1" name="shape-476"/>
          <p:cNvSpPr>
            <a:spLocks noGrp="1"/>
          </p:cNvSpPr>
          <p:nvPr/>
        </p:nvSpPr>
        <p:spPr>
          <a:xfrm>
            <a:off x="1714500" y="157067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2" name="shape-477"/>
          <p:cNvSpPr>
            <a:spLocks noGrp="1"/>
          </p:cNvSpPr>
          <p:nvPr/>
        </p:nvSpPr>
        <p:spPr>
          <a:xfrm>
            <a:off x="1781175" y="1570672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3" name="shape-478"/>
          <p:cNvSpPr>
            <a:spLocks noGrp="1"/>
          </p:cNvSpPr>
          <p:nvPr/>
        </p:nvSpPr>
        <p:spPr>
          <a:xfrm>
            <a:off x="1847850" y="157067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4" name="shape-479"/>
          <p:cNvSpPr>
            <a:spLocks noGrp="1"/>
          </p:cNvSpPr>
          <p:nvPr/>
        </p:nvSpPr>
        <p:spPr>
          <a:xfrm>
            <a:off x="1914525" y="157067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5" name="shape-480"/>
          <p:cNvSpPr>
            <a:spLocks noGrp="1"/>
          </p:cNvSpPr>
          <p:nvPr/>
        </p:nvSpPr>
        <p:spPr>
          <a:xfrm>
            <a:off x="1981200" y="1570672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6" name="shape-481"/>
          <p:cNvSpPr>
            <a:spLocks noGrp="1"/>
          </p:cNvSpPr>
          <p:nvPr/>
        </p:nvSpPr>
        <p:spPr>
          <a:xfrm>
            <a:off x="2047875" y="157067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7" name="shape-482"/>
          <p:cNvSpPr>
            <a:spLocks noGrp="1"/>
          </p:cNvSpPr>
          <p:nvPr/>
        </p:nvSpPr>
        <p:spPr>
          <a:xfrm>
            <a:off x="2114550" y="15706725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8" name="shape-483"/>
          <p:cNvSpPr>
            <a:spLocks noGrp="1"/>
          </p:cNvSpPr>
          <p:nvPr/>
        </p:nvSpPr>
        <p:spPr>
          <a:xfrm>
            <a:off x="2181225" y="15706725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9" name="shape-484"/>
          <p:cNvSpPr>
            <a:spLocks noGrp="1"/>
          </p:cNvSpPr>
          <p:nvPr/>
        </p:nvSpPr>
        <p:spPr>
          <a:xfrm>
            <a:off x="2247900" y="15706725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0" name="shape-485"/>
          <p:cNvSpPr>
            <a:spLocks noGrp="1"/>
          </p:cNvSpPr>
          <p:nvPr/>
        </p:nvSpPr>
        <p:spPr>
          <a:xfrm>
            <a:off x="2314575" y="15706725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1" name="shape-486"/>
          <p:cNvSpPr>
            <a:spLocks noGrp="1"/>
          </p:cNvSpPr>
          <p:nvPr/>
        </p:nvSpPr>
        <p:spPr>
          <a:xfrm>
            <a:off x="2381250" y="15706725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2" name="shape-487"/>
          <p:cNvSpPr>
            <a:spLocks noGrp="1"/>
          </p:cNvSpPr>
          <p:nvPr/>
        </p:nvSpPr>
        <p:spPr>
          <a:xfrm>
            <a:off x="1381125" y="157734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3" name="shape-488"/>
          <p:cNvSpPr>
            <a:spLocks noGrp="1"/>
          </p:cNvSpPr>
          <p:nvPr/>
        </p:nvSpPr>
        <p:spPr>
          <a:xfrm>
            <a:off x="1447800" y="157734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4" name="shape-489"/>
          <p:cNvSpPr>
            <a:spLocks noGrp="1"/>
          </p:cNvSpPr>
          <p:nvPr/>
        </p:nvSpPr>
        <p:spPr>
          <a:xfrm>
            <a:off x="1514475" y="157734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5" name="shape-490"/>
          <p:cNvSpPr>
            <a:spLocks noGrp="1"/>
          </p:cNvSpPr>
          <p:nvPr/>
        </p:nvSpPr>
        <p:spPr>
          <a:xfrm>
            <a:off x="1581150" y="157734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6" name="shape-491"/>
          <p:cNvSpPr>
            <a:spLocks noGrp="1"/>
          </p:cNvSpPr>
          <p:nvPr/>
        </p:nvSpPr>
        <p:spPr>
          <a:xfrm>
            <a:off x="1647825" y="157734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7" name="shape-492"/>
          <p:cNvSpPr>
            <a:spLocks noGrp="1"/>
          </p:cNvSpPr>
          <p:nvPr/>
        </p:nvSpPr>
        <p:spPr>
          <a:xfrm>
            <a:off x="1714500" y="157734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8" name="shape-493"/>
          <p:cNvSpPr>
            <a:spLocks noGrp="1"/>
          </p:cNvSpPr>
          <p:nvPr/>
        </p:nvSpPr>
        <p:spPr>
          <a:xfrm>
            <a:off x="1781175" y="157734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9" name="shape-494"/>
          <p:cNvSpPr>
            <a:spLocks noGrp="1"/>
          </p:cNvSpPr>
          <p:nvPr/>
        </p:nvSpPr>
        <p:spPr>
          <a:xfrm>
            <a:off x="1847850" y="157734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0" name="shape-495"/>
          <p:cNvSpPr>
            <a:spLocks noGrp="1"/>
          </p:cNvSpPr>
          <p:nvPr/>
        </p:nvSpPr>
        <p:spPr>
          <a:xfrm>
            <a:off x="1914525" y="157734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1" name="shape-496"/>
          <p:cNvSpPr>
            <a:spLocks noGrp="1"/>
          </p:cNvSpPr>
          <p:nvPr/>
        </p:nvSpPr>
        <p:spPr>
          <a:xfrm>
            <a:off x="1981200" y="157734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2" name="shape-497"/>
          <p:cNvSpPr>
            <a:spLocks noGrp="1"/>
          </p:cNvSpPr>
          <p:nvPr/>
        </p:nvSpPr>
        <p:spPr>
          <a:xfrm>
            <a:off x="2047875" y="157734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3" name="shape-498"/>
          <p:cNvSpPr>
            <a:spLocks noGrp="1"/>
          </p:cNvSpPr>
          <p:nvPr/>
        </p:nvSpPr>
        <p:spPr>
          <a:xfrm>
            <a:off x="2114550" y="15773400"/>
            <a:ext cx="66675" cy="66675"/>
          </a:xfrm>
          <a:prstGeom prst="rect">
            <a:avLst/>
          </a:prstGeom>
          <a:solidFill>
            <a:srgbClr val="BE93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4" name="shape-499"/>
          <p:cNvSpPr>
            <a:spLocks noGrp="1"/>
          </p:cNvSpPr>
          <p:nvPr/>
        </p:nvSpPr>
        <p:spPr>
          <a:xfrm>
            <a:off x="2181225" y="15773400"/>
            <a:ext cx="66675" cy="66675"/>
          </a:xfrm>
          <a:prstGeom prst="rect">
            <a:avLst/>
          </a:prstGeom>
          <a:solidFill>
            <a:srgbClr val="73462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5" name="shape-500"/>
          <p:cNvSpPr>
            <a:spLocks noGrp="1"/>
          </p:cNvSpPr>
          <p:nvPr/>
        </p:nvSpPr>
        <p:spPr>
          <a:xfrm>
            <a:off x="2247900" y="15773400"/>
            <a:ext cx="66675" cy="66675"/>
          </a:xfrm>
          <a:prstGeom prst="rect">
            <a:avLst/>
          </a:prstGeom>
          <a:solidFill>
            <a:srgbClr val="DFC8B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6" name="shape-501"/>
          <p:cNvSpPr>
            <a:spLocks noGrp="1"/>
          </p:cNvSpPr>
          <p:nvPr/>
        </p:nvSpPr>
        <p:spPr>
          <a:xfrm>
            <a:off x="2314575" y="15773400"/>
            <a:ext cx="66675" cy="66675"/>
          </a:xfrm>
          <a:prstGeom prst="rect">
            <a:avLst/>
          </a:prstGeom>
          <a:solidFill>
            <a:srgbClr val="9B684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7" name="shape-502"/>
          <p:cNvSpPr>
            <a:spLocks noGrp="1"/>
          </p:cNvSpPr>
          <p:nvPr/>
        </p:nvSpPr>
        <p:spPr>
          <a:xfrm>
            <a:off x="2381250" y="15773400"/>
            <a:ext cx="66675" cy="66675"/>
          </a:xfrm>
          <a:prstGeom prst="rect">
            <a:avLst/>
          </a:prstGeom>
          <a:solidFill>
            <a:srgbClr val="F5EC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8" name="shape-503"/>
          <p:cNvSpPr>
            <a:spLocks noGrp="1"/>
          </p:cNvSpPr>
          <p:nvPr/>
        </p:nvSpPr>
        <p:spPr>
          <a:xfrm>
            <a:off x="1381125" y="15440025"/>
            <a:ext cx="1066800" cy="4000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859" name="Pattern weights 38 × 16"/>
          <p:cNvSpPr>
            <a:spLocks noGrp="1"/>
          </p:cNvSpPr>
          <p:nvPr/>
        </p:nvSpPr>
        <p:spPr>
          <a:xfrm>
            <a:off x="809625" y="15897225"/>
            <a:ext cx="23145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weights 38 × 16</a:t>
            </a:r>
            <a:endParaRPr sz="1594" b="0" i="0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0" name="operator-×"/>
          <p:cNvSpPr>
            <a:spLocks noGrp="1"/>
          </p:cNvSpPr>
          <p:nvPr/>
        </p:nvSpPr>
        <p:spPr>
          <a:xfrm>
            <a:off x="2800350" y="15525750"/>
            <a:ext cx="228600" cy="2286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17202D"/>
            </a:solidFill>
          </a:ln>
        </p:spPr>
      </p:sp>
      <p:sp>
        <p:nvSpPr>
          <p:cNvPr id="861" name="×"/>
          <p:cNvSpPr>
            <a:spLocks noGrp="1"/>
          </p:cNvSpPr>
          <p:nvPr/>
        </p:nvSpPr>
        <p:spPr>
          <a:xfrm>
            <a:off x="2800350" y="1552575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×</a:t>
            </a:r>
            <a:endParaRPr sz="1815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2" name="line-504"/>
          <p:cNvSpPr>
            <a:spLocks noGrp="1"/>
          </p:cNvSpPr>
          <p:nvPr/>
        </p:nvSpPr>
        <p:spPr>
          <a:xfrm>
            <a:off x="2447925" y="15640050"/>
            <a:ext cx="342900" cy="95"/>
          </a:xfrm>
          <a:custGeom>
            <a:avLst/>
            <a:gdLst/>
            <a:ahLst/>
            <a:cxnLst/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4763">
            <a:solidFill>
              <a:srgbClr val="805431"/>
            </a:solidFill>
            <a:prstDash val="solid"/>
          </a:ln>
        </p:spPr>
      </p:sp>
      <p:sp>
        <p:nvSpPr>
          <p:cNvPr id="863" name="line-505"/>
          <p:cNvSpPr>
            <a:spLocks noGrp="1"/>
          </p:cNvSpPr>
          <p:nvPr/>
        </p:nvSpPr>
        <p:spPr>
          <a:xfrm>
            <a:off x="2731685" y="156400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763">
            <a:solidFill>
              <a:srgbClr val="805431"/>
            </a:solidFill>
            <a:prstDash val="solid"/>
          </a:ln>
        </p:spPr>
      </p:sp>
      <p:sp>
        <p:nvSpPr>
          <p:cNvPr id="864" name="line-506"/>
          <p:cNvSpPr>
            <a:spLocks noGrp="1"/>
          </p:cNvSpPr>
          <p:nvPr/>
        </p:nvSpPr>
        <p:spPr>
          <a:xfrm>
            <a:off x="2731685" y="156092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763">
            <a:solidFill>
              <a:srgbClr val="805431"/>
            </a:solidFill>
            <a:prstDash val="solid"/>
          </a:ln>
        </p:spPr>
      </p:sp>
      <p:sp>
        <p:nvSpPr>
          <p:cNvPr id="865" name="line-507"/>
          <p:cNvSpPr>
            <a:spLocks noGrp="1"/>
          </p:cNvSpPr>
          <p:nvPr/>
        </p:nvSpPr>
        <p:spPr>
          <a:xfrm>
            <a:off x="5362575" y="14716125"/>
            <a:ext cx="95" cy="628650"/>
          </a:xfrm>
          <a:custGeom>
            <a:avLst/>
            <a:gdLst/>
            <a:ahLst/>
            <a:cxnLst/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6" name="line-508"/>
          <p:cNvSpPr>
            <a:spLocks noGrp="1"/>
          </p:cNvSpPr>
          <p:nvPr/>
        </p:nvSpPr>
        <p:spPr>
          <a:xfrm>
            <a:off x="2914650" y="15344775"/>
            <a:ext cx="2447925" cy="95"/>
          </a:xfrm>
          <a:custGeom>
            <a:avLst/>
            <a:gdLst/>
            <a:ahLst/>
            <a:cxnLst/>
            <a:pathLst>
              <a:path w="2447925" h="95">
                <a:moveTo>
                  <a:pt x="2447925" y="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7" name="line-509"/>
          <p:cNvSpPr>
            <a:spLocks noGrp="1"/>
          </p:cNvSpPr>
          <p:nvPr/>
        </p:nvSpPr>
        <p:spPr>
          <a:xfrm>
            <a:off x="2914650" y="15344775"/>
            <a:ext cx="95" cy="171450"/>
          </a:xfrm>
          <a:custGeom>
            <a:avLst/>
            <a:gdLst/>
            <a:ahLst/>
            <a:cxnLst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8" name="line-510"/>
          <p:cNvSpPr>
            <a:spLocks noGrp="1"/>
          </p:cNvSpPr>
          <p:nvPr/>
        </p:nvSpPr>
        <p:spPr>
          <a:xfrm>
            <a:off x="2883861" y="15457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69" name="line-511"/>
          <p:cNvSpPr>
            <a:spLocks noGrp="1"/>
          </p:cNvSpPr>
          <p:nvPr/>
        </p:nvSpPr>
        <p:spPr>
          <a:xfrm>
            <a:off x="2914650" y="154570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173">
            <a:solidFill>
              <a:srgbClr val="805431"/>
            </a:solidFill>
            <a:prstDash val="solid"/>
          </a:ln>
        </p:spPr>
      </p:sp>
      <p:sp>
        <p:nvSpPr>
          <p:cNvPr id="870" name="shape-512"/>
          <p:cNvSpPr>
            <a:spLocks noGrp="1"/>
          </p:cNvSpPr>
          <p:nvPr/>
        </p:nvSpPr>
        <p:spPr>
          <a:xfrm>
            <a:off x="3409950" y="15440025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1" name="shape-513"/>
          <p:cNvSpPr>
            <a:spLocks noGrp="1"/>
          </p:cNvSpPr>
          <p:nvPr/>
        </p:nvSpPr>
        <p:spPr>
          <a:xfrm>
            <a:off x="3476625" y="15440025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2" name="shape-514"/>
          <p:cNvSpPr>
            <a:spLocks noGrp="1"/>
          </p:cNvSpPr>
          <p:nvPr/>
        </p:nvSpPr>
        <p:spPr>
          <a:xfrm>
            <a:off x="3543300" y="1544002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3" name="shape-515"/>
          <p:cNvSpPr>
            <a:spLocks noGrp="1"/>
          </p:cNvSpPr>
          <p:nvPr/>
        </p:nvSpPr>
        <p:spPr>
          <a:xfrm>
            <a:off x="3609975" y="15440025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4" name="shape-516"/>
          <p:cNvSpPr>
            <a:spLocks noGrp="1"/>
          </p:cNvSpPr>
          <p:nvPr/>
        </p:nvSpPr>
        <p:spPr>
          <a:xfrm>
            <a:off x="3409950" y="15506700"/>
            <a:ext cx="66675" cy="66675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5" name="shape-517"/>
          <p:cNvSpPr>
            <a:spLocks noGrp="1"/>
          </p:cNvSpPr>
          <p:nvPr/>
        </p:nvSpPr>
        <p:spPr>
          <a:xfrm>
            <a:off x="3476625" y="15506700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6" name="shape-518"/>
          <p:cNvSpPr>
            <a:spLocks noGrp="1"/>
          </p:cNvSpPr>
          <p:nvPr/>
        </p:nvSpPr>
        <p:spPr>
          <a:xfrm>
            <a:off x="3543300" y="1550670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7" name="shape-519"/>
          <p:cNvSpPr>
            <a:spLocks noGrp="1"/>
          </p:cNvSpPr>
          <p:nvPr/>
        </p:nvSpPr>
        <p:spPr>
          <a:xfrm>
            <a:off x="3609975" y="15506700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8" name="shape-520"/>
          <p:cNvSpPr>
            <a:spLocks noGrp="1"/>
          </p:cNvSpPr>
          <p:nvPr/>
        </p:nvSpPr>
        <p:spPr>
          <a:xfrm>
            <a:off x="3409950" y="15573375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9" name="shape-521"/>
          <p:cNvSpPr>
            <a:spLocks noGrp="1"/>
          </p:cNvSpPr>
          <p:nvPr/>
        </p:nvSpPr>
        <p:spPr>
          <a:xfrm>
            <a:off x="3476625" y="15573375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0" name="shape-522"/>
          <p:cNvSpPr>
            <a:spLocks noGrp="1"/>
          </p:cNvSpPr>
          <p:nvPr/>
        </p:nvSpPr>
        <p:spPr>
          <a:xfrm>
            <a:off x="3543300" y="1557337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1" name="shape-523"/>
          <p:cNvSpPr>
            <a:spLocks noGrp="1"/>
          </p:cNvSpPr>
          <p:nvPr/>
        </p:nvSpPr>
        <p:spPr>
          <a:xfrm>
            <a:off x="3609975" y="15573375"/>
            <a:ext cx="66675" cy="66675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2" name="shape-524"/>
          <p:cNvSpPr>
            <a:spLocks noGrp="1"/>
          </p:cNvSpPr>
          <p:nvPr/>
        </p:nvSpPr>
        <p:spPr>
          <a:xfrm>
            <a:off x="3409950" y="1564005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3" name="shape-525"/>
          <p:cNvSpPr>
            <a:spLocks noGrp="1"/>
          </p:cNvSpPr>
          <p:nvPr/>
        </p:nvSpPr>
        <p:spPr>
          <a:xfrm>
            <a:off x="3476625" y="1564005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4" name="shape-526"/>
          <p:cNvSpPr>
            <a:spLocks noGrp="1"/>
          </p:cNvSpPr>
          <p:nvPr/>
        </p:nvSpPr>
        <p:spPr>
          <a:xfrm>
            <a:off x="3543300" y="1564005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5" name="shape-527"/>
          <p:cNvSpPr>
            <a:spLocks noGrp="1"/>
          </p:cNvSpPr>
          <p:nvPr/>
        </p:nvSpPr>
        <p:spPr>
          <a:xfrm>
            <a:off x="3609975" y="1564005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6" name="shape-528"/>
          <p:cNvSpPr>
            <a:spLocks noGrp="1"/>
          </p:cNvSpPr>
          <p:nvPr/>
        </p:nvSpPr>
        <p:spPr>
          <a:xfrm>
            <a:off x="3409950" y="15706725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7" name="shape-529"/>
          <p:cNvSpPr>
            <a:spLocks noGrp="1"/>
          </p:cNvSpPr>
          <p:nvPr/>
        </p:nvSpPr>
        <p:spPr>
          <a:xfrm>
            <a:off x="3476625" y="15706725"/>
            <a:ext cx="66675" cy="66675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8" name="shape-530"/>
          <p:cNvSpPr>
            <a:spLocks noGrp="1"/>
          </p:cNvSpPr>
          <p:nvPr/>
        </p:nvSpPr>
        <p:spPr>
          <a:xfrm>
            <a:off x="3543300" y="15706725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9" name="shape-531"/>
          <p:cNvSpPr>
            <a:spLocks noGrp="1"/>
          </p:cNvSpPr>
          <p:nvPr/>
        </p:nvSpPr>
        <p:spPr>
          <a:xfrm>
            <a:off x="3609975" y="15706725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0" name="shape-532"/>
          <p:cNvSpPr>
            <a:spLocks noGrp="1"/>
          </p:cNvSpPr>
          <p:nvPr/>
        </p:nvSpPr>
        <p:spPr>
          <a:xfrm>
            <a:off x="3409950" y="15773400"/>
            <a:ext cx="66675" cy="66675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1" name="shape-533"/>
          <p:cNvSpPr>
            <a:spLocks noGrp="1"/>
          </p:cNvSpPr>
          <p:nvPr/>
        </p:nvSpPr>
        <p:spPr>
          <a:xfrm>
            <a:off x="3476625" y="15773400"/>
            <a:ext cx="66675" cy="66675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2" name="shape-534"/>
          <p:cNvSpPr>
            <a:spLocks noGrp="1"/>
          </p:cNvSpPr>
          <p:nvPr/>
        </p:nvSpPr>
        <p:spPr>
          <a:xfrm>
            <a:off x="3543300" y="15773400"/>
            <a:ext cx="66675" cy="66675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3" name="shape-535"/>
          <p:cNvSpPr>
            <a:spLocks noGrp="1"/>
          </p:cNvSpPr>
          <p:nvPr/>
        </p:nvSpPr>
        <p:spPr>
          <a:xfrm>
            <a:off x="3609975" y="15773400"/>
            <a:ext cx="66675" cy="66675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4" name="shape-536"/>
          <p:cNvSpPr>
            <a:spLocks noGrp="1"/>
          </p:cNvSpPr>
          <p:nvPr/>
        </p:nvSpPr>
        <p:spPr>
          <a:xfrm>
            <a:off x="3409950" y="15440025"/>
            <a:ext cx="266700" cy="4000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895" name="line-537"/>
          <p:cNvSpPr>
            <a:spLocks noGrp="1"/>
          </p:cNvSpPr>
          <p:nvPr/>
        </p:nvSpPr>
        <p:spPr>
          <a:xfrm>
            <a:off x="3038475" y="15640050"/>
            <a:ext cx="371475" cy="95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896" name="line-538"/>
          <p:cNvSpPr>
            <a:spLocks noGrp="1"/>
          </p:cNvSpPr>
          <p:nvPr/>
        </p:nvSpPr>
        <p:spPr>
          <a:xfrm>
            <a:off x="3350810" y="156400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897" name="line-539"/>
          <p:cNvSpPr>
            <a:spLocks noGrp="1"/>
          </p:cNvSpPr>
          <p:nvPr/>
        </p:nvSpPr>
        <p:spPr>
          <a:xfrm>
            <a:off x="3350810" y="156092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898" name="Pattern context Cᴾ&#10;38 × 20"/>
          <p:cNvSpPr>
            <a:spLocks noGrp="1"/>
          </p:cNvSpPr>
          <p:nvPr/>
        </p:nvSpPr>
        <p:spPr>
          <a:xfrm>
            <a:off x="3857625" y="15459075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6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lnSpc>
                <a:spcPct val="95000"/>
              </a:lnSpc>
              <a:defRPr sz="1596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6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context Cᴾ</a:t>
            </a:r>
            <a:endParaRPr sz="1596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lnSpc>
                <a:spcPct val="95000"/>
              </a:lnSpc>
              <a:defRPr sz="1596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6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596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00" name="Geographic key update"/>
          <p:cNvSpPr>
            <a:spLocks noGrp="1"/>
          </p:cNvSpPr>
          <p:nvPr/>
        </p:nvSpPr>
        <p:spPr>
          <a:xfrm>
            <a:off x="7620000" y="14144625"/>
            <a:ext cx="25336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key update</a:t>
            </a:r>
            <a:endParaRPr sz="198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01" name="shape-541"/>
          <p:cNvSpPr>
            <a:spLocks noGrp="1"/>
          </p:cNvSpPr>
          <p:nvPr/>
        </p:nvSpPr>
        <p:spPr>
          <a:xfrm>
            <a:off x="8105775" y="1463992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2" name="shape-542"/>
          <p:cNvSpPr>
            <a:spLocks noGrp="1"/>
          </p:cNvSpPr>
          <p:nvPr/>
        </p:nvSpPr>
        <p:spPr>
          <a:xfrm>
            <a:off x="8201025" y="146399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3" name="shape-543"/>
          <p:cNvSpPr>
            <a:spLocks noGrp="1"/>
          </p:cNvSpPr>
          <p:nvPr/>
        </p:nvSpPr>
        <p:spPr>
          <a:xfrm>
            <a:off x="8296275" y="146399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4" name="shape-544"/>
          <p:cNvSpPr>
            <a:spLocks noGrp="1"/>
          </p:cNvSpPr>
          <p:nvPr/>
        </p:nvSpPr>
        <p:spPr>
          <a:xfrm>
            <a:off x="8391525" y="146399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5" name="shape-545"/>
          <p:cNvSpPr>
            <a:spLocks noGrp="1"/>
          </p:cNvSpPr>
          <p:nvPr/>
        </p:nvSpPr>
        <p:spPr>
          <a:xfrm>
            <a:off x="8105775" y="147351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6" name="shape-546"/>
          <p:cNvSpPr>
            <a:spLocks noGrp="1"/>
          </p:cNvSpPr>
          <p:nvPr/>
        </p:nvSpPr>
        <p:spPr>
          <a:xfrm>
            <a:off x="8201025" y="147351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7" name="shape-547"/>
          <p:cNvSpPr>
            <a:spLocks noGrp="1"/>
          </p:cNvSpPr>
          <p:nvPr/>
        </p:nvSpPr>
        <p:spPr>
          <a:xfrm>
            <a:off x="8296275" y="147351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8" name="shape-548"/>
          <p:cNvSpPr>
            <a:spLocks noGrp="1"/>
          </p:cNvSpPr>
          <p:nvPr/>
        </p:nvSpPr>
        <p:spPr>
          <a:xfrm>
            <a:off x="8391525" y="147351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9" name="shape-549"/>
          <p:cNvSpPr>
            <a:spLocks noGrp="1"/>
          </p:cNvSpPr>
          <p:nvPr/>
        </p:nvSpPr>
        <p:spPr>
          <a:xfrm>
            <a:off x="8105775" y="148304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0" name="shape-550"/>
          <p:cNvSpPr>
            <a:spLocks noGrp="1"/>
          </p:cNvSpPr>
          <p:nvPr/>
        </p:nvSpPr>
        <p:spPr>
          <a:xfrm>
            <a:off x="8201025" y="1483042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1" name="shape-551"/>
          <p:cNvSpPr>
            <a:spLocks noGrp="1"/>
          </p:cNvSpPr>
          <p:nvPr/>
        </p:nvSpPr>
        <p:spPr>
          <a:xfrm>
            <a:off x="8296275" y="148304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2" name="shape-552"/>
          <p:cNvSpPr>
            <a:spLocks noGrp="1"/>
          </p:cNvSpPr>
          <p:nvPr/>
        </p:nvSpPr>
        <p:spPr>
          <a:xfrm>
            <a:off x="8391525" y="1483042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3" name="shape-553"/>
          <p:cNvSpPr>
            <a:spLocks noGrp="1"/>
          </p:cNvSpPr>
          <p:nvPr/>
        </p:nvSpPr>
        <p:spPr>
          <a:xfrm>
            <a:off x="8105775" y="149256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4" name="shape-554"/>
          <p:cNvSpPr>
            <a:spLocks noGrp="1"/>
          </p:cNvSpPr>
          <p:nvPr/>
        </p:nvSpPr>
        <p:spPr>
          <a:xfrm>
            <a:off x="8201025" y="149256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5" name="shape-555"/>
          <p:cNvSpPr>
            <a:spLocks noGrp="1"/>
          </p:cNvSpPr>
          <p:nvPr/>
        </p:nvSpPr>
        <p:spPr>
          <a:xfrm>
            <a:off x="8296275" y="149256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6" name="shape-556"/>
          <p:cNvSpPr>
            <a:spLocks noGrp="1"/>
          </p:cNvSpPr>
          <p:nvPr/>
        </p:nvSpPr>
        <p:spPr>
          <a:xfrm>
            <a:off x="8391525" y="149256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7" name="shape-557"/>
          <p:cNvSpPr>
            <a:spLocks noGrp="1"/>
          </p:cNvSpPr>
          <p:nvPr/>
        </p:nvSpPr>
        <p:spPr>
          <a:xfrm>
            <a:off x="8105775" y="150209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8" name="shape-558"/>
          <p:cNvSpPr>
            <a:spLocks noGrp="1"/>
          </p:cNvSpPr>
          <p:nvPr/>
        </p:nvSpPr>
        <p:spPr>
          <a:xfrm>
            <a:off x="8201025" y="1502092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9" name="shape-559"/>
          <p:cNvSpPr>
            <a:spLocks noGrp="1"/>
          </p:cNvSpPr>
          <p:nvPr/>
        </p:nvSpPr>
        <p:spPr>
          <a:xfrm>
            <a:off x="8296275" y="150209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0" name="shape-560"/>
          <p:cNvSpPr>
            <a:spLocks noGrp="1"/>
          </p:cNvSpPr>
          <p:nvPr/>
        </p:nvSpPr>
        <p:spPr>
          <a:xfrm>
            <a:off x="8391525" y="1502092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1" name="shape-561"/>
          <p:cNvSpPr>
            <a:spLocks noGrp="1"/>
          </p:cNvSpPr>
          <p:nvPr/>
        </p:nvSpPr>
        <p:spPr>
          <a:xfrm>
            <a:off x="8105775" y="151161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2" name="shape-562"/>
          <p:cNvSpPr>
            <a:spLocks noGrp="1"/>
          </p:cNvSpPr>
          <p:nvPr/>
        </p:nvSpPr>
        <p:spPr>
          <a:xfrm>
            <a:off x="8201025" y="151161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3" name="shape-563"/>
          <p:cNvSpPr>
            <a:spLocks noGrp="1"/>
          </p:cNvSpPr>
          <p:nvPr/>
        </p:nvSpPr>
        <p:spPr>
          <a:xfrm>
            <a:off x="8296275" y="151161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4" name="shape-564"/>
          <p:cNvSpPr>
            <a:spLocks noGrp="1"/>
          </p:cNvSpPr>
          <p:nvPr/>
        </p:nvSpPr>
        <p:spPr>
          <a:xfrm>
            <a:off x="8391525" y="151161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5" name="shape-565"/>
          <p:cNvSpPr>
            <a:spLocks noGrp="1"/>
          </p:cNvSpPr>
          <p:nvPr/>
        </p:nvSpPr>
        <p:spPr>
          <a:xfrm>
            <a:off x="8105775" y="14639925"/>
            <a:ext cx="381000" cy="5715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926" name="+"/>
          <p:cNvSpPr>
            <a:spLocks noGrp="1"/>
          </p:cNvSpPr>
          <p:nvPr/>
        </p:nvSpPr>
        <p:spPr>
          <a:xfrm>
            <a:off x="8991600" y="147542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47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75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2475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27" name="shape-566"/>
          <p:cNvSpPr>
            <a:spLocks noGrp="1"/>
          </p:cNvSpPr>
          <p:nvPr/>
        </p:nvSpPr>
        <p:spPr>
          <a:xfrm>
            <a:off x="9810750" y="1463992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8" name="shape-567"/>
          <p:cNvSpPr>
            <a:spLocks noGrp="1"/>
          </p:cNvSpPr>
          <p:nvPr/>
        </p:nvSpPr>
        <p:spPr>
          <a:xfrm>
            <a:off x="9906000" y="1463992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9" name="shape-568"/>
          <p:cNvSpPr>
            <a:spLocks noGrp="1"/>
          </p:cNvSpPr>
          <p:nvPr/>
        </p:nvSpPr>
        <p:spPr>
          <a:xfrm>
            <a:off x="10001250" y="146399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0" name="shape-569"/>
          <p:cNvSpPr>
            <a:spLocks noGrp="1"/>
          </p:cNvSpPr>
          <p:nvPr/>
        </p:nvSpPr>
        <p:spPr>
          <a:xfrm>
            <a:off x="10096500" y="1463992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1" name="shape-570"/>
          <p:cNvSpPr>
            <a:spLocks noGrp="1"/>
          </p:cNvSpPr>
          <p:nvPr/>
        </p:nvSpPr>
        <p:spPr>
          <a:xfrm>
            <a:off x="9810750" y="14735175"/>
            <a:ext cx="95250" cy="95250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2" name="shape-571"/>
          <p:cNvSpPr>
            <a:spLocks noGrp="1"/>
          </p:cNvSpPr>
          <p:nvPr/>
        </p:nvSpPr>
        <p:spPr>
          <a:xfrm>
            <a:off x="9906000" y="1473517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3" name="shape-572"/>
          <p:cNvSpPr>
            <a:spLocks noGrp="1"/>
          </p:cNvSpPr>
          <p:nvPr/>
        </p:nvSpPr>
        <p:spPr>
          <a:xfrm>
            <a:off x="10001250" y="147351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4" name="shape-573"/>
          <p:cNvSpPr>
            <a:spLocks noGrp="1"/>
          </p:cNvSpPr>
          <p:nvPr/>
        </p:nvSpPr>
        <p:spPr>
          <a:xfrm>
            <a:off x="10096500" y="1473517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5" name="shape-574"/>
          <p:cNvSpPr>
            <a:spLocks noGrp="1"/>
          </p:cNvSpPr>
          <p:nvPr/>
        </p:nvSpPr>
        <p:spPr>
          <a:xfrm>
            <a:off x="9810750" y="1483042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6" name="shape-575"/>
          <p:cNvSpPr>
            <a:spLocks noGrp="1"/>
          </p:cNvSpPr>
          <p:nvPr/>
        </p:nvSpPr>
        <p:spPr>
          <a:xfrm>
            <a:off x="9906000" y="1483042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7" name="shape-576"/>
          <p:cNvSpPr>
            <a:spLocks noGrp="1"/>
          </p:cNvSpPr>
          <p:nvPr/>
        </p:nvSpPr>
        <p:spPr>
          <a:xfrm>
            <a:off x="10001250" y="148304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8" name="shape-577"/>
          <p:cNvSpPr>
            <a:spLocks noGrp="1"/>
          </p:cNvSpPr>
          <p:nvPr/>
        </p:nvSpPr>
        <p:spPr>
          <a:xfrm>
            <a:off x="10096500" y="14830425"/>
            <a:ext cx="95250" cy="95250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9" name="shape-578"/>
          <p:cNvSpPr>
            <a:spLocks noGrp="1"/>
          </p:cNvSpPr>
          <p:nvPr/>
        </p:nvSpPr>
        <p:spPr>
          <a:xfrm>
            <a:off x="9810750" y="149256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0" name="shape-579"/>
          <p:cNvSpPr>
            <a:spLocks noGrp="1"/>
          </p:cNvSpPr>
          <p:nvPr/>
        </p:nvSpPr>
        <p:spPr>
          <a:xfrm>
            <a:off x="9906000" y="149256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1" name="shape-580"/>
          <p:cNvSpPr>
            <a:spLocks noGrp="1"/>
          </p:cNvSpPr>
          <p:nvPr/>
        </p:nvSpPr>
        <p:spPr>
          <a:xfrm>
            <a:off x="10001250" y="149256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2" name="shape-581"/>
          <p:cNvSpPr>
            <a:spLocks noGrp="1"/>
          </p:cNvSpPr>
          <p:nvPr/>
        </p:nvSpPr>
        <p:spPr>
          <a:xfrm>
            <a:off x="10096500" y="149256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3" name="shape-582"/>
          <p:cNvSpPr>
            <a:spLocks noGrp="1"/>
          </p:cNvSpPr>
          <p:nvPr/>
        </p:nvSpPr>
        <p:spPr>
          <a:xfrm>
            <a:off x="9810750" y="1502092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4" name="shape-583"/>
          <p:cNvSpPr>
            <a:spLocks noGrp="1"/>
          </p:cNvSpPr>
          <p:nvPr/>
        </p:nvSpPr>
        <p:spPr>
          <a:xfrm>
            <a:off x="9906000" y="15020925"/>
            <a:ext cx="95250" cy="95250"/>
          </a:xfrm>
          <a:prstGeom prst="rect">
            <a:avLst/>
          </a:prstGeom>
          <a:solidFill>
            <a:srgbClr val="557F60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5" name="shape-584"/>
          <p:cNvSpPr>
            <a:spLocks noGrp="1"/>
          </p:cNvSpPr>
          <p:nvPr/>
        </p:nvSpPr>
        <p:spPr>
          <a:xfrm>
            <a:off x="10001250" y="1502092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6" name="shape-585"/>
          <p:cNvSpPr>
            <a:spLocks noGrp="1"/>
          </p:cNvSpPr>
          <p:nvPr/>
        </p:nvSpPr>
        <p:spPr>
          <a:xfrm>
            <a:off x="10096500" y="1502092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7" name="shape-586"/>
          <p:cNvSpPr>
            <a:spLocks noGrp="1"/>
          </p:cNvSpPr>
          <p:nvPr/>
        </p:nvSpPr>
        <p:spPr>
          <a:xfrm>
            <a:off x="9810750" y="15116175"/>
            <a:ext cx="95250" cy="95250"/>
          </a:xfrm>
          <a:prstGeom prst="rect">
            <a:avLst/>
          </a:prstGeom>
          <a:solidFill>
            <a:srgbClr val="EAF1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8" name="shape-587"/>
          <p:cNvSpPr>
            <a:spLocks noGrp="1"/>
          </p:cNvSpPr>
          <p:nvPr/>
        </p:nvSpPr>
        <p:spPr>
          <a:xfrm>
            <a:off x="9906000" y="15116175"/>
            <a:ext cx="95250" cy="95250"/>
          </a:xfrm>
          <a:prstGeom prst="rect">
            <a:avLst/>
          </a:prstGeom>
          <a:solidFill>
            <a:srgbClr val="92B3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9" name="shape-588"/>
          <p:cNvSpPr>
            <a:spLocks noGrp="1"/>
          </p:cNvSpPr>
          <p:nvPr/>
        </p:nvSpPr>
        <p:spPr>
          <a:xfrm>
            <a:off x="10001250" y="15116175"/>
            <a:ext cx="95250" cy="95250"/>
          </a:xfrm>
          <a:prstGeom prst="rect">
            <a:avLst/>
          </a:prstGeom>
          <a:solidFill>
            <a:srgbClr val="295A3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0" name="shape-589"/>
          <p:cNvSpPr>
            <a:spLocks noGrp="1"/>
          </p:cNvSpPr>
          <p:nvPr/>
        </p:nvSpPr>
        <p:spPr>
          <a:xfrm>
            <a:off x="10096500" y="15116175"/>
            <a:ext cx="95250" cy="95250"/>
          </a:xfrm>
          <a:prstGeom prst="rect">
            <a:avLst/>
          </a:prstGeom>
          <a:solidFill>
            <a:srgbClr val="C4D8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1" name="shape-590"/>
          <p:cNvSpPr>
            <a:spLocks noGrp="1"/>
          </p:cNvSpPr>
          <p:nvPr/>
        </p:nvSpPr>
        <p:spPr>
          <a:xfrm>
            <a:off x="9810750" y="14639925"/>
            <a:ext cx="381000" cy="5715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957" name="line-596"/>
          <p:cNvSpPr>
            <a:spLocks noGrp="1"/>
          </p:cNvSpPr>
          <p:nvPr/>
        </p:nvSpPr>
        <p:spPr>
          <a:xfrm>
            <a:off x="10191750" y="14925675"/>
            <a:ext cx="1819275" cy="95"/>
          </a:xfrm>
          <a:custGeom>
            <a:avLst/>
            <a:gdLst/>
            <a:ahLst/>
            <a:cxnLst/>
            <a:pathLst>
              <a:path w="1819275" h="9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/>
          <a:ln w="23622">
            <a:solidFill>
              <a:srgbClr val="315F46"/>
            </a:solidFill>
            <a:prstDash val="solid"/>
          </a:ln>
        </p:spPr>
      </p:sp>
      <p:sp>
        <p:nvSpPr>
          <p:cNvPr id="958" name="line-597"/>
          <p:cNvSpPr>
            <a:spLocks noGrp="1"/>
          </p:cNvSpPr>
          <p:nvPr/>
        </p:nvSpPr>
        <p:spPr>
          <a:xfrm>
            <a:off x="11951885" y="149256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23622">
            <a:solidFill>
              <a:srgbClr val="315F46"/>
            </a:solidFill>
            <a:prstDash val="solid"/>
          </a:ln>
        </p:spPr>
      </p:sp>
      <p:sp>
        <p:nvSpPr>
          <p:cNvPr id="959" name="line-598"/>
          <p:cNvSpPr>
            <a:spLocks noGrp="1"/>
          </p:cNvSpPr>
          <p:nvPr/>
        </p:nvSpPr>
        <p:spPr>
          <a:xfrm>
            <a:off x="11951885" y="148948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23622">
            <a:solidFill>
              <a:srgbClr val="315F46"/>
            </a:solidFill>
            <a:prstDash val="solid"/>
          </a:ln>
        </p:spPr>
      </p:sp>
      <p:sp>
        <p:nvSpPr>
          <p:cNvPr id="960" name="shape-599"/>
          <p:cNvSpPr>
            <a:spLocks noGrp="1"/>
          </p:cNvSpPr>
          <p:nvPr/>
        </p:nvSpPr>
        <p:spPr>
          <a:xfrm>
            <a:off x="12020550" y="1463992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1" name="shape-600"/>
          <p:cNvSpPr>
            <a:spLocks noGrp="1"/>
          </p:cNvSpPr>
          <p:nvPr/>
        </p:nvSpPr>
        <p:spPr>
          <a:xfrm>
            <a:off x="12115800" y="1463992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2" name="shape-601"/>
          <p:cNvSpPr>
            <a:spLocks noGrp="1"/>
          </p:cNvSpPr>
          <p:nvPr/>
        </p:nvSpPr>
        <p:spPr>
          <a:xfrm>
            <a:off x="12211050" y="146399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3" name="shape-602"/>
          <p:cNvSpPr>
            <a:spLocks noGrp="1"/>
          </p:cNvSpPr>
          <p:nvPr/>
        </p:nvSpPr>
        <p:spPr>
          <a:xfrm>
            <a:off x="12306300" y="1463992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4" name="shape-603"/>
          <p:cNvSpPr>
            <a:spLocks noGrp="1"/>
          </p:cNvSpPr>
          <p:nvPr/>
        </p:nvSpPr>
        <p:spPr>
          <a:xfrm>
            <a:off x="12020550" y="147351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5" name="shape-604"/>
          <p:cNvSpPr>
            <a:spLocks noGrp="1"/>
          </p:cNvSpPr>
          <p:nvPr/>
        </p:nvSpPr>
        <p:spPr>
          <a:xfrm>
            <a:off x="12115800" y="1473517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6" name="shape-605"/>
          <p:cNvSpPr>
            <a:spLocks noGrp="1"/>
          </p:cNvSpPr>
          <p:nvPr/>
        </p:nvSpPr>
        <p:spPr>
          <a:xfrm>
            <a:off x="12211050" y="1473517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7" name="shape-606"/>
          <p:cNvSpPr>
            <a:spLocks noGrp="1"/>
          </p:cNvSpPr>
          <p:nvPr/>
        </p:nvSpPr>
        <p:spPr>
          <a:xfrm>
            <a:off x="12306300" y="1473517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8" name="shape-607"/>
          <p:cNvSpPr>
            <a:spLocks noGrp="1"/>
          </p:cNvSpPr>
          <p:nvPr/>
        </p:nvSpPr>
        <p:spPr>
          <a:xfrm>
            <a:off x="12020550" y="1483042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9" name="shape-608"/>
          <p:cNvSpPr>
            <a:spLocks noGrp="1"/>
          </p:cNvSpPr>
          <p:nvPr/>
        </p:nvSpPr>
        <p:spPr>
          <a:xfrm>
            <a:off x="12115800" y="1483042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0" name="shape-609"/>
          <p:cNvSpPr>
            <a:spLocks noGrp="1"/>
          </p:cNvSpPr>
          <p:nvPr/>
        </p:nvSpPr>
        <p:spPr>
          <a:xfrm>
            <a:off x="12211050" y="1483042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1" name="shape-610"/>
          <p:cNvSpPr>
            <a:spLocks noGrp="1"/>
          </p:cNvSpPr>
          <p:nvPr/>
        </p:nvSpPr>
        <p:spPr>
          <a:xfrm>
            <a:off x="12306300" y="1483042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2" name="shape-611"/>
          <p:cNvSpPr>
            <a:spLocks noGrp="1"/>
          </p:cNvSpPr>
          <p:nvPr/>
        </p:nvSpPr>
        <p:spPr>
          <a:xfrm>
            <a:off x="12020550" y="149256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3" name="shape-612"/>
          <p:cNvSpPr>
            <a:spLocks noGrp="1"/>
          </p:cNvSpPr>
          <p:nvPr/>
        </p:nvSpPr>
        <p:spPr>
          <a:xfrm>
            <a:off x="12115800" y="149256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4" name="shape-613"/>
          <p:cNvSpPr>
            <a:spLocks noGrp="1"/>
          </p:cNvSpPr>
          <p:nvPr/>
        </p:nvSpPr>
        <p:spPr>
          <a:xfrm>
            <a:off x="12211050" y="149256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5" name="shape-614"/>
          <p:cNvSpPr>
            <a:spLocks noGrp="1"/>
          </p:cNvSpPr>
          <p:nvPr/>
        </p:nvSpPr>
        <p:spPr>
          <a:xfrm>
            <a:off x="12306300" y="149256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6" name="shape-615"/>
          <p:cNvSpPr>
            <a:spLocks noGrp="1"/>
          </p:cNvSpPr>
          <p:nvPr/>
        </p:nvSpPr>
        <p:spPr>
          <a:xfrm>
            <a:off x="12020550" y="1502092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7" name="shape-616"/>
          <p:cNvSpPr>
            <a:spLocks noGrp="1"/>
          </p:cNvSpPr>
          <p:nvPr/>
        </p:nvSpPr>
        <p:spPr>
          <a:xfrm>
            <a:off x="12115800" y="1502092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8" name="shape-617"/>
          <p:cNvSpPr>
            <a:spLocks noGrp="1"/>
          </p:cNvSpPr>
          <p:nvPr/>
        </p:nvSpPr>
        <p:spPr>
          <a:xfrm>
            <a:off x="12211050" y="15020925"/>
            <a:ext cx="95250" cy="95250"/>
          </a:xfrm>
          <a:prstGeom prst="rect">
            <a:avLst/>
          </a:prstGeom>
          <a:solidFill>
            <a:srgbClr val="A0C4A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9" name="shape-618"/>
          <p:cNvSpPr>
            <a:spLocks noGrp="1"/>
          </p:cNvSpPr>
          <p:nvPr/>
        </p:nvSpPr>
        <p:spPr>
          <a:xfrm>
            <a:off x="12306300" y="1502092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0" name="shape-619"/>
          <p:cNvSpPr>
            <a:spLocks noGrp="1"/>
          </p:cNvSpPr>
          <p:nvPr/>
        </p:nvSpPr>
        <p:spPr>
          <a:xfrm>
            <a:off x="12020550" y="15116175"/>
            <a:ext cx="95250" cy="95250"/>
          </a:xfrm>
          <a:prstGeom prst="rect">
            <a:avLst/>
          </a:prstGeom>
          <a:solidFill>
            <a:srgbClr val="3E754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1" name="shape-620"/>
          <p:cNvSpPr>
            <a:spLocks noGrp="1"/>
          </p:cNvSpPr>
          <p:nvPr/>
        </p:nvSpPr>
        <p:spPr>
          <a:xfrm>
            <a:off x="12115800" y="15116175"/>
            <a:ext cx="95250" cy="95250"/>
          </a:xfrm>
          <a:prstGeom prst="rect">
            <a:avLst/>
          </a:prstGeom>
          <a:solidFill>
            <a:srgbClr val="D7E8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2" name="shape-621"/>
          <p:cNvSpPr>
            <a:spLocks noGrp="1"/>
          </p:cNvSpPr>
          <p:nvPr/>
        </p:nvSpPr>
        <p:spPr>
          <a:xfrm>
            <a:off x="12211050" y="15116175"/>
            <a:ext cx="95250" cy="95250"/>
          </a:xfrm>
          <a:prstGeom prst="rect">
            <a:avLst/>
          </a:prstGeom>
          <a:solidFill>
            <a:srgbClr val="67996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3" name="shape-622"/>
          <p:cNvSpPr>
            <a:spLocks noGrp="1"/>
          </p:cNvSpPr>
          <p:nvPr/>
        </p:nvSpPr>
        <p:spPr>
          <a:xfrm>
            <a:off x="12306300" y="15116175"/>
            <a:ext cx="95250" cy="95250"/>
          </a:xfrm>
          <a:prstGeom prst="rect">
            <a:avLst/>
          </a:prstGeom>
          <a:solidFill>
            <a:srgbClr val="1D4D2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4" name="shape-623"/>
          <p:cNvSpPr>
            <a:spLocks noGrp="1"/>
          </p:cNvSpPr>
          <p:nvPr/>
        </p:nvSpPr>
        <p:spPr>
          <a:xfrm>
            <a:off x="12020550" y="14639925"/>
            <a:ext cx="381000" cy="571500"/>
          </a:xfrm>
          <a:prstGeom prst="rect">
            <a:avLst/>
          </a:prstGeom>
          <a:noFill/>
          <a:ln w="20079">
            <a:solidFill>
              <a:srgbClr val="315F46"/>
            </a:solidFill>
            <a:prstDash val="solid"/>
          </a:ln>
        </p:spPr>
      </p:sp>
      <p:sp>
        <p:nvSpPr>
          <p:cNvPr id="985" name="Base key Kᴳ"/>
          <p:cNvSpPr>
            <a:spLocks noGrp="1"/>
          </p:cNvSpPr>
          <p:nvPr/>
        </p:nvSpPr>
        <p:spPr>
          <a:xfrm>
            <a:off x="7658100" y="15297150"/>
            <a:ext cx="1438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 key Kᴳ</a:t>
            </a:r>
            <a:endParaRPr sz="1781" b="0" i="0">
              <a:solidFill>
                <a:srgbClr val="4F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6" name="Context Cᴾ"/>
          <p:cNvSpPr>
            <a:spLocks noGrp="1"/>
          </p:cNvSpPr>
          <p:nvPr/>
        </p:nvSpPr>
        <p:spPr>
          <a:xfrm>
            <a:off x="9420225" y="15297150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Context Cᴾ</a:t>
            </a:r>
            <a:endParaRPr sz="1781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7" name="Updated key K̃ᴳ"/>
          <p:cNvSpPr>
            <a:spLocks noGrp="1"/>
          </p:cNvSpPr>
          <p:nvPr/>
        </p:nvSpPr>
        <p:spPr>
          <a:xfrm>
            <a:off x="11287125" y="15297150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Updated key K̃ᴳ</a:t>
            </a:r>
            <a:endParaRPr sz="1800" b="1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8" name="K̃ᴳ = Kᴳ + Cᴾ"/>
          <p:cNvSpPr>
            <a:spLocks noGrp="1"/>
          </p:cNvSpPr>
          <p:nvPr/>
        </p:nvSpPr>
        <p:spPr>
          <a:xfrm>
            <a:off x="10553700" y="14487525"/>
            <a:ext cx="13525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1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K̃ᴳ = Kᴳ + Cᴾ</a:t>
            </a:r>
            <a:endParaRPr sz="1781" b="0" i="1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9" name="softmax(Qᴳ K̃ᴳᵀ / √dₕ + Mᴳ) Vᴳ"/>
          <p:cNvSpPr>
            <a:spLocks noGrp="1"/>
          </p:cNvSpPr>
          <p:nvPr/>
        </p:nvSpPr>
        <p:spPr>
          <a:xfrm>
            <a:off x="7972425" y="15811500"/>
            <a:ext cx="5219700" cy="352425"/>
          </a:xfrm>
          <a:prstGeom prst="rect">
            <a:avLst/>
          </a:prstGeom>
          <a:solidFill>
            <a:srgbClr val="D2E3D7"/>
          </a:solidFill>
          <a:ln w="15355">
            <a:solidFill>
              <a:srgbClr val="315F46"/>
            </a:solidFill>
            <a:prstDash val="solid"/>
          </a:ln>
        </p:spPr>
      </p:sp>
      <p:sp>
        <p:nvSpPr>
          <p:cNvPr id="990" name="softmax(Qᴳ K̃ᴳᵀ / √dₕ + Mᴳ) Vᴳ"/>
          <p:cNvSpPr>
            <a:spLocks noGrp="1"/>
          </p:cNvSpPr>
          <p:nvPr/>
        </p:nvSpPr>
        <p:spPr>
          <a:xfrm>
            <a:off x="8010525" y="15830550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softmax(Qᴳ K̃ᴳᵀ / √d</a:t>
            </a:r>
            <a:r>
              <a:rPr sz="1452" b="0" i="0" baseline="-2500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2070" b="0" i="0">
                <a:solidFill>
                  <a:srgbClr val="1B1B1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+ Mᴳ) Vᴳ</a:t>
            </a:r>
            <a:endParaRPr sz="2070" b="0" i="0">
              <a:solidFill>
                <a:srgbClr val="1B1B1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1" name="line-624"/>
          <p:cNvSpPr>
            <a:spLocks noGrp="1"/>
          </p:cNvSpPr>
          <p:nvPr/>
        </p:nvSpPr>
        <p:spPr>
          <a:xfrm>
            <a:off x="12211050" y="15535275"/>
            <a:ext cx="95" cy="276225"/>
          </a:xfrm>
          <a:custGeom>
            <a:avLst/>
            <a:gdLst/>
            <a:ahLst/>
            <a:cxnLst/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992" name="line-625"/>
          <p:cNvSpPr>
            <a:spLocks noGrp="1"/>
          </p:cNvSpPr>
          <p:nvPr/>
        </p:nvSpPr>
        <p:spPr>
          <a:xfrm>
            <a:off x="12180261" y="15752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993" name="line-626"/>
          <p:cNvSpPr>
            <a:spLocks noGrp="1"/>
          </p:cNvSpPr>
          <p:nvPr/>
        </p:nvSpPr>
        <p:spPr>
          <a:xfrm>
            <a:off x="12211050" y="15752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994" name="Qᴳ, Vᴳ"/>
          <p:cNvSpPr>
            <a:spLocks noGrp="1"/>
          </p:cNvSpPr>
          <p:nvPr/>
        </p:nvSpPr>
        <p:spPr>
          <a:xfrm>
            <a:off x="7458075" y="1569720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4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94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94" b="0" i="0">
                <a:solidFill>
                  <a:srgbClr val="4F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Qᴳ, Vᴳ</a:t>
            </a:r>
            <a:endParaRPr sz="1594" b="0" i="0">
              <a:solidFill>
                <a:srgbClr val="4F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5" name="line-627"/>
          <p:cNvSpPr>
            <a:spLocks noGrp="1"/>
          </p:cNvSpPr>
          <p:nvPr/>
        </p:nvSpPr>
        <p:spPr>
          <a:xfrm>
            <a:off x="7800975" y="15925800"/>
            <a:ext cx="171450" cy="95"/>
          </a:xfrm>
          <a:custGeom>
            <a:avLst/>
            <a:gdLst/>
            <a:ahLst/>
            <a:cxnLst/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4173">
            <a:solidFill>
              <a:srgbClr val="5E788B"/>
            </a:solidFill>
            <a:prstDash val="solid"/>
          </a:ln>
        </p:spPr>
      </p:sp>
      <p:sp>
        <p:nvSpPr>
          <p:cNvPr id="996" name="line-628"/>
          <p:cNvSpPr>
            <a:spLocks noGrp="1"/>
          </p:cNvSpPr>
          <p:nvPr/>
        </p:nvSpPr>
        <p:spPr>
          <a:xfrm>
            <a:off x="7913285" y="159258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5E788B"/>
            </a:solidFill>
            <a:prstDash val="solid"/>
          </a:ln>
        </p:spPr>
      </p:sp>
      <p:sp>
        <p:nvSpPr>
          <p:cNvPr id="997" name="line-629"/>
          <p:cNvSpPr>
            <a:spLocks noGrp="1"/>
          </p:cNvSpPr>
          <p:nvPr/>
        </p:nvSpPr>
        <p:spPr>
          <a:xfrm>
            <a:off x="7913285" y="158950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5E788B"/>
            </a:solidFill>
            <a:prstDash val="solid"/>
          </a:ln>
        </p:spPr>
      </p:sp>
      <p:sp>
        <p:nvSpPr>
          <p:cNvPr id="998" name="schematic"/>
          <p:cNvSpPr>
            <a:spLocks noGrp="1"/>
          </p:cNvSpPr>
          <p:nvPr/>
        </p:nvSpPr>
        <p:spPr>
          <a:xfrm>
            <a:off x="12382500" y="16792575"/>
            <a:ext cx="12287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schematic</a:t>
            </a:r>
            <a:endParaRPr sz="1688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9" name="Resource i*"/>
          <p:cNvSpPr>
            <a:spLocks noGrp="1"/>
          </p:cNvSpPr>
          <p:nvPr/>
        </p:nvSpPr>
        <p:spPr>
          <a:xfrm>
            <a:off x="581025" y="17364075"/>
            <a:ext cx="1276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66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66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66" b="1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i*</a:t>
            </a:r>
            <a:endParaRPr sz="1966" b="1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0" name="line-630"/>
          <p:cNvSpPr>
            <a:spLocks noGrp="1"/>
          </p:cNvSpPr>
          <p:nvPr/>
        </p:nvSpPr>
        <p:spPr>
          <a:xfrm>
            <a:off x="1962150" y="17535525"/>
            <a:ext cx="4105275" cy="95"/>
          </a:xfrm>
          <a:custGeom>
            <a:avLst/>
            <a:gdLst/>
            <a:ahLst/>
            <a:cxnLst/>
            <a:pathLst>
              <a:path w="4105275" h="95">
                <a:moveTo>
                  <a:pt x="0" y="0"/>
                </a:moveTo>
                <a:lnTo>
                  <a:pt x="4105275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001" name="line-631"/>
          <p:cNvSpPr>
            <a:spLocks noGrp="1"/>
          </p:cNvSpPr>
          <p:nvPr/>
        </p:nvSpPr>
        <p:spPr>
          <a:xfrm>
            <a:off x="6008285" y="175355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002" name="line-632"/>
          <p:cNvSpPr>
            <a:spLocks noGrp="1"/>
          </p:cNvSpPr>
          <p:nvPr/>
        </p:nvSpPr>
        <p:spPr>
          <a:xfrm>
            <a:off x="6008285" y="175047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15B79"/>
            </a:solidFill>
            <a:prstDash val="solid"/>
          </a:ln>
        </p:spPr>
      </p:sp>
      <p:sp>
        <p:nvSpPr>
          <p:cNvPr id="1003" name="line-633"/>
          <p:cNvSpPr>
            <a:spLocks noGrp="1"/>
          </p:cNvSpPr>
          <p:nvPr/>
        </p:nvSpPr>
        <p:spPr>
          <a:xfrm>
            <a:off x="1962150" y="1747837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15B79"/>
            </a:solidFill>
            <a:prstDash val="solid"/>
          </a:ln>
        </p:spPr>
      </p:sp>
      <p:sp>
        <p:nvSpPr>
          <p:cNvPr id="1004" name="line-634"/>
          <p:cNvSpPr>
            <a:spLocks noGrp="1"/>
          </p:cNvSpPr>
          <p:nvPr/>
        </p:nvSpPr>
        <p:spPr>
          <a:xfrm>
            <a:off x="2914650" y="1747837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15B79"/>
            </a:solidFill>
            <a:prstDash val="solid"/>
          </a:ln>
        </p:spPr>
      </p:sp>
      <p:sp>
        <p:nvSpPr>
          <p:cNvPr id="1005" name="line-635"/>
          <p:cNvSpPr>
            <a:spLocks noGrp="1"/>
          </p:cNvSpPr>
          <p:nvPr/>
        </p:nvSpPr>
        <p:spPr>
          <a:xfrm>
            <a:off x="4819650" y="1747837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15B79"/>
            </a:solidFill>
            <a:prstDash val="solid"/>
          </a:ln>
        </p:spPr>
      </p:sp>
      <p:sp>
        <p:nvSpPr>
          <p:cNvPr id="1006" name="t"/>
          <p:cNvSpPr>
            <a:spLocks noGrp="1"/>
          </p:cNvSpPr>
          <p:nvPr/>
        </p:nvSpPr>
        <p:spPr>
          <a:xfrm>
            <a:off x="1819275" y="17240250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</a:t>
            </a:r>
            <a:endParaRPr sz="1781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7" name="t + ŝ"/>
          <p:cNvSpPr>
            <a:spLocks noGrp="1"/>
          </p:cNvSpPr>
          <p:nvPr/>
        </p:nvSpPr>
        <p:spPr>
          <a:xfrm>
            <a:off x="2600325" y="172402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</a:t>
            </a:r>
            <a:endParaRPr sz="1781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8" name="t + ŝ + d̂"/>
          <p:cNvSpPr>
            <a:spLocks noGrp="1"/>
          </p:cNvSpPr>
          <p:nvPr/>
        </p:nvSpPr>
        <p:spPr>
          <a:xfrm>
            <a:off x="4381500" y="1724025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81" b="0" i="1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 + d̂</a:t>
            </a:r>
            <a:endParaRPr sz="1781" b="0" i="1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9" name="State"/>
          <p:cNvSpPr>
            <a:spLocks noGrp="1"/>
          </p:cNvSpPr>
          <p:nvPr/>
        </p:nvSpPr>
        <p:spPr>
          <a:xfrm>
            <a:off x="600075" y="17830800"/>
            <a:ext cx="1152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</a:t>
            </a:r>
            <a:endParaRPr sz="18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10" name="Predicted occupancy cell"/>
          <p:cNvSpPr>
            <a:spLocks noGrp="1"/>
          </p:cNvSpPr>
          <p:nvPr/>
        </p:nvSpPr>
        <p:spPr>
          <a:xfrm>
            <a:off x="19621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1" name="Predicted occupancy cell"/>
          <p:cNvSpPr>
            <a:spLocks noGrp="1"/>
          </p:cNvSpPr>
          <p:nvPr/>
        </p:nvSpPr>
        <p:spPr>
          <a:xfrm>
            <a:off x="21526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2" name="Predicted occupancy cell"/>
          <p:cNvSpPr>
            <a:spLocks noGrp="1"/>
          </p:cNvSpPr>
          <p:nvPr/>
        </p:nvSpPr>
        <p:spPr>
          <a:xfrm>
            <a:off x="23431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3" name="Predicted occupancy cell"/>
          <p:cNvSpPr>
            <a:spLocks noGrp="1"/>
          </p:cNvSpPr>
          <p:nvPr/>
        </p:nvSpPr>
        <p:spPr>
          <a:xfrm>
            <a:off x="25336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4" name="Predicted occupancy cell"/>
          <p:cNvSpPr>
            <a:spLocks noGrp="1"/>
          </p:cNvSpPr>
          <p:nvPr/>
        </p:nvSpPr>
        <p:spPr>
          <a:xfrm>
            <a:off x="27241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5" name="Predicted occupancy cell"/>
          <p:cNvSpPr>
            <a:spLocks noGrp="1"/>
          </p:cNvSpPr>
          <p:nvPr/>
        </p:nvSpPr>
        <p:spPr>
          <a:xfrm>
            <a:off x="29146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6" name="Predicted occupancy cell"/>
          <p:cNvSpPr>
            <a:spLocks noGrp="1"/>
          </p:cNvSpPr>
          <p:nvPr/>
        </p:nvSpPr>
        <p:spPr>
          <a:xfrm>
            <a:off x="31051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7" name="Predicted occupancy cell"/>
          <p:cNvSpPr>
            <a:spLocks noGrp="1"/>
          </p:cNvSpPr>
          <p:nvPr/>
        </p:nvSpPr>
        <p:spPr>
          <a:xfrm>
            <a:off x="32956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8" name="Predicted occupancy cell"/>
          <p:cNvSpPr>
            <a:spLocks noGrp="1"/>
          </p:cNvSpPr>
          <p:nvPr/>
        </p:nvSpPr>
        <p:spPr>
          <a:xfrm>
            <a:off x="34861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9" name="Predicted occupancy cell"/>
          <p:cNvSpPr>
            <a:spLocks noGrp="1"/>
          </p:cNvSpPr>
          <p:nvPr/>
        </p:nvSpPr>
        <p:spPr>
          <a:xfrm>
            <a:off x="36766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0" name="Predicted occupancy cell"/>
          <p:cNvSpPr>
            <a:spLocks noGrp="1"/>
          </p:cNvSpPr>
          <p:nvPr/>
        </p:nvSpPr>
        <p:spPr>
          <a:xfrm>
            <a:off x="38671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1" name="Predicted occupancy cell"/>
          <p:cNvSpPr>
            <a:spLocks noGrp="1"/>
          </p:cNvSpPr>
          <p:nvPr/>
        </p:nvSpPr>
        <p:spPr>
          <a:xfrm>
            <a:off x="40576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2" name="Predicted occupancy cell"/>
          <p:cNvSpPr>
            <a:spLocks noGrp="1"/>
          </p:cNvSpPr>
          <p:nvPr/>
        </p:nvSpPr>
        <p:spPr>
          <a:xfrm>
            <a:off x="42481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3" name="Predicted occupancy cell"/>
          <p:cNvSpPr>
            <a:spLocks noGrp="1"/>
          </p:cNvSpPr>
          <p:nvPr/>
        </p:nvSpPr>
        <p:spPr>
          <a:xfrm>
            <a:off x="44386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4" name="Predicted occupancy cell"/>
          <p:cNvSpPr>
            <a:spLocks noGrp="1"/>
          </p:cNvSpPr>
          <p:nvPr/>
        </p:nvSpPr>
        <p:spPr>
          <a:xfrm>
            <a:off x="4629150" y="17821275"/>
            <a:ext cx="180975" cy="257175"/>
          </a:xfrm>
          <a:prstGeom prst="rect">
            <a:avLst/>
          </a:prstGeom>
          <a:solidFill>
            <a:srgbClr val="315F4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5" name="Predicted occupancy cell"/>
          <p:cNvSpPr>
            <a:spLocks noGrp="1"/>
          </p:cNvSpPr>
          <p:nvPr/>
        </p:nvSpPr>
        <p:spPr>
          <a:xfrm>
            <a:off x="48196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6" name="Predicted occupancy cell"/>
          <p:cNvSpPr>
            <a:spLocks noGrp="1"/>
          </p:cNvSpPr>
          <p:nvPr/>
        </p:nvSpPr>
        <p:spPr>
          <a:xfrm>
            <a:off x="50101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7" name="Predicted occupancy cell"/>
          <p:cNvSpPr>
            <a:spLocks noGrp="1"/>
          </p:cNvSpPr>
          <p:nvPr/>
        </p:nvSpPr>
        <p:spPr>
          <a:xfrm>
            <a:off x="52006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8" name="Predicted occupancy cell"/>
          <p:cNvSpPr>
            <a:spLocks noGrp="1"/>
          </p:cNvSpPr>
          <p:nvPr/>
        </p:nvSpPr>
        <p:spPr>
          <a:xfrm>
            <a:off x="53911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9" name="Predicted occupancy cell"/>
          <p:cNvSpPr>
            <a:spLocks noGrp="1"/>
          </p:cNvSpPr>
          <p:nvPr/>
        </p:nvSpPr>
        <p:spPr>
          <a:xfrm>
            <a:off x="55816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0" name="Predicted occupancy cell"/>
          <p:cNvSpPr>
            <a:spLocks noGrp="1"/>
          </p:cNvSpPr>
          <p:nvPr/>
        </p:nvSpPr>
        <p:spPr>
          <a:xfrm>
            <a:off x="5772150" y="17821275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1" name="line-636"/>
          <p:cNvSpPr>
            <a:spLocks noGrp="1"/>
          </p:cNvSpPr>
          <p:nvPr/>
        </p:nvSpPr>
        <p:spPr>
          <a:xfrm>
            <a:off x="2914650" y="17611725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315F46"/>
            </a:solidFill>
            <a:prstDash val="dash"/>
          </a:ln>
        </p:spPr>
      </p:sp>
      <p:sp>
        <p:nvSpPr>
          <p:cNvPr id="1032" name="line-637"/>
          <p:cNvSpPr>
            <a:spLocks noGrp="1"/>
          </p:cNvSpPr>
          <p:nvPr/>
        </p:nvSpPr>
        <p:spPr>
          <a:xfrm>
            <a:off x="4819650" y="17611725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315F46"/>
            </a:solidFill>
            <a:prstDash val="dash"/>
          </a:ln>
        </p:spPr>
      </p:sp>
      <p:sp>
        <p:nvSpPr>
          <p:cNvPr id="1033" name="line-638"/>
          <p:cNvSpPr>
            <a:spLocks noGrp="1"/>
          </p:cNvSpPr>
          <p:nvPr/>
        </p:nvSpPr>
        <p:spPr>
          <a:xfrm>
            <a:off x="2914650" y="18326100"/>
            <a:ext cx="1905000" cy="95"/>
          </a:xfrm>
          <a:custGeom>
            <a:avLst/>
            <a:gdLst/>
            <a:ahLst/>
            <a:cxnLst/>
            <a:pathLst>
              <a:path w="1905000" h="9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1034" name="line-639"/>
          <p:cNvSpPr>
            <a:spLocks noGrp="1"/>
          </p:cNvSpPr>
          <p:nvPr/>
        </p:nvSpPr>
        <p:spPr>
          <a:xfrm>
            <a:off x="2914650" y="182689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1035" name="line-640"/>
          <p:cNvSpPr>
            <a:spLocks noGrp="1"/>
          </p:cNvSpPr>
          <p:nvPr/>
        </p:nvSpPr>
        <p:spPr>
          <a:xfrm>
            <a:off x="4819650" y="182689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7717">
            <a:solidFill>
              <a:srgbClr val="315F46"/>
            </a:solidFill>
            <a:prstDash val="solid"/>
          </a:ln>
        </p:spPr>
      </p:sp>
      <p:sp>
        <p:nvSpPr>
          <p:cNvPr id="1036" name="Occurrence ŵ"/>
          <p:cNvSpPr>
            <a:spLocks noGrp="1"/>
          </p:cNvSpPr>
          <p:nvPr/>
        </p:nvSpPr>
        <p:spPr>
          <a:xfrm>
            <a:off x="581025" y="1838325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Occurrence ŵ</a:t>
            </a:r>
            <a:endParaRPr sz="180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7" name="Duration d̂"/>
          <p:cNvSpPr>
            <a:spLocks noGrp="1"/>
          </p:cNvSpPr>
          <p:nvPr/>
        </p:nvSpPr>
        <p:spPr>
          <a:xfrm>
            <a:off x="2933700" y="18383250"/>
            <a:ext cx="1885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Duration d̂</a:t>
            </a:r>
            <a:endParaRPr sz="1980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8" name="Onset ŝ"/>
          <p:cNvSpPr>
            <a:spLocks noGrp="1"/>
          </p:cNvSpPr>
          <p:nvPr/>
        </p:nvSpPr>
        <p:spPr>
          <a:xfrm>
            <a:off x="2514600" y="18126075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0">
                <a:solidFill>
                  <a:srgbClr val="315F4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Onset ŝ</a:t>
            </a:r>
            <a:endParaRPr sz="1688" b="0" i="0">
              <a:solidFill>
                <a:srgbClr val="315F4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0" name="Process cause ĉ"/>
          <p:cNvSpPr>
            <a:spLocks noGrp="1"/>
          </p:cNvSpPr>
          <p:nvPr/>
        </p:nvSpPr>
        <p:spPr>
          <a:xfrm>
            <a:off x="8010525" y="17345025"/>
            <a:ext cx="19907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 cause ĉ</a:t>
            </a:r>
            <a:endParaRPr sz="198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1" name="Process class indicator"/>
          <p:cNvSpPr>
            <a:spLocks noGrp="1"/>
          </p:cNvSpPr>
          <p:nvPr/>
        </p:nvSpPr>
        <p:spPr>
          <a:xfrm>
            <a:off x="11068050" y="17392650"/>
            <a:ext cx="314325" cy="190500"/>
          </a:xfrm>
          <a:prstGeom prst="rect">
            <a:avLst/>
          </a:prstGeom>
          <a:solidFill>
            <a:srgbClr val="E6D2BE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2" name="Process class indicator"/>
          <p:cNvSpPr>
            <a:spLocks noGrp="1"/>
          </p:cNvSpPr>
          <p:nvPr/>
        </p:nvSpPr>
        <p:spPr>
          <a:xfrm>
            <a:off x="11458575" y="17392650"/>
            <a:ext cx="314325" cy="190500"/>
          </a:xfrm>
          <a:prstGeom prst="rect">
            <a:avLst/>
          </a:prstGeom>
          <a:solidFill>
            <a:srgbClr val="80543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3" name="Process class indicator"/>
          <p:cNvSpPr>
            <a:spLocks noGrp="1"/>
          </p:cNvSpPr>
          <p:nvPr/>
        </p:nvSpPr>
        <p:spPr>
          <a:xfrm>
            <a:off x="11849100" y="17392650"/>
            <a:ext cx="314325" cy="190500"/>
          </a:xfrm>
          <a:prstGeom prst="rect">
            <a:avLst/>
          </a:prstGeom>
          <a:solidFill>
            <a:srgbClr val="E6D2BE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4" name="Process class indicator"/>
          <p:cNvSpPr>
            <a:spLocks noGrp="1"/>
          </p:cNvSpPr>
          <p:nvPr/>
        </p:nvSpPr>
        <p:spPr>
          <a:xfrm>
            <a:off x="12239625" y="17392650"/>
            <a:ext cx="314325" cy="190500"/>
          </a:xfrm>
          <a:prstGeom prst="rect">
            <a:avLst/>
          </a:prstGeom>
          <a:solidFill>
            <a:srgbClr val="E6D2BE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5" name="process-evidence class"/>
          <p:cNvSpPr>
            <a:spLocks noGrp="1"/>
          </p:cNvSpPr>
          <p:nvPr/>
        </p:nvSpPr>
        <p:spPr>
          <a:xfrm>
            <a:off x="10506075" y="1764030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1">
                <a:solidFill>
                  <a:srgbClr val="80543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process-evidence class</a:t>
            </a:r>
            <a:endParaRPr sz="1688" b="0" i="1">
              <a:solidFill>
                <a:srgbClr val="80543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6" name="Order remaining time ℓ̂"/>
          <p:cNvSpPr>
            <a:spLocks noGrp="1"/>
          </p:cNvSpPr>
          <p:nvPr/>
        </p:nvSpPr>
        <p:spPr>
          <a:xfrm>
            <a:off x="8010525" y="18097500"/>
            <a:ext cx="27336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980" b="0" i="0">
                <a:solidFill>
                  <a:srgbClr val="315B7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Order remaining time ℓ̂</a:t>
            </a:r>
            <a:endParaRPr sz="1980" b="0" i="0">
              <a:solidFill>
                <a:srgbClr val="315B7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7" name="shape-642"/>
          <p:cNvSpPr>
            <a:spLocks noGrp="1"/>
          </p:cNvSpPr>
          <p:nvPr/>
        </p:nvSpPr>
        <p:spPr>
          <a:xfrm>
            <a:off x="10963275" y="18173700"/>
            <a:ext cx="2524125" cy="123825"/>
          </a:xfrm>
          <a:prstGeom prst="rect">
            <a:avLst/>
          </a:prstGeom>
          <a:solidFill>
            <a:srgbClr val="D5E3EC"/>
          </a:solidFill>
          <a:ln w="5715">
            <a:solidFill>
              <a:srgbClr val="8CAABF"/>
            </a:solidFill>
            <a:prstDash val="solid"/>
          </a:ln>
        </p:spPr>
      </p:sp>
      <p:sp>
        <p:nvSpPr>
          <p:cNvPr id="1048" name="shape-643"/>
          <p:cNvSpPr>
            <a:spLocks noGrp="1"/>
          </p:cNvSpPr>
          <p:nvPr/>
        </p:nvSpPr>
        <p:spPr>
          <a:xfrm>
            <a:off x="10963275" y="18173700"/>
            <a:ext cx="1695450" cy="123825"/>
          </a:xfrm>
          <a:prstGeom prst="rect">
            <a:avLst/>
          </a:prstGeom>
          <a:solidFill>
            <a:srgbClr val="537F9D"/>
          </a:solidFill>
          <a:ln w="0">
            <a:noFill/>
            <a:prstDash val="solid"/>
          </a:ln>
        </p:spPr>
      </p:sp>
      <p:sp>
        <p:nvSpPr>
          <p:cNvPr id="1049" name="Minute-level prediction for the selected resource"/>
          <p:cNvSpPr>
            <a:spLocks noGrp="1"/>
          </p:cNvSpPr>
          <p:nvPr/>
        </p:nvSpPr>
        <p:spPr>
          <a:xfrm>
            <a:off x="7991475" y="185737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88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88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88" b="0" i="1">
                <a:solidFill>
                  <a:srgbClr val="5C636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Minute-level prediction for the selected resource</a:t>
            </a:r>
            <a:endParaRPr sz="1688" b="0" i="1">
              <a:solidFill>
                <a:srgbClr val="5C636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000" name="Portrait connection"/>
          <p:cNvSpPr/>
          <p:nvPr/>
        </p:nvSpPr>
        <p:spPr>
          <a:xfrm>
            <a:off x="12325350" y="2743200"/>
            <a:ext cx="95" cy="542925"/>
          </a:xfrm>
          <a:custGeom>
            <a:avLst/>
            <a:gdLst/>
            <a:ahLst/>
            <a:cxnLst/>
            <a:rect l="0" t="0" r="r" b="b"/>
            <a:pathLst>
              <a:path w="10" h="57000" fill="none">
                <a:moveTo>
                  <a:pt x="0" y="0"/>
                </a:moveTo>
                <a:lnTo>
                  <a:pt x="0" y="57000"/>
                </a:lnTo>
              </a:path>
            </a:pathLst>
          </a:custGeom>
          <a:noFill/>
          <a:ln w="20003">
            <a:solidFill>
              <a:srgbClr val="315B79"/>
            </a:solidFill>
          </a:ln>
        </p:spPr>
      </p:sp>
      <p:sp>
        <p:nvSpPr>
          <p:cNvPr id="20001" name="Portrait connection"/>
          <p:cNvSpPr/>
          <p:nvPr/>
        </p:nvSpPr>
        <p:spPr>
          <a:xfrm>
            <a:off x="10287000" y="3286125"/>
            <a:ext cx="2038350" cy="95"/>
          </a:xfrm>
          <a:custGeom>
            <a:avLst/>
            <a:gdLst/>
            <a:ahLst/>
            <a:cxnLst/>
            <a:rect l="0" t="0" r="r" b="b"/>
            <a:pathLst>
              <a:path w="214000" h="10" fill="none">
                <a:moveTo>
                  <a:pt x="214000" y="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315B79"/>
            </a:solidFill>
          </a:ln>
        </p:spPr>
      </p:sp>
      <p:sp>
        <p:nvSpPr>
          <p:cNvPr id="20002" name="Portrait connection"/>
          <p:cNvSpPr/>
          <p:nvPr/>
        </p:nvSpPr>
        <p:spPr>
          <a:xfrm>
            <a:off x="10287000" y="3286125"/>
            <a:ext cx="95" cy="1085850"/>
          </a:xfrm>
          <a:custGeom>
            <a:avLst/>
            <a:gdLst/>
            <a:ahLst/>
            <a:cxnLst/>
            <a:rect l="0" t="0" r="r" b="b"/>
            <a:pathLst>
              <a:path w="10" h="114000" fill="none">
                <a:moveTo>
                  <a:pt x="0" y="0"/>
                </a:moveTo>
                <a:lnTo>
                  <a:pt x="0" y="114000"/>
                </a:lnTo>
              </a:path>
            </a:pathLst>
          </a:custGeom>
          <a:noFill/>
          <a:ln w="20003">
            <a:solidFill>
              <a:srgbClr val="315B79"/>
            </a:solidFill>
          </a:ln>
        </p:spPr>
      </p:sp>
      <p:sp>
        <p:nvSpPr>
          <p:cNvPr id="20003" name="Portrait connection"/>
          <p:cNvSpPr/>
          <p:nvPr/>
        </p:nvSpPr>
        <p:spPr>
          <a:xfrm>
            <a:off x="10256211" y="4312835"/>
            <a:ext cx="30789" cy="59140"/>
          </a:xfrm>
          <a:custGeom>
            <a:avLst/>
            <a:gdLst/>
            <a:ahLst/>
            <a:cxnLst/>
            <a:rect l="0" t="0" r="r" b="b"/>
            <a:pathLst>
              <a:path w="3232" h="6209" fill="none">
                <a:moveTo>
                  <a:pt x="3232" y="6209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315B79"/>
            </a:solidFill>
          </a:ln>
        </p:spPr>
      </p:sp>
      <p:sp>
        <p:nvSpPr>
          <p:cNvPr id="20004" name="Portrait connection"/>
          <p:cNvSpPr/>
          <p:nvPr/>
        </p:nvSpPr>
        <p:spPr>
          <a:xfrm>
            <a:off x="10287000" y="4312835"/>
            <a:ext cx="30789" cy="59140"/>
          </a:xfrm>
          <a:custGeom>
            <a:avLst/>
            <a:gdLst/>
            <a:ahLst/>
            <a:cxnLst/>
            <a:rect l="0" t="0" r="r" b="b"/>
            <a:pathLst>
              <a:path w="3232" h="6209" fill="none">
                <a:moveTo>
                  <a:pt x="0" y="6209"/>
                </a:moveTo>
                <a:lnTo>
                  <a:pt x="3232" y="0"/>
                </a:lnTo>
              </a:path>
            </a:pathLst>
          </a:custGeom>
          <a:noFill/>
          <a:ln w="20003">
            <a:solidFill>
              <a:srgbClr val="315B79"/>
            </a:solidFill>
          </a:ln>
        </p:spPr>
      </p:sp>
      <p:sp>
        <p:nvSpPr>
          <p:cNvPr id="20005" name="Portrait connection"/>
          <p:cNvSpPr/>
          <p:nvPr/>
        </p:nvSpPr>
        <p:spPr>
          <a:xfrm>
            <a:off x="5476875" y="7800975"/>
            <a:ext cx="904875" cy="95"/>
          </a:xfrm>
          <a:custGeom>
            <a:avLst/>
            <a:gdLst/>
            <a:ahLst/>
            <a:cxnLst/>
            <a:rect l="0" t="0" r="r" b="b"/>
            <a:pathLst>
              <a:path w="95000" h="10" fill="none">
                <a:moveTo>
                  <a:pt x="0" y="0"/>
                </a:moveTo>
                <a:lnTo>
                  <a:pt x="95000" y="0"/>
                </a:lnTo>
              </a:path>
            </a:pathLst>
          </a:custGeom>
          <a:noFill/>
          <a:ln w="15240">
            <a:solidFill>
              <a:srgbClr val="805431"/>
            </a:solidFill>
            <a:prstDash val="dash"/>
          </a:ln>
        </p:spPr>
      </p:sp>
      <p:sp>
        <p:nvSpPr>
          <p:cNvPr id="20006" name="Portrait connection"/>
          <p:cNvSpPr/>
          <p:nvPr/>
        </p:nvSpPr>
        <p:spPr>
          <a:xfrm>
            <a:off x="6381750" y="7800975"/>
            <a:ext cx="95" cy="3533775"/>
          </a:xfrm>
          <a:custGeom>
            <a:avLst/>
            <a:gdLst/>
            <a:ahLst/>
            <a:cxnLst/>
            <a:rect l="0" t="0" r="r" b="b"/>
            <a:pathLst>
              <a:path w="10" h="371000" fill="none">
                <a:moveTo>
                  <a:pt x="0" y="0"/>
                </a:moveTo>
                <a:lnTo>
                  <a:pt x="0" y="371000"/>
                </a:lnTo>
              </a:path>
            </a:pathLst>
          </a:custGeom>
          <a:noFill/>
          <a:ln w="15240">
            <a:solidFill>
              <a:srgbClr val="805431"/>
            </a:solidFill>
            <a:prstDash val="dash"/>
          </a:ln>
        </p:spPr>
      </p:sp>
      <p:sp>
        <p:nvSpPr>
          <p:cNvPr id="20007" name="Portrait connection"/>
          <p:cNvSpPr/>
          <p:nvPr/>
        </p:nvSpPr>
        <p:spPr>
          <a:xfrm>
            <a:off x="6381750" y="11334750"/>
            <a:ext cx="1095375" cy="95"/>
          </a:xfrm>
          <a:custGeom>
            <a:avLst/>
            <a:gdLst/>
            <a:ahLst/>
            <a:cxnLst/>
            <a:rect l="0" t="0" r="r" b="b"/>
            <a:pathLst>
              <a:path w="115000" h="10" fill="none">
                <a:moveTo>
                  <a:pt x="0" y="0"/>
                </a:moveTo>
                <a:lnTo>
                  <a:pt x="115000" y="0"/>
                </a:lnTo>
              </a:path>
            </a:pathLst>
          </a:custGeom>
          <a:noFill/>
          <a:ln w="15240">
            <a:solidFill>
              <a:srgbClr val="805431"/>
            </a:solidFill>
            <a:prstDash val="dash"/>
          </a:ln>
        </p:spPr>
      </p:sp>
      <p:sp>
        <p:nvSpPr>
          <p:cNvPr id="20008" name="Portrait connection"/>
          <p:cNvSpPr/>
          <p:nvPr/>
        </p:nvSpPr>
        <p:spPr>
          <a:xfrm>
            <a:off x="7417985" y="11334750"/>
            <a:ext cx="59140" cy="30789"/>
          </a:xfrm>
          <a:custGeom>
            <a:avLst/>
            <a:gdLst/>
            <a:ahLst/>
            <a:cxnLst/>
            <a:rect l="0" t="0" r="r" b="b"/>
            <a:pathLst>
              <a:path w="6209" h="3232" fill="none">
                <a:moveTo>
                  <a:pt x="6209" y="0"/>
                </a:moveTo>
                <a:lnTo>
                  <a:pt x="0" y="3232"/>
                </a:lnTo>
              </a:path>
            </a:pathLst>
          </a:custGeom>
          <a:noFill/>
          <a:ln w="15240">
            <a:solidFill>
              <a:srgbClr val="805431"/>
            </a:solidFill>
          </a:ln>
        </p:spPr>
      </p:sp>
      <p:sp>
        <p:nvSpPr>
          <p:cNvPr id="20009" name="Portrait connection"/>
          <p:cNvSpPr/>
          <p:nvPr/>
        </p:nvSpPr>
        <p:spPr>
          <a:xfrm>
            <a:off x="7417985" y="11303961"/>
            <a:ext cx="59140" cy="30789"/>
          </a:xfrm>
          <a:custGeom>
            <a:avLst/>
            <a:gdLst/>
            <a:ahLst/>
            <a:cxnLst/>
            <a:rect l="0" t="0" r="r" b="b"/>
            <a:pathLst>
              <a:path w="6209" h="3232" fill="none">
                <a:moveTo>
                  <a:pt x="6209" y="3232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805431"/>
            </a:solidFill>
          </a:ln>
        </p:spPr>
      </p:sp>
      <p:sp>
        <p:nvSpPr>
          <p:cNvPr id="20010" name="Portrait connection"/>
          <p:cNvSpPr/>
          <p:nvPr/>
        </p:nvSpPr>
        <p:spPr>
          <a:xfrm>
            <a:off x="4476750" y="9096375"/>
            <a:ext cx="2095500" cy="95"/>
          </a:xfrm>
          <a:custGeom>
            <a:avLst/>
            <a:gdLst/>
            <a:ahLst/>
            <a:cxnLst/>
            <a:rect l="0" t="0" r="r" b="b"/>
            <a:pathLst>
              <a:path w="220000" h="10" fill="none">
                <a:moveTo>
                  <a:pt x="0" y="0"/>
                </a:moveTo>
                <a:lnTo>
                  <a:pt x="220000" y="0"/>
                </a:lnTo>
              </a:path>
            </a:pathLst>
          </a:custGeom>
          <a:noFill/>
          <a:ln w="17145">
            <a:solidFill>
              <a:srgbClr val="805431"/>
            </a:solidFill>
          </a:ln>
        </p:spPr>
      </p:sp>
      <p:sp>
        <p:nvSpPr>
          <p:cNvPr id="20011" name="Portrait connection"/>
          <p:cNvSpPr/>
          <p:nvPr/>
        </p:nvSpPr>
        <p:spPr>
          <a:xfrm>
            <a:off x="6572250" y="9096375"/>
            <a:ext cx="95" cy="533400"/>
          </a:xfrm>
          <a:custGeom>
            <a:avLst/>
            <a:gdLst/>
            <a:ahLst/>
            <a:cxnLst/>
            <a:rect l="0" t="0" r="r" b="b"/>
            <a:pathLst>
              <a:path w="10" h="56000" fill="none">
                <a:moveTo>
                  <a:pt x="0" y="0"/>
                </a:moveTo>
                <a:lnTo>
                  <a:pt x="0" y="56000"/>
                </a:lnTo>
              </a:path>
            </a:pathLst>
          </a:custGeom>
          <a:noFill/>
          <a:ln w="17145">
            <a:solidFill>
              <a:srgbClr val="805431"/>
            </a:solidFill>
          </a:ln>
        </p:spPr>
      </p:sp>
      <p:sp>
        <p:nvSpPr>
          <p:cNvPr id="20012" name="Portrait connection"/>
          <p:cNvSpPr/>
          <p:nvPr/>
        </p:nvSpPr>
        <p:spPr>
          <a:xfrm>
            <a:off x="6572250" y="9629775"/>
            <a:ext cx="857250" cy="95"/>
          </a:xfrm>
          <a:custGeom>
            <a:avLst/>
            <a:gdLst/>
            <a:ahLst/>
            <a:cxnLst/>
            <a:rect l="0" t="0" r="r" b="b"/>
            <a:pathLst>
              <a:path w="90000" h="10" fill="none">
                <a:moveTo>
                  <a:pt x="0" y="0"/>
                </a:moveTo>
                <a:lnTo>
                  <a:pt x="90000" y="0"/>
                </a:lnTo>
              </a:path>
            </a:pathLst>
          </a:custGeom>
          <a:noFill/>
          <a:ln w="17145">
            <a:solidFill>
              <a:srgbClr val="805431"/>
            </a:solidFill>
          </a:ln>
        </p:spPr>
      </p:sp>
      <p:sp>
        <p:nvSpPr>
          <p:cNvPr id="20013" name="Portrait connection"/>
          <p:cNvSpPr/>
          <p:nvPr/>
        </p:nvSpPr>
        <p:spPr>
          <a:xfrm>
            <a:off x="7370360" y="9629775"/>
            <a:ext cx="59140" cy="30789"/>
          </a:xfrm>
          <a:custGeom>
            <a:avLst/>
            <a:gdLst/>
            <a:ahLst/>
            <a:cxnLst/>
            <a:rect l="0" t="0" r="r" b="b"/>
            <a:pathLst>
              <a:path w="6209" h="3232" fill="none">
                <a:moveTo>
                  <a:pt x="6209" y="0"/>
                </a:moveTo>
                <a:lnTo>
                  <a:pt x="0" y="3232"/>
                </a:lnTo>
              </a:path>
            </a:pathLst>
          </a:custGeom>
          <a:noFill/>
          <a:ln w="17145">
            <a:solidFill>
              <a:srgbClr val="805431"/>
            </a:solidFill>
          </a:ln>
        </p:spPr>
      </p:sp>
      <p:sp>
        <p:nvSpPr>
          <p:cNvPr id="20014" name="Portrait connection"/>
          <p:cNvSpPr/>
          <p:nvPr/>
        </p:nvSpPr>
        <p:spPr>
          <a:xfrm>
            <a:off x="7370360" y="9598986"/>
            <a:ext cx="59140" cy="30789"/>
          </a:xfrm>
          <a:custGeom>
            <a:avLst/>
            <a:gdLst/>
            <a:ahLst/>
            <a:cxnLst/>
            <a:rect l="0" t="0" r="r" b="b"/>
            <a:pathLst>
              <a:path w="6209" h="3232" fill="none">
                <a:moveTo>
                  <a:pt x="6209" y="3232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805431"/>
            </a:solidFill>
          </a:ln>
        </p:spPr>
      </p:sp>
      <p:sp>
        <p:nvSpPr>
          <p:cNvPr id="20015" name="Portrait connection"/>
          <p:cNvSpPr/>
          <p:nvPr/>
        </p:nvSpPr>
        <p:spPr>
          <a:xfrm>
            <a:off x="12934950" y="11315700"/>
            <a:ext cx="1181100" cy="95"/>
          </a:xfrm>
          <a:custGeom>
            <a:avLst/>
            <a:gdLst/>
            <a:ahLst/>
            <a:cxnLst/>
            <a:rect l="0" t="0" r="r" b="b"/>
            <a:pathLst>
              <a:path w="124000" h="10" fill="none">
                <a:moveTo>
                  <a:pt x="0" y="0"/>
                </a:moveTo>
                <a:lnTo>
                  <a:pt x="124000" y="0"/>
                </a:lnTo>
              </a:path>
            </a:pathLst>
          </a:custGeom>
          <a:noFill/>
          <a:ln w="21908">
            <a:solidFill>
              <a:srgbClr val="315B79"/>
            </a:solidFill>
          </a:ln>
        </p:spPr>
      </p:sp>
      <p:sp>
        <p:nvSpPr>
          <p:cNvPr id="20016" name="Portrait connection"/>
          <p:cNvSpPr/>
          <p:nvPr/>
        </p:nvSpPr>
        <p:spPr>
          <a:xfrm>
            <a:off x="14116050" y="11315700"/>
            <a:ext cx="95" cy="6448425"/>
          </a:xfrm>
          <a:custGeom>
            <a:avLst/>
            <a:gdLst/>
            <a:ahLst/>
            <a:cxnLst/>
            <a:rect l="0" t="0" r="r" b="b"/>
            <a:pathLst>
              <a:path w="10" h="677000" fill="none">
                <a:moveTo>
                  <a:pt x="0" y="0"/>
                </a:moveTo>
                <a:lnTo>
                  <a:pt x="0" y="677000"/>
                </a:lnTo>
              </a:path>
            </a:pathLst>
          </a:custGeom>
          <a:noFill/>
          <a:ln w="21908">
            <a:solidFill>
              <a:srgbClr val="315B79"/>
            </a:solidFill>
          </a:ln>
        </p:spPr>
      </p:sp>
      <p:sp>
        <p:nvSpPr>
          <p:cNvPr id="20017" name="Portrait connection"/>
          <p:cNvSpPr/>
          <p:nvPr/>
        </p:nvSpPr>
        <p:spPr>
          <a:xfrm>
            <a:off x="13954125" y="17764125"/>
            <a:ext cx="161925" cy="95"/>
          </a:xfrm>
          <a:custGeom>
            <a:avLst/>
            <a:gdLst/>
            <a:ahLst/>
            <a:cxnLst/>
            <a:rect l="0" t="0" r="r" b="b"/>
            <a:pathLst>
              <a:path w="17000" h="10" fill="none">
                <a:moveTo>
                  <a:pt x="17000" y="0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315B79"/>
            </a:solidFill>
          </a:ln>
        </p:spPr>
      </p:sp>
      <p:sp>
        <p:nvSpPr>
          <p:cNvPr id="20018" name="Portrait connection"/>
          <p:cNvSpPr/>
          <p:nvPr/>
        </p:nvSpPr>
        <p:spPr>
          <a:xfrm>
            <a:off x="13954125" y="17733336"/>
            <a:ext cx="59140" cy="30789"/>
          </a:xfrm>
          <a:custGeom>
            <a:avLst/>
            <a:gdLst/>
            <a:ahLst/>
            <a:cxnLst/>
            <a:rect l="0" t="0" r="r" b="b"/>
            <a:pathLst>
              <a:path w="6209" h="3232" fill="none">
                <a:moveTo>
                  <a:pt x="0" y="3232"/>
                </a:moveTo>
                <a:lnTo>
                  <a:pt x="6209" y="0"/>
                </a:lnTo>
              </a:path>
            </a:pathLst>
          </a:custGeom>
          <a:noFill/>
          <a:ln w="21908">
            <a:solidFill>
              <a:srgbClr val="315B79"/>
            </a:solidFill>
          </a:ln>
        </p:spPr>
      </p:sp>
      <p:sp>
        <p:nvSpPr>
          <p:cNvPr id="20019" name="Portrait connection"/>
          <p:cNvSpPr/>
          <p:nvPr/>
        </p:nvSpPr>
        <p:spPr>
          <a:xfrm>
            <a:off x="13954125" y="17764125"/>
            <a:ext cx="59140" cy="30789"/>
          </a:xfrm>
          <a:custGeom>
            <a:avLst/>
            <a:gdLst/>
            <a:ahLst/>
            <a:cxnLst/>
            <a:rect l="0" t="0" r="r" b="b"/>
            <a:pathLst>
              <a:path w="6209" h="3232" fill="none">
                <a:moveTo>
                  <a:pt x="0" y="0"/>
                </a:moveTo>
                <a:lnTo>
                  <a:pt x="6209" y="3232"/>
                </a:lnTo>
              </a:path>
            </a:pathLst>
          </a:custGeom>
          <a:noFill/>
          <a:ln w="21908">
            <a:solidFill>
              <a:srgbClr val="315B79"/>
            </a:solidFill>
          </a:ln>
        </p:spPr>
      </p:sp>
      <p:sp>
        <p:nvSpPr>
          <p:cNvPr id="20020" name="Portrait connection"/>
          <p:cNvSpPr/>
          <p:nvPr/>
        </p:nvSpPr>
        <p:spPr>
          <a:xfrm>
            <a:off x="3571875" y="15840075"/>
            <a:ext cx="95" cy="342900"/>
          </a:xfrm>
          <a:custGeom>
            <a:avLst/>
            <a:gdLst/>
            <a:ahLst/>
            <a:cxnLst/>
            <a:rect l="0" t="0" r="r" b="b"/>
            <a:pathLst>
              <a:path w="10" h="36000" fill="none">
                <a:moveTo>
                  <a:pt x="0" y="0"/>
                </a:moveTo>
                <a:lnTo>
                  <a:pt x="0" y="3600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1" name="Portrait connection"/>
          <p:cNvSpPr/>
          <p:nvPr/>
        </p:nvSpPr>
        <p:spPr>
          <a:xfrm>
            <a:off x="3571875" y="16182975"/>
            <a:ext cx="3429000" cy="95"/>
          </a:xfrm>
          <a:custGeom>
            <a:avLst/>
            <a:gdLst/>
            <a:ahLst/>
            <a:cxnLst/>
            <a:rect l="0" t="0" r="r" b="b"/>
            <a:pathLst>
              <a:path w="360000" h="10" fill="none">
                <a:moveTo>
                  <a:pt x="0" y="0"/>
                </a:moveTo>
                <a:lnTo>
                  <a:pt x="360000" y="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2" name="Portrait connection"/>
          <p:cNvSpPr/>
          <p:nvPr/>
        </p:nvSpPr>
        <p:spPr>
          <a:xfrm>
            <a:off x="7000875" y="14525625"/>
            <a:ext cx="95" cy="1657350"/>
          </a:xfrm>
          <a:custGeom>
            <a:avLst/>
            <a:gdLst/>
            <a:ahLst/>
            <a:cxnLst/>
            <a:rect l="0" t="0" r="r" b="b"/>
            <a:pathLst>
              <a:path w="10" h="174000" fill="none">
                <a:moveTo>
                  <a:pt x="0" y="174000"/>
                </a:moveTo>
                <a:lnTo>
                  <a:pt x="0" y="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3" name="Portrait connection"/>
          <p:cNvSpPr/>
          <p:nvPr/>
        </p:nvSpPr>
        <p:spPr>
          <a:xfrm>
            <a:off x="7000875" y="14525625"/>
            <a:ext cx="3000375" cy="95"/>
          </a:xfrm>
          <a:custGeom>
            <a:avLst/>
            <a:gdLst/>
            <a:ahLst/>
            <a:cxnLst/>
            <a:rect l="0" t="0" r="r" b="b"/>
            <a:pathLst>
              <a:path w="315000" h="10" fill="none">
                <a:moveTo>
                  <a:pt x="0" y="0"/>
                </a:moveTo>
                <a:lnTo>
                  <a:pt x="315000" y="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4" name="Portrait connection"/>
          <p:cNvSpPr/>
          <p:nvPr/>
        </p:nvSpPr>
        <p:spPr>
          <a:xfrm>
            <a:off x="10001250" y="14525625"/>
            <a:ext cx="95" cy="114300"/>
          </a:xfrm>
          <a:custGeom>
            <a:avLst/>
            <a:gdLst/>
            <a:ahLst/>
            <a:cxnLst/>
            <a:rect l="0" t="0" r="r" b="b"/>
            <a:pathLst>
              <a:path w="10" h="12000" fill="none">
                <a:moveTo>
                  <a:pt x="0" y="0"/>
                </a:moveTo>
                <a:lnTo>
                  <a:pt x="0" y="1200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5" name="Portrait connection"/>
          <p:cNvSpPr/>
          <p:nvPr/>
        </p:nvSpPr>
        <p:spPr>
          <a:xfrm>
            <a:off x="9970461" y="14580785"/>
            <a:ext cx="30789" cy="59140"/>
          </a:xfrm>
          <a:custGeom>
            <a:avLst/>
            <a:gdLst/>
            <a:ahLst/>
            <a:cxnLst/>
            <a:rect l="0" t="0" r="r" b="b"/>
            <a:pathLst>
              <a:path w="3232" h="6209" fill="none">
                <a:moveTo>
                  <a:pt x="3232" y="6209"/>
                </a:moveTo>
                <a:lnTo>
                  <a:pt x="0" y="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6" name="Portrait connection"/>
          <p:cNvSpPr/>
          <p:nvPr/>
        </p:nvSpPr>
        <p:spPr>
          <a:xfrm>
            <a:off x="10001250" y="14580785"/>
            <a:ext cx="30789" cy="59140"/>
          </a:xfrm>
          <a:custGeom>
            <a:avLst/>
            <a:gdLst/>
            <a:ahLst/>
            <a:cxnLst/>
            <a:rect l="0" t="0" r="r" b="b"/>
            <a:pathLst>
              <a:path w="3232" h="6209" fill="none">
                <a:moveTo>
                  <a:pt x="0" y="6209"/>
                </a:moveTo>
                <a:lnTo>
                  <a:pt x="3232" y="0"/>
                </a:lnTo>
              </a:path>
            </a:pathLst>
          </a:custGeom>
          <a:noFill/>
          <a:ln w="18098">
            <a:solidFill>
              <a:srgbClr val="315F46"/>
            </a:solidFill>
          </a:ln>
        </p:spPr>
      </p:sp>
      <p:sp>
        <p:nvSpPr>
          <p:cNvPr id="20027" name="Portrait connection"/>
          <p:cNvSpPr/>
          <p:nvPr/>
        </p:nvSpPr>
        <p:spPr>
          <a:xfrm>
            <a:off x="7191375" y="12792075"/>
            <a:ext cx="95" cy="3371850"/>
          </a:xfrm>
          <a:custGeom>
            <a:avLst/>
            <a:gdLst/>
            <a:ahLst/>
            <a:cxnLst/>
            <a:rect l="0" t="0" r="r" b="b"/>
            <a:pathLst>
              <a:path w="10" h="354000" fill="none">
                <a:moveTo>
                  <a:pt x="0" y="0"/>
                </a:moveTo>
                <a:lnTo>
                  <a:pt x="0" y="354000"/>
                </a:lnTo>
              </a:path>
            </a:pathLst>
          </a:custGeom>
          <a:noFill/>
          <a:ln w="7620">
            <a:solidFill>
              <a:srgbClr val="C5D7CB"/>
            </a:solidFill>
          </a:ln>
        </p:spPr>
      </p:sp>
      <p:sp>
        <p:nvSpPr>
          <p:cNvPr id="20028" name="Portrait connection"/>
          <p:cNvSpPr/>
          <p:nvPr/>
        </p:nvSpPr>
        <p:spPr>
          <a:xfrm>
            <a:off x="7477125" y="17287875"/>
            <a:ext cx="95" cy="1362075"/>
          </a:xfrm>
          <a:custGeom>
            <a:avLst/>
            <a:gdLst/>
            <a:ahLst/>
            <a:cxnLst/>
            <a:rect l="0" t="0" r="r" b="b"/>
            <a:pathLst>
              <a:path w="10" h="143000" fill="none">
                <a:moveTo>
                  <a:pt x="0" y="0"/>
                </a:moveTo>
                <a:lnTo>
                  <a:pt x="0" y="143000"/>
                </a:lnTo>
              </a:path>
            </a:pathLst>
          </a:custGeom>
          <a:noFill/>
          <a:ln w="8573">
            <a:solidFill>
              <a:srgbClr val="CCD9E1"/>
            </a:solidFill>
          </a:ln>
        </p:spPr>
      </p:sp>
      <p:sp>
        <p:nvSpPr>
          <p:cNvPr id="20029" name="Portrait connection"/>
          <p:cNvSpPr/>
          <p:nvPr/>
        </p:nvSpPr>
        <p:spPr>
          <a:xfrm>
            <a:off x="13239750" y="8991600"/>
            <a:ext cx="552450" cy="95"/>
          </a:xfrm>
          <a:custGeom>
            <a:avLst/>
            <a:gdLst/>
            <a:ahLst/>
            <a:cxnLst/>
            <a:rect l="0" t="0" r="r" b="b"/>
            <a:pathLst>
              <a:path w="58000" h="10" fill="none">
                <a:moveTo>
                  <a:pt x="0" y="0"/>
                </a:moveTo>
                <a:lnTo>
                  <a:pt x="58000" y="0"/>
                </a:lnTo>
              </a:path>
            </a:pathLst>
          </a:custGeom>
          <a:noFill/>
          <a:ln w="14288">
            <a:solidFill>
              <a:srgbClr val="315F46"/>
            </a:solidFill>
            <a:prstDash val="dash"/>
          </a:ln>
        </p:spPr>
      </p:sp>
      <p:sp>
        <p:nvSpPr>
          <p:cNvPr id="20030" name="Portrait connection"/>
          <p:cNvSpPr/>
          <p:nvPr/>
        </p:nvSpPr>
        <p:spPr>
          <a:xfrm>
            <a:off x="13792200" y="8991600"/>
            <a:ext cx="95" cy="2952750"/>
          </a:xfrm>
          <a:custGeom>
            <a:avLst/>
            <a:gdLst/>
            <a:ahLst/>
            <a:cxnLst/>
            <a:rect l="0" t="0" r="r" b="b"/>
            <a:pathLst>
              <a:path w="10" h="310000" fill="none">
                <a:moveTo>
                  <a:pt x="0" y="0"/>
                </a:moveTo>
                <a:lnTo>
                  <a:pt x="0" y="310000"/>
                </a:lnTo>
              </a:path>
            </a:pathLst>
          </a:custGeom>
          <a:noFill/>
          <a:ln w="14288">
            <a:solidFill>
              <a:srgbClr val="315F46"/>
            </a:solidFill>
            <a:prstDash val="dash"/>
          </a:ln>
        </p:spPr>
      </p:sp>
      <p:sp>
        <p:nvSpPr>
          <p:cNvPr id="20031" name="Portrait connection"/>
          <p:cNvSpPr/>
          <p:nvPr/>
        </p:nvSpPr>
        <p:spPr>
          <a:xfrm>
            <a:off x="13049250" y="11944350"/>
            <a:ext cx="742950" cy="95"/>
          </a:xfrm>
          <a:custGeom>
            <a:avLst/>
            <a:gdLst/>
            <a:ahLst/>
            <a:cxnLst/>
            <a:rect l="0" t="0" r="r" b="b"/>
            <a:pathLst>
              <a:path w="78000" h="10" fill="none">
                <a:moveTo>
                  <a:pt x="78000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315F46"/>
            </a:solidFill>
            <a:prstDash val="dash"/>
          </a:ln>
        </p:spPr>
      </p:sp>
      <p:sp>
        <p:nvSpPr>
          <p:cNvPr id="20032" name="Portrait connection"/>
          <p:cNvSpPr/>
          <p:nvPr/>
        </p:nvSpPr>
        <p:spPr>
          <a:xfrm>
            <a:off x="13049250" y="11944350"/>
            <a:ext cx="95" cy="152400"/>
          </a:xfrm>
          <a:custGeom>
            <a:avLst/>
            <a:gdLst/>
            <a:ahLst/>
            <a:cxnLst/>
            <a:rect l="0" t="0" r="r" b="b"/>
            <a:pathLst>
              <a:path w="10" h="16000" fill="none">
                <a:moveTo>
                  <a:pt x="0" y="0"/>
                </a:moveTo>
                <a:lnTo>
                  <a:pt x="0" y="16000"/>
                </a:lnTo>
              </a:path>
            </a:pathLst>
          </a:custGeom>
          <a:noFill/>
          <a:ln w="14288">
            <a:solidFill>
              <a:srgbClr val="315F46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WPS 文字</Application>
  <PresentationFormat>Converted Presentation</PresentationFormat>
  <Paragraphs>230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Times New Roman Regular</vt:lpstr>
      <vt:lpstr>微软雅黑</vt:lpstr>
      <vt:lpstr>方正雅意黑 GB18030L2</vt:lpstr>
      <vt:lpstr>宋体</vt:lpstr>
      <vt:lpstr>Arial Unicode MS</vt:lpstr>
      <vt:lpstr>Aptos</vt:lpstr>
      <vt:lpstr>Helvetica Neue</vt:lpstr>
      <vt:lpstr>汉仪书宋二KW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开心果</cp:lastModifiedBy>
  <cp:revision>2</cp:revision>
  <dcterms:created xsi:type="dcterms:W3CDTF">2026-10-16T13:06:56Z</dcterms:created>
  <dcterms:modified xsi:type="dcterms:W3CDTF">2026-10-16T13:06:56Z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DF46C0276B2073365D21D26A08245EC5_42</vt:lpwstr>
  </property>
  <property fmtid="{D5CDD505-2E9C-101B-9397-08002B2CF9AE}" pid="3" name="KSOProductBuildVer">
    <vt:lpwstr>2052-12.1.28496.28496</vt:lpwstr>
  </property>
</Properties>
</file>